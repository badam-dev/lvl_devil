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2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_rels/slideMaster6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3.xml.rels" ContentType="application/vnd.openxmlformats-package.relationships+xml"/>
  <Override PartName="/ppt/slideMasters/slideMaster14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presProps.xml" ContentType="application/vnd.openxmlformats-officedocument.presentationml.presProps+xml"/>
  <Override PartName="/ppt/theme/theme10.xml" ContentType="application/vnd.openxmlformats-officedocument.theme+xml"/>
  <Override PartName="/ppt/theme/theme9.xml" ContentType="application/vnd.openxmlformats-officedocument.theme+xml"/>
  <Override PartName="/ppt/theme/theme8.xml" ContentType="application/vnd.openxmlformats-officedocument.theme+xml"/>
  <Override PartName="/ppt/theme/theme7.xml" ContentType="application/vnd.openxmlformats-officedocument.theme+xml"/>
  <Override PartName="/ppt/theme/theme17.xml" ContentType="application/vnd.openxmlformats-officedocument.theme+xml"/>
  <Override PartName="/ppt/theme/theme16.xml" ContentType="application/vnd.openxmlformats-officedocument.theme+xml"/>
  <Override PartName="/ppt/theme/theme6.xml" ContentType="application/vnd.openxmlformats-officedocument.theme+xml"/>
  <Override PartName="/ppt/theme/theme15.xml" ContentType="application/vnd.openxmlformats-officedocument.theme+xml"/>
  <Override PartName="/ppt/theme/theme5.xml" ContentType="application/vnd.openxmlformats-officedocument.theme+xml"/>
  <Override PartName="/ppt/theme/theme14.xml" ContentType="application/vnd.openxmlformats-officedocument.theme+xml"/>
  <Override PartName="/ppt/theme/theme4.xml" ContentType="application/vnd.openxmlformats-officedocument.theme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13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8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_rels/presentation.xml.rels" ContentType="application/vnd.openxmlformats-package.relationships+xml"/>
  <Override PartName="/ppt/media/image1.jpeg" ContentType="image/jpeg"/>
  <Override PartName="/ppt/media/image3.svg" ContentType="image/svg"/>
  <Override PartName="/ppt/media/image6.png" ContentType="image/png"/>
  <Override PartName="/ppt/media/image10.png" ContentType="image/png"/>
  <Override PartName="/ppt/media/image2.png" ContentType="image/png"/>
  <Override PartName="/ppt/media/image4.jpeg" ContentType="image/jpeg"/>
  <Override PartName="/ppt/media/image5.png" ContentType="image/png"/>
  <Override PartName="/ppt/media/image7.png" ContentType="image/png"/>
  <Override PartName="/ppt/media/image11.png" ContentType="image/png"/>
  <Override PartName="/ppt/media/image8.png" ContentType="image/png"/>
  <Override PartName="/ppt/media/image9.png" ContentType="image/png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4" r:id="rId4"/>
    <p:sldMasterId id="2147483656" r:id="rId5"/>
    <p:sldMasterId id="2147483658" r:id="rId6"/>
    <p:sldMasterId id="2147483660" r:id="rId7"/>
    <p:sldMasterId id="2147483662" r:id="rId8"/>
    <p:sldMasterId id="2147483664" r:id="rId9"/>
    <p:sldMasterId id="2147483666" r:id="rId10"/>
    <p:sldMasterId id="2147483668" r:id="rId11"/>
    <p:sldMasterId id="2147483670" r:id="rId12"/>
    <p:sldMasterId id="2147483672" r:id="rId13"/>
    <p:sldMasterId id="2147483674" r:id="rId14"/>
    <p:sldMasterId id="2147483676" r:id="rId15"/>
    <p:sldMasterId id="2147483678" r:id="rId16"/>
    <p:sldMasterId id="2147483680" r:id="rId17"/>
    <p:sldMasterId id="2147483682" r:id="rId18"/>
  </p:sldMasterIdLst>
  <p:sldIdLst>
    <p:sldId id="256" r:id="rId19"/>
    <p:sldId id="257" r:id="rId20"/>
    <p:sldId id="258" r:id="rId21"/>
    <p:sldId id="259" r:id="rId22"/>
    <p:sldId id="260" r:id="rId23"/>
    <p:sldId id="261" r:id="rId24"/>
    <p:sldId id="262" r:id="rId25"/>
    <p:sldId id="263" r:id="rId26"/>
    <p:sldId id="264" r:id="rId27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468000" y="1800000"/>
            <a:ext cx="9070560" cy="32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FFE6BC8-6BC3-401F-B78D-7493F141F73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mediaAnd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95646F1-93BE-47D0-B46C-0AD399075AB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subTitle"/>
          </p:nvPr>
        </p:nvSpPr>
        <p:spPr>
          <a:xfrm>
            <a:off x="468000" y="1800000"/>
            <a:ext cx="9070560" cy="32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408160B-BEA9-40EC-AAB0-AAAD3BD38CA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EE311A8-2DA5-4328-BE9E-9FF1DB58940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/>
          </p:nvPr>
        </p:nvSpPr>
        <p:spPr>
          <a:xfrm>
            <a:off x="468000" y="1800000"/>
            <a:ext cx="9070560" cy="32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134D970-0090-499F-B9F5-FB2E12B8CFA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 type="subTitle"/>
          </p:nvPr>
        </p:nvSpPr>
        <p:spPr>
          <a:xfrm>
            <a:off x="468000" y="1800000"/>
            <a:ext cx="9070560" cy="32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9F26A90-B295-45BD-9CF1-30331F6EFC6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able of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/>
          </p:nvPr>
        </p:nvSpPr>
        <p:spPr>
          <a:xfrm>
            <a:off x="468000" y="1800000"/>
            <a:ext cx="9070560" cy="32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C22C7E17-9143-4ADE-AD9F-4DE90E474FA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468000" y="1800000"/>
            <a:ext cx="9070560" cy="32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CD50445B-F70F-4192-85AA-4CB2A381B82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Bulle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/>
          </p:nvPr>
        </p:nvSpPr>
        <p:spPr>
          <a:xfrm>
            <a:off x="468000" y="1800000"/>
            <a:ext cx="9070560" cy="32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44E7D74E-A935-4979-88E9-7CB400A77DB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E4A62692-5A2A-42C6-8E87-54C94797D6A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2"/>
          <p:cNvSpPr>
            <a:spLocks noGrp="1"/>
          </p:cNvSpPr>
          <p:nvPr>
            <p:ph/>
          </p:nvPr>
        </p:nvSpPr>
        <p:spPr>
          <a:xfrm>
            <a:off x="468000" y="1800000"/>
            <a:ext cx="9070560" cy="32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F34B8FDB-ECF1-4DA9-939E-C548C506C3E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D01A90A5-3BD7-4D44-A057-1A36C6A0ECF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Bulle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PlaceHolder 2"/>
          <p:cNvSpPr>
            <a:spLocks noGrp="1"/>
          </p:cNvSpPr>
          <p:nvPr>
            <p:ph/>
          </p:nvPr>
        </p:nvSpPr>
        <p:spPr>
          <a:xfrm>
            <a:off x="468000" y="1800000"/>
            <a:ext cx="9070560" cy="32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3D8EC3F5-F682-462E-A56C-99FDA1301D9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4CEE8633-8D05-4F6F-B4E9-15AC636F235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Jigsa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PlaceHolder 2"/>
          <p:cNvSpPr>
            <a:spLocks noGrp="1"/>
          </p:cNvSpPr>
          <p:nvPr>
            <p:ph/>
          </p:nvPr>
        </p:nvSpPr>
        <p:spPr>
          <a:xfrm>
            <a:off x="468000" y="1800000"/>
            <a:ext cx="9070560" cy="32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E4388BAB-51E6-4A88-B342-FCCD899B1E0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AED6FBAA-48EB-474B-BD4F-2CF1592FBCB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Bulle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PlaceHolder 2"/>
          <p:cNvSpPr>
            <a:spLocks noGrp="1"/>
          </p:cNvSpPr>
          <p:nvPr>
            <p:ph/>
          </p:nvPr>
        </p:nvSpPr>
        <p:spPr>
          <a:xfrm>
            <a:off x="468000" y="1800000"/>
            <a:ext cx="9070560" cy="32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F84D213E-BA7B-4D89-B0DA-A2D10B6892D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CB97E1FB-FF8C-4F09-9061-0FFF0C8E536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PlaceHolder 2"/>
          <p:cNvSpPr>
            <a:spLocks noGrp="1"/>
          </p:cNvSpPr>
          <p:nvPr>
            <p:ph/>
          </p:nvPr>
        </p:nvSpPr>
        <p:spPr>
          <a:xfrm>
            <a:off x="468000" y="1800000"/>
            <a:ext cx="9070560" cy="32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78A4C41C-6359-4629-92C4-06DCB957673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7199275D-EA6E-4D70-A1FC-0E5B34AD1AC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5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6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1.jpeg"/><Relationship Id="rId3" Type="http://schemas.openxmlformats.org/officeDocument/2006/relationships/image" Target="../media/image1.jpeg"/><Relationship Id="rId4" Type="http://schemas.openxmlformats.org/officeDocument/2006/relationships/image" Target="../media/image1.jpeg"/><Relationship Id="rId5" Type="http://schemas.openxmlformats.org/officeDocument/2006/relationships/image" Target="../media/image1.jpeg"/><Relationship Id="rId6" Type="http://schemas.openxmlformats.org/officeDocument/2006/relationships/image" Target="../media/image1.jpeg"/><Relationship Id="rId7" Type="http://schemas.openxmlformats.org/officeDocument/2006/relationships/image" Target="../media/image1.jpeg"/><Relationship Id="rId8" Type="http://schemas.openxmlformats.org/officeDocument/2006/relationships/image" Target="../media/image1.jpeg"/><Relationship Id="rId9" Type="http://schemas.openxmlformats.org/officeDocument/2006/relationships/image" Target="../media/image1.jpeg"/><Relationship Id="rId10" Type="http://schemas.openxmlformats.org/officeDocument/2006/relationships/image" Target="../media/image1.jpeg"/><Relationship Id="rId11" Type="http://schemas.openxmlformats.org/officeDocument/2006/relationships/image" Target="../media/image1.jpeg"/><Relationship Id="rId12" Type="http://schemas.openxmlformats.org/officeDocument/2006/relationships/image" Target="../media/image1.jpeg"/><Relationship Id="rId13" Type="http://schemas.openxmlformats.org/officeDocument/2006/relationships/image" Target="../media/image1.jpeg"/><Relationship Id="rId14" Type="http://schemas.openxmlformats.org/officeDocument/2006/relationships/image" Target="../media/image2.png"/><Relationship Id="rId15" Type="http://schemas.openxmlformats.org/officeDocument/2006/relationships/image" Target="../media/image3.svg"/><Relationship Id="rId16" Type="http://schemas.openxmlformats.org/officeDocument/2006/relationships/slideLayout" Target="../slideLayouts/slideLayout7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1.jpeg"/><Relationship Id="rId3" Type="http://schemas.openxmlformats.org/officeDocument/2006/relationships/image" Target="../media/image1.jpeg"/><Relationship Id="rId4" Type="http://schemas.openxmlformats.org/officeDocument/2006/relationships/image" Target="../media/image1.jpeg"/><Relationship Id="rId5" Type="http://schemas.openxmlformats.org/officeDocument/2006/relationships/image" Target="../media/image1.jpeg"/><Relationship Id="rId6" Type="http://schemas.openxmlformats.org/officeDocument/2006/relationships/image" Target="../media/image1.jpeg"/><Relationship Id="rId7" Type="http://schemas.openxmlformats.org/officeDocument/2006/relationships/image" Target="../media/image1.jpeg"/><Relationship Id="rId8" Type="http://schemas.openxmlformats.org/officeDocument/2006/relationships/slideLayout" Target="../slideLayouts/slideLayout8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9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10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11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2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3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4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image" Target="../media/image1.jpeg"/><Relationship Id="rId3" Type="http://schemas.openxmlformats.org/officeDocument/2006/relationships/image" Target="../media/image4.jpeg"/><Relationship Id="rId4" Type="http://schemas.openxmlformats.org/officeDocument/2006/relationships/image" Target="../media/image4.jpeg"/><Relationship Id="rId5" Type="http://schemas.openxmlformats.org/officeDocument/2006/relationships/image" Target="../media/image1.jpeg"/><Relationship Id="rId6" Type="http://schemas.openxmlformats.org/officeDocument/2006/relationships/image" Target="../media/image1.jpeg"/><Relationship Id="rId7" Type="http://schemas.openxmlformats.org/officeDocument/2006/relationships/image" Target="../media/image1.jpeg"/><Relationship Id="rId8" Type="http://schemas.openxmlformats.org/officeDocument/2006/relationships/slideLayout" Target="../slideLayouts/slideLayout15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image" Target="../media/image1.jpeg"/><Relationship Id="rId3" Type="http://schemas.openxmlformats.org/officeDocument/2006/relationships/image" Target="../media/image4.jpeg"/><Relationship Id="rId4" Type="http://schemas.openxmlformats.org/officeDocument/2006/relationships/image" Target="../media/image4.jpeg"/><Relationship Id="rId5" Type="http://schemas.openxmlformats.org/officeDocument/2006/relationships/image" Target="../media/image1.jpeg"/><Relationship Id="rId6" Type="http://schemas.openxmlformats.org/officeDocument/2006/relationships/image" Target="../media/image1.jpeg"/><Relationship Id="rId7" Type="http://schemas.openxmlformats.org/officeDocument/2006/relationships/image" Target="../media/image1.jpeg"/><Relationship Id="rId8" Type="http://schemas.openxmlformats.org/officeDocument/2006/relationships/slideLayout" Target="../slideLayouts/slideLayout16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image" Target="../media/image1.jpeg"/><Relationship Id="rId3" Type="http://schemas.openxmlformats.org/officeDocument/2006/relationships/image" Target="../media/image1.jpeg"/><Relationship Id="rId4" Type="http://schemas.openxmlformats.org/officeDocument/2006/relationships/image" Target="../media/image1.jpeg"/><Relationship Id="rId5" Type="http://schemas.openxmlformats.org/officeDocument/2006/relationships/image" Target="../media/image1.jpeg"/><Relationship Id="rId6" Type="http://schemas.openxmlformats.org/officeDocument/2006/relationships/image" Target="../media/image1.jpeg"/><Relationship Id="rId7" Type="http://schemas.openxmlformats.org/officeDocument/2006/relationships/image" Target="../media/image1.jpeg"/><Relationship Id="rId8" Type="http://schemas.openxmlformats.org/officeDocument/2006/relationships/image" Target="../media/image1.jpeg"/><Relationship Id="rId9" Type="http://schemas.openxmlformats.org/officeDocument/2006/relationships/image" Target="../media/image1.jpeg"/><Relationship Id="rId10" Type="http://schemas.openxmlformats.org/officeDocument/2006/relationships/image" Target="../media/image1.jpeg"/><Relationship Id="rId11" Type="http://schemas.openxmlformats.org/officeDocument/2006/relationships/image" Target="../media/image1.jpeg"/><Relationship Id="rId12" Type="http://schemas.openxmlformats.org/officeDocument/2006/relationships/image" Target="../media/image1.jpeg"/><Relationship Id="rId13" Type="http://schemas.openxmlformats.org/officeDocument/2006/relationships/image" Target="../media/image1.jpeg"/><Relationship Id="rId14" Type="http://schemas.openxmlformats.org/officeDocument/2006/relationships/image" Target="../media/image1.jpeg"/><Relationship Id="rId15" Type="http://schemas.openxmlformats.org/officeDocument/2006/relationships/image" Target="../media/image1.jpeg"/><Relationship Id="rId16" Type="http://schemas.openxmlformats.org/officeDocument/2006/relationships/image" Target="../media/image1.jpeg"/><Relationship Id="rId17" Type="http://schemas.openxmlformats.org/officeDocument/2006/relationships/image" Target="../media/image1.jpeg"/><Relationship Id="rId18" Type="http://schemas.openxmlformats.org/officeDocument/2006/relationships/image" Target="../media/image1.jpeg"/><Relationship Id="rId19" Type="http://schemas.openxmlformats.org/officeDocument/2006/relationships/image" Target="../media/image1.jpeg"/><Relationship Id="rId20" Type="http://schemas.openxmlformats.org/officeDocument/2006/relationships/image" Target="../media/image1.jpeg"/><Relationship Id="rId21" Type="http://schemas.openxmlformats.org/officeDocument/2006/relationships/image" Target="../media/image1.jpeg"/><Relationship Id="rId22" Type="http://schemas.openxmlformats.org/officeDocument/2006/relationships/image" Target="../media/image1.jpeg"/><Relationship Id="rId23" Type="http://schemas.openxmlformats.org/officeDocument/2006/relationships/image" Target="../media/image1.jpeg"/><Relationship Id="rId24" Type="http://schemas.openxmlformats.org/officeDocument/2006/relationships/image" Target="../media/image1.jpeg"/><Relationship Id="rId25" Type="http://schemas.openxmlformats.org/officeDocument/2006/relationships/image" Target="../media/image1.jpeg"/><Relationship Id="rId26" Type="http://schemas.openxmlformats.org/officeDocument/2006/relationships/slideLayout" Target="../slideLayouts/slideLayout17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1.jpeg"/><Relationship Id="rId3" Type="http://schemas.openxmlformats.org/officeDocument/2006/relationships/image" Target="../media/image1.jpeg"/><Relationship Id="rId4" Type="http://schemas.openxmlformats.org/officeDocument/2006/relationships/image" Target="../media/image1.jpeg"/><Relationship Id="rId5" Type="http://schemas.openxmlformats.org/officeDocument/2006/relationships/image" Target="../media/image1.jpeg"/><Relationship Id="rId6" Type="http://schemas.openxmlformats.org/officeDocument/2006/relationships/image" Target="../media/image1.jpeg"/><Relationship Id="rId7" Type="http://schemas.openxmlformats.org/officeDocument/2006/relationships/image" Target="../media/image1.jpeg"/><Relationship Id="rId8" Type="http://schemas.openxmlformats.org/officeDocument/2006/relationships/image" Target="../media/image1.jpeg"/><Relationship Id="rId9" Type="http://schemas.openxmlformats.org/officeDocument/2006/relationships/image" Target="../media/image1.jpeg"/><Relationship Id="rId10" Type="http://schemas.openxmlformats.org/officeDocument/2006/relationships/image" Target="../media/image1.jpeg"/><Relationship Id="rId11" Type="http://schemas.openxmlformats.org/officeDocument/2006/relationships/image" Target="../media/image1.jpeg"/><Relationship Id="rId12" Type="http://schemas.openxmlformats.org/officeDocument/2006/relationships/image" Target="../media/image1.jpeg"/><Relationship Id="rId13" Type="http://schemas.openxmlformats.org/officeDocument/2006/relationships/image" Target="../media/image1.jpeg"/><Relationship Id="rId14" Type="http://schemas.openxmlformats.org/officeDocument/2006/relationships/image" Target="../media/image1.jpeg"/><Relationship Id="rId15" Type="http://schemas.openxmlformats.org/officeDocument/2006/relationships/image" Target="../media/image1.jpeg"/><Relationship Id="rId16" Type="http://schemas.openxmlformats.org/officeDocument/2006/relationships/image" Target="../media/image1.jpeg"/><Relationship Id="rId17" Type="http://schemas.openxmlformats.org/officeDocument/2006/relationships/image" Target="../media/image1.jpeg"/><Relationship Id="rId18" Type="http://schemas.openxmlformats.org/officeDocument/2006/relationships/image" Target="../media/image1.jpeg"/><Relationship Id="rId19" Type="http://schemas.openxmlformats.org/officeDocument/2006/relationships/image" Target="../media/image1.jpeg"/><Relationship Id="rId20" Type="http://schemas.openxmlformats.org/officeDocument/2006/relationships/image" Target="../media/image1.jpeg"/><Relationship Id="rId21" Type="http://schemas.openxmlformats.org/officeDocument/2006/relationships/image" Target="../media/image1.jpeg"/><Relationship Id="rId22" Type="http://schemas.openxmlformats.org/officeDocument/2006/relationships/image" Target="../media/image1.jpeg"/><Relationship Id="rId23" Type="http://schemas.openxmlformats.org/officeDocument/2006/relationships/image" Target="../media/image1.jpeg"/><Relationship Id="rId24" Type="http://schemas.openxmlformats.org/officeDocument/2006/relationships/image" Target="../media/image1.jpeg"/><Relationship Id="rId25" Type="http://schemas.openxmlformats.org/officeDocument/2006/relationships/image" Target="../media/image1.jpeg"/><Relationship Id="rId26" Type="http://schemas.openxmlformats.org/officeDocument/2006/relationships/slideLayout" Target="../slideLayouts/slideLayout18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0" name=""/>
          <p:cNvGrpSpPr/>
          <p:nvPr/>
        </p:nvGrpSpPr>
        <p:grpSpPr>
          <a:xfrm>
            <a:off x="0" y="0"/>
            <a:ext cx="10079280" cy="4113360"/>
            <a:chOff x="0" y="0"/>
            <a:chExt cx="10079280" cy="4113360"/>
          </a:xfrm>
        </p:grpSpPr>
        <p:sp>
          <p:nvSpPr>
            <p:cNvPr id="1" name=""/>
            <p:cNvSpPr/>
            <p:nvPr/>
          </p:nvSpPr>
          <p:spPr>
            <a:xfrm>
              <a:off x="0" y="0"/>
              <a:ext cx="10079280" cy="4113360"/>
            </a:xfrm>
            <a:prstGeom prst="rect">
              <a:avLst/>
            </a:prstGeom>
            <a:solidFill>
              <a:srgbClr val="e9ece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2" name=""/>
            <p:cNvSpPr/>
            <p:nvPr/>
          </p:nvSpPr>
          <p:spPr>
            <a:xfrm>
              <a:off x="0" y="0"/>
              <a:ext cx="10079280" cy="4113360"/>
            </a:xfrm>
            <a:prstGeom prst="rect">
              <a:avLst/>
            </a:prstGeom>
            <a:solidFill>
              <a:srgbClr val="e9ece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" name=""/>
            <p:cNvSpPr/>
            <p:nvPr/>
          </p:nvSpPr>
          <p:spPr>
            <a:xfrm>
              <a:off x="0" y="1280160"/>
              <a:ext cx="1553040" cy="638640"/>
            </a:xfrm>
            <a:prstGeom prst="rect">
              <a:avLst/>
            </a:prstGeom>
            <a:solidFill>
              <a:srgbClr val="343a40">
                <a:alpha val="20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4" name=""/>
            <p:cNvSpPr/>
            <p:nvPr/>
          </p:nvSpPr>
          <p:spPr>
            <a:xfrm>
              <a:off x="914400" y="1920240"/>
              <a:ext cx="1278720" cy="1827360"/>
            </a:xfrm>
            <a:prstGeom prst="rect">
              <a:avLst/>
            </a:prstGeom>
            <a:solidFill>
              <a:srgbClr val="ced4d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5" name=""/>
            <p:cNvSpPr/>
            <p:nvPr/>
          </p:nvSpPr>
          <p:spPr>
            <a:xfrm>
              <a:off x="2194560" y="548640"/>
              <a:ext cx="1278720" cy="1827360"/>
            </a:xfrm>
            <a:prstGeom prst="rect">
              <a:avLst/>
            </a:prstGeom>
            <a:solidFill>
              <a:srgbClr val="dee2e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6" name=""/>
            <p:cNvSpPr/>
            <p:nvPr/>
          </p:nvSpPr>
          <p:spPr>
            <a:xfrm>
              <a:off x="3474720" y="1188720"/>
              <a:ext cx="364320" cy="364320"/>
            </a:xfrm>
            <a:prstGeom prst="rect">
              <a:avLst/>
            </a:prstGeom>
            <a:solidFill>
              <a:srgbClr val="adb5b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7" name=""/>
            <p:cNvSpPr/>
            <p:nvPr/>
          </p:nvSpPr>
          <p:spPr>
            <a:xfrm>
              <a:off x="4206240" y="0"/>
              <a:ext cx="1461600" cy="912960"/>
            </a:xfrm>
            <a:prstGeom prst="rect">
              <a:avLst/>
            </a:prstGeom>
            <a:solidFill>
              <a:srgbClr val="6c757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8" name=""/>
            <p:cNvSpPr/>
            <p:nvPr/>
          </p:nvSpPr>
          <p:spPr>
            <a:xfrm>
              <a:off x="4663440" y="914400"/>
              <a:ext cx="1004400" cy="455760"/>
            </a:xfrm>
            <a:prstGeom prst="rect">
              <a:avLst/>
            </a:prstGeom>
            <a:solidFill>
              <a:srgbClr val="dee2e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9" name=""/>
            <p:cNvSpPr/>
            <p:nvPr/>
          </p:nvSpPr>
          <p:spPr>
            <a:xfrm>
              <a:off x="3474720" y="1737360"/>
              <a:ext cx="3107520" cy="1004400"/>
            </a:xfrm>
            <a:prstGeom prst="rect">
              <a:avLst/>
            </a:prstGeom>
            <a:solidFill>
              <a:srgbClr val="ced4d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10" name=""/>
            <p:cNvSpPr/>
            <p:nvPr/>
          </p:nvSpPr>
          <p:spPr>
            <a:xfrm>
              <a:off x="4114800" y="2743200"/>
              <a:ext cx="1461600" cy="1004400"/>
            </a:xfrm>
            <a:prstGeom prst="rect">
              <a:avLst/>
            </a:prstGeom>
            <a:solidFill>
              <a:srgbClr val="adb5b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11" name=""/>
            <p:cNvSpPr/>
            <p:nvPr/>
          </p:nvSpPr>
          <p:spPr>
            <a:xfrm>
              <a:off x="6583680" y="1463040"/>
              <a:ext cx="1553040" cy="455760"/>
            </a:xfrm>
            <a:prstGeom prst="rect">
              <a:avLst/>
            </a:prstGeom>
            <a:solidFill>
              <a:srgbClr val="b2b2b2">
                <a:alpha val="65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12" name=""/>
            <p:cNvSpPr/>
            <p:nvPr/>
          </p:nvSpPr>
          <p:spPr>
            <a:xfrm>
              <a:off x="7315200" y="1920240"/>
              <a:ext cx="1461600" cy="1644480"/>
            </a:xfrm>
            <a:prstGeom prst="rect">
              <a:avLst/>
            </a:prstGeom>
            <a:solidFill>
              <a:srgbClr val="b2b2b2">
                <a:alpha val="35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13" name=""/>
            <p:cNvSpPr/>
            <p:nvPr/>
          </p:nvSpPr>
          <p:spPr>
            <a:xfrm>
              <a:off x="2743200" y="2377440"/>
              <a:ext cx="547200" cy="821520"/>
            </a:xfrm>
            <a:prstGeom prst="rect">
              <a:avLst/>
            </a:prstGeom>
            <a:solidFill>
              <a:srgbClr val="f4f4f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14" name=""/>
            <p:cNvSpPr/>
            <p:nvPr/>
          </p:nvSpPr>
          <p:spPr>
            <a:xfrm>
              <a:off x="8595360" y="0"/>
              <a:ext cx="1483920" cy="1461600"/>
            </a:xfrm>
            <a:prstGeom prst="rect">
              <a:avLst/>
            </a:prstGeom>
            <a:solidFill>
              <a:srgbClr val="ddddd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15" name=""/>
            <p:cNvSpPr/>
            <p:nvPr/>
          </p:nvSpPr>
          <p:spPr>
            <a:xfrm>
              <a:off x="6766560" y="0"/>
              <a:ext cx="272880" cy="1004400"/>
            </a:xfrm>
            <a:prstGeom prst="rect">
              <a:avLst/>
            </a:prstGeom>
            <a:solidFill>
              <a:srgbClr val="2f4550">
                <a:alpha val="50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16" name=""/>
            <p:cNvSpPr/>
            <p:nvPr/>
          </p:nvSpPr>
          <p:spPr>
            <a:xfrm>
              <a:off x="1554480" y="0"/>
              <a:ext cx="181440" cy="912960"/>
            </a:xfrm>
            <a:prstGeom prst="rect">
              <a:avLst/>
            </a:prstGeom>
            <a:solidFill>
              <a:srgbClr val="80808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17" name=""/>
            <p:cNvSpPr/>
            <p:nvPr/>
          </p:nvSpPr>
          <p:spPr>
            <a:xfrm>
              <a:off x="0" y="3017520"/>
              <a:ext cx="364320" cy="1095840"/>
            </a:xfrm>
            <a:prstGeom prst="rect">
              <a:avLst/>
            </a:prstGeom>
            <a:solidFill>
              <a:srgbClr val="f4f4f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18" name=""/>
            <p:cNvSpPr/>
            <p:nvPr/>
          </p:nvSpPr>
          <p:spPr>
            <a:xfrm>
              <a:off x="9601200" y="2560320"/>
              <a:ext cx="364320" cy="1553040"/>
            </a:xfrm>
            <a:prstGeom prst="rect">
              <a:avLst/>
            </a:prstGeom>
            <a:solidFill>
              <a:srgbClr val="b2b2b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19" name=""/>
            <p:cNvSpPr/>
            <p:nvPr/>
          </p:nvSpPr>
          <p:spPr>
            <a:xfrm>
              <a:off x="8778240" y="1828800"/>
              <a:ext cx="364320" cy="364320"/>
            </a:xfrm>
            <a:prstGeom prst="rect">
              <a:avLst/>
            </a:prstGeom>
            <a:solidFill>
              <a:srgbClr val="adb5b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</p:grpSp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468000" y="1800000"/>
            <a:ext cx="9070560" cy="32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ftr" idx="1"/>
          </p:nvPr>
        </p:nvSpPr>
        <p:spPr>
          <a:xfrm>
            <a:off x="3442680" y="516600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Noto Sans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sldNum" idx="2"/>
          </p:nvPr>
        </p:nvSpPr>
        <p:spPr>
          <a:xfrm>
            <a:off x="722736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0491267-7343-4070-B25A-EFE4EAD0C05D}" type="slidenum">
              <a:rPr b="0" lang="en-US" sz="1400" spc="-1" strike="noStrike">
                <a:solidFill>
                  <a:srgbClr val="000000"/>
                </a:solidFill>
                <a:latin typeface="Noto Sans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dt" idx="3"/>
          </p:nvPr>
        </p:nvSpPr>
        <p:spPr>
          <a:xfrm>
            <a:off x="46800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"/>
          <p:cNvGrpSpPr/>
          <p:nvPr/>
        </p:nvGrpSpPr>
        <p:grpSpPr>
          <a:xfrm>
            <a:off x="0" y="0"/>
            <a:ext cx="10079280" cy="4113360"/>
            <a:chOff x="0" y="0"/>
            <a:chExt cx="10079280" cy="4113360"/>
          </a:xfrm>
        </p:grpSpPr>
        <p:sp>
          <p:nvSpPr>
            <p:cNvPr id="28" name=""/>
            <p:cNvSpPr/>
            <p:nvPr/>
          </p:nvSpPr>
          <p:spPr>
            <a:xfrm>
              <a:off x="0" y="0"/>
              <a:ext cx="10079280" cy="4113360"/>
            </a:xfrm>
            <a:prstGeom prst="rect">
              <a:avLst/>
            </a:prstGeom>
            <a:solidFill>
              <a:srgbClr val="e9ece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29" name=""/>
            <p:cNvSpPr/>
            <p:nvPr/>
          </p:nvSpPr>
          <p:spPr>
            <a:xfrm>
              <a:off x="0" y="0"/>
              <a:ext cx="10079280" cy="4113360"/>
            </a:xfrm>
            <a:prstGeom prst="rect">
              <a:avLst/>
            </a:prstGeom>
            <a:solidFill>
              <a:srgbClr val="e9ece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0" name=""/>
            <p:cNvSpPr/>
            <p:nvPr/>
          </p:nvSpPr>
          <p:spPr>
            <a:xfrm>
              <a:off x="0" y="1280160"/>
              <a:ext cx="1553040" cy="638640"/>
            </a:xfrm>
            <a:prstGeom prst="rect">
              <a:avLst/>
            </a:prstGeom>
            <a:solidFill>
              <a:srgbClr val="343a40">
                <a:alpha val="20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31" name=""/>
            <p:cNvSpPr/>
            <p:nvPr/>
          </p:nvSpPr>
          <p:spPr>
            <a:xfrm>
              <a:off x="914400" y="1920240"/>
              <a:ext cx="1278720" cy="1827360"/>
            </a:xfrm>
            <a:prstGeom prst="rect">
              <a:avLst/>
            </a:prstGeom>
            <a:solidFill>
              <a:srgbClr val="ced4d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2" name=""/>
            <p:cNvSpPr/>
            <p:nvPr/>
          </p:nvSpPr>
          <p:spPr>
            <a:xfrm>
              <a:off x="2194560" y="548640"/>
              <a:ext cx="1278720" cy="1827360"/>
            </a:xfrm>
            <a:prstGeom prst="rect">
              <a:avLst/>
            </a:prstGeom>
            <a:solidFill>
              <a:srgbClr val="dee2e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3" name=""/>
            <p:cNvSpPr/>
            <p:nvPr/>
          </p:nvSpPr>
          <p:spPr>
            <a:xfrm>
              <a:off x="3474720" y="1188720"/>
              <a:ext cx="364320" cy="364320"/>
            </a:xfrm>
            <a:prstGeom prst="rect">
              <a:avLst/>
            </a:prstGeom>
            <a:solidFill>
              <a:srgbClr val="adb5b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4" name=""/>
            <p:cNvSpPr/>
            <p:nvPr/>
          </p:nvSpPr>
          <p:spPr>
            <a:xfrm>
              <a:off x="4206240" y="0"/>
              <a:ext cx="1461600" cy="912960"/>
            </a:xfrm>
            <a:prstGeom prst="rect">
              <a:avLst/>
            </a:prstGeom>
            <a:solidFill>
              <a:srgbClr val="6c757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35" name=""/>
            <p:cNvSpPr/>
            <p:nvPr/>
          </p:nvSpPr>
          <p:spPr>
            <a:xfrm>
              <a:off x="4663440" y="914400"/>
              <a:ext cx="1004400" cy="455760"/>
            </a:xfrm>
            <a:prstGeom prst="rect">
              <a:avLst/>
            </a:prstGeom>
            <a:solidFill>
              <a:srgbClr val="dee2e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6" name=""/>
            <p:cNvSpPr/>
            <p:nvPr/>
          </p:nvSpPr>
          <p:spPr>
            <a:xfrm>
              <a:off x="3474720" y="1737360"/>
              <a:ext cx="3107520" cy="1004400"/>
            </a:xfrm>
            <a:prstGeom prst="rect">
              <a:avLst/>
            </a:prstGeom>
            <a:solidFill>
              <a:srgbClr val="ced4d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7" name=""/>
            <p:cNvSpPr/>
            <p:nvPr/>
          </p:nvSpPr>
          <p:spPr>
            <a:xfrm>
              <a:off x="4114800" y="2743200"/>
              <a:ext cx="1461600" cy="1004400"/>
            </a:xfrm>
            <a:prstGeom prst="rect">
              <a:avLst/>
            </a:prstGeom>
            <a:solidFill>
              <a:srgbClr val="adb5b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8" name=""/>
            <p:cNvSpPr/>
            <p:nvPr/>
          </p:nvSpPr>
          <p:spPr>
            <a:xfrm>
              <a:off x="6583680" y="1463040"/>
              <a:ext cx="1553040" cy="455760"/>
            </a:xfrm>
            <a:prstGeom prst="rect">
              <a:avLst/>
            </a:prstGeom>
            <a:solidFill>
              <a:srgbClr val="b2b2b2">
                <a:alpha val="65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9" name=""/>
            <p:cNvSpPr/>
            <p:nvPr/>
          </p:nvSpPr>
          <p:spPr>
            <a:xfrm>
              <a:off x="7315200" y="1920240"/>
              <a:ext cx="1461600" cy="1644480"/>
            </a:xfrm>
            <a:prstGeom prst="rect">
              <a:avLst/>
            </a:prstGeom>
            <a:solidFill>
              <a:srgbClr val="b2b2b2">
                <a:alpha val="35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40" name=""/>
            <p:cNvSpPr/>
            <p:nvPr/>
          </p:nvSpPr>
          <p:spPr>
            <a:xfrm>
              <a:off x="2743200" y="2377440"/>
              <a:ext cx="547200" cy="821520"/>
            </a:xfrm>
            <a:prstGeom prst="rect">
              <a:avLst/>
            </a:prstGeom>
            <a:solidFill>
              <a:srgbClr val="f4f4f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41" name=""/>
            <p:cNvSpPr/>
            <p:nvPr/>
          </p:nvSpPr>
          <p:spPr>
            <a:xfrm>
              <a:off x="8595360" y="0"/>
              <a:ext cx="1483920" cy="1461600"/>
            </a:xfrm>
            <a:prstGeom prst="rect">
              <a:avLst/>
            </a:prstGeom>
            <a:solidFill>
              <a:srgbClr val="ddddd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42" name=""/>
            <p:cNvSpPr/>
            <p:nvPr/>
          </p:nvSpPr>
          <p:spPr>
            <a:xfrm>
              <a:off x="6766560" y="0"/>
              <a:ext cx="272880" cy="1004400"/>
            </a:xfrm>
            <a:prstGeom prst="rect">
              <a:avLst/>
            </a:prstGeom>
            <a:solidFill>
              <a:srgbClr val="2f4550">
                <a:alpha val="50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43" name=""/>
            <p:cNvSpPr/>
            <p:nvPr/>
          </p:nvSpPr>
          <p:spPr>
            <a:xfrm>
              <a:off x="1554480" y="0"/>
              <a:ext cx="181440" cy="912960"/>
            </a:xfrm>
            <a:prstGeom prst="rect">
              <a:avLst/>
            </a:prstGeom>
            <a:solidFill>
              <a:srgbClr val="80808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44" name=""/>
            <p:cNvSpPr/>
            <p:nvPr/>
          </p:nvSpPr>
          <p:spPr>
            <a:xfrm>
              <a:off x="0" y="3017520"/>
              <a:ext cx="364320" cy="1095840"/>
            </a:xfrm>
            <a:prstGeom prst="rect">
              <a:avLst/>
            </a:prstGeom>
            <a:solidFill>
              <a:srgbClr val="f4f4f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45" name=""/>
            <p:cNvSpPr/>
            <p:nvPr/>
          </p:nvSpPr>
          <p:spPr>
            <a:xfrm>
              <a:off x="9601200" y="2560320"/>
              <a:ext cx="364320" cy="1553040"/>
            </a:xfrm>
            <a:prstGeom prst="rect">
              <a:avLst/>
            </a:prstGeom>
            <a:solidFill>
              <a:srgbClr val="b2b2b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46" name=""/>
            <p:cNvSpPr/>
            <p:nvPr/>
          </p:nvSpPr>
          <p:spPr>
            <a:xfrm>
              <a:off x="8778240" y="1828800"/>
              <a:ext cx="364320" cy="364320"/>
            </a:xfrm>
            <a:prstGeom prst="rect">
              <a:avLst/>
            </a:prstGeom>
            <a:solidFill>
              <a:srgbClr val="adb5b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</p:grpSp>
      <p:sp>
        <p:nvSpPr>
          <p:cNvPr id="47" name="PlaceHolder 1"/>
          <p:cNvSpPr>
            <a:spLocks noGrp="1"/>
          </p:cNvSpPr>
          <p:nvPr>
            <p:ph type="ftr" idx="4"/>
          </p:nvPr>
        </p:nvSpPr>
        <p:spPr>
          <a:xfrm>
            <a:off x="3442680" y="516600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Noto Sans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sldNum" idx="5"/>
          </p:nvPr>
        </p:nvSpPr>
        <p:spPr>
          <a:xfrm>
            <a:off x="722736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68A21F9-DD3C-4378-83AD-7D081F1B748E}" type="slidenum">
              <a:rPr b="0" lang="en-US" sz="1400" spc="-1" strike="noStrike">
                <a:solidFill>
                  <a:srgbClr val="000000"/>
                </a:solidFill>
                <a:latin typeface="Noto Sans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dt" idx="6"/>
          </p:nvPr>
        </p:nvSpPr>
        <p:spPr>
          <a:xfrm>
            <a:off x="46800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  <p:sldLayoutId id="2147483652" r:id="rId3"/>
    <p:sldLayoutId id="2147483653" r:id="rId4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"/>
          <p:cNvGrpSpPr/>
          <p:nvPr/>
        </p:nvGrpSpPr>
        <p:grpSpPr>
          <a:xfrm>
            <a:off x="0" y="0"/>
            <a:ext cx="10079280" cy="4113360"/>
            <a:chOff x="0" y="0"/>
            <a:chExt cx="10079280" cy="4113360"/>
          </a:xfrm>
        </p:grpSpPr>
        <p:sp>
          <p:nvSpPr>
            <p:cNvPr id="55" name=""/>
            <p:cNvSpPr/>
            <p:nvPr/>
          </p:nvSpPr>
          <p:spPr>
            <a:xfrm>
              <a:off x="0" y="0"/>
              <a:ext cx="10079280" cy="4113360"/>
            </a:xfrm>
            <a:prstGeom prst="rect">
              <a:avLst/>
            </a:prstGeom>
            <a:solidFill>
              <a:srgbClr val="e9ece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56" name=""/>
            <p:cNvSpPr/>
            <p:nvPr/>
          </p:nvSpPr>
          <p:spPr>
            <a:xfrm>
              <a:off x="0" y="0"/>
              <a:ext cx="10079280" cy="4113360"/>
            </a:xfrm>
            <a:prstGeom prst="rect">
              <a:avLst/>
            </a:prstGeom>
            <a:solidFill>
              <a:srgbClr val="e9ece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57" name=""/>
            <p:cNvSpPr/>
            <p:nvPr/>
          </p:nvSpPr>
          <p:spPr>
            <a:xfrm>
              <a:off x="0" y="1280160"/>
              <a:ext cx="1553040" cy="638640"/>
            </a:xfrm>
            <a:prstGeom prst="rect">
              <a:avLst/>
            </a:prstGeom>
            <a:solidFill>
              <a:srgbClr val="343a40">
                <a:alpha val="20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58" name=""/>
            <p:cNvSpPr/>
            <p:nvPr/>
          </p:nvSpPr>
          <p:spPr>
            <a:xfrm>
              <a:off x="914400" y="1920240"/>
              <a:ext cx="1278720" cy="1827360"/>
            </a:xfrm>
            <a:prstGeom prst="rect">
              <a:avLst/>
            </a:prstGeom>
            <a:solidFill>
              <a:srgbClr val="ced4d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59" name=""/>
            <p:cNvSpPr/>
            <p:nvPr/>
          </p:nvSpPr>
          <p:spPr>
            <a:xfrm>
              <a:off x="2194560" y="548640"/>
              <a:ext cx="1278720" cy="1827360"/>
            </a:xfrm>
            <a:prstGeom prst="rect">
              <a:avLst/>
            </a:prstGeom>
            <a:solidFill>
              <a:srgbClr val="dee2e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60" name=""/>
            <p:cNvSpPr/>
            <p:nvPr/>
          </p:nvSpPr>
          <p:spPr>
            <a:xfrm>
              <a:off x="3474720" y="1188720"/>
              <a:ext cx="364320" cy="364320"/>
            </a:xfrm>
            <a:prstGeom prst="rect">
              <a:avLst/>
            </a:prstGeom>
            <a:solidFill>
              <a:srgbClr val="adb5b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61" name=""/>
            <p:cNvSpPr/>
            <p:nvPr/>
          </p:nvSpPr>
          <p:spPr>
            <a:xfrm>
              <a:off x="4206240" y="0"/>
              <a:ext cx="1461600" cy="912960"/>
            </a:xfrm>
            <a:prstGeom prst="rect">
              <a:avLst/>
            </a:prstGeom>
            <a:solidFill>
              <a:srgbClr val="6c757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62" name=""/>
            <p:cNvSpPr/>
            <p:nvPr/>
          </p:nvSpPr>
          <p:spPr>
            <a:xfrm>
              <a:off x="4663440" y="914400"/>
              <a:ext cx="1004400" cy="455760"/>
            </a:xfrm>
            <a:prstGeom prst="rect">
              <a:avLst/>
            </a:prstGeom>
            <a:solidFill>
              <a:srgbClr val="dee2e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63" name=""/>
            <p:cNvSpPr/>
            <p:nvPr/>
          </p:nvSpPr>
          <p:spPr>
            <a:xfrm>
              <a:off x="3474720" y="1737360"/>
              <a:ext cx="3107520" cy="1004400"/>
            </a:xfrm>
            <a:prstGeom prst="rect">
              <a:avLst/>
            </a:prstGeom>
            <a:solidFill>
              <a:srgbClr val="ced4d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64" name=""/>
            <p:cNvSpPr/>
            <p:nvPr/>
          </p:nvSpPr>
          <p:spPr>
            <a:xfrm>
              <a:off x="4114800" y="2743200"/>
              <a:ext cx="1461600" cy="1004400"/>
            </a:xfrm>
            <a:prstGeom prst="rect">
              <a:avLst/>
            </a:prstGeom>
            <a:solidFill>
              <a:srgbClr val="adb5b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65" name=""/>
            <p:cNvSpPr/>
            <p:nvPr/>
          </p:nvSpPr>
          <p:spPr>
            <a:xfrm>
              <a:off x="6583680" y="1463040"/>
              <a:ext cx="1553040" cy="455760"/>
            </a:xfrm>
            <a:prstGeom prst="rect">
              <a:avLst/>
            </a:prstGeom>
            <a:solidFill>
              <a:srgbClr val="b2b2b2">
                <a:alpha val="65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66" name=""/>
            <p:cNvSpPr/>
            <p:nvPr/>
          </p:nvSpPr>
          <p:spPr>
            <a:xfrm>
              <a:off x="7315200" y="1920240"/>
              <a:ext cx="1461600" cy="1644480"/>
            </a:xfrm>
            <a:prstGeom prst="rect">
              <a:avLst/>
            </a:prstGeom>
            <a:solidFill>
              <a:srgbClr val="b2b2b2">
                <a:alpha val="35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67" name=""/>
            <p:cNvSpPr/>
            <p:nvPr/>
          </p:nvSpPr>
          <p:spPr>
            <a:xfrm>
              <a:off x="2743200" y="2377440"/>
              <a:ext cx="547200" cy="821520"/>
            </a:xfrm>
            <a:prstGeom prst="rect">
              <a:avLst/>
            </a:prstGeom>
            <a:solidFill>
              <a:srgbClr val="f4f4f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68" name=""/>
            <p:cNvSpPr/>
            <p:nvPr/>
          </p:nvSpPr>
          <p:spPr>
            <a:xfrm>
              <a:off x="8595360" y="0"/>
              <a:ext cx="1483920" cy="1461600"/>
            </a:xfrm>
            <a:prstGeom prst="rect">
              <a:avLst/>
            </a:prstGeom>
            <a:solidFill>
              <a:srgbClr val="ddddd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69" name=""/>
            <p:cNvSpPr/>
            <p:nvPr/>
          </p:nvSpPr>
          <p:spPr>
            <a:xfrm>
              <a:off x="6766560" y="0"/>
              <a:ext cx="272880" cy="1004400"/>
            </a:xfrm>
            <a:prstGeom prst="rect">
              <a:avLst/>
            </a:prstGeom>
            <a:solidFill>
              <a:srgbClr val="2f4550">
                <a:alpha val="50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70" name=""/>
            <p:cNvSpPr/>
            <p:nvPr/>
          </p:nvSpPr>
          <p:spPr>
            <a:xfrm>
              <a:off x="1554480" y="0"/>
              <a:ext cx="181440" cy="912960"/>
            </a:xfrm>
            <a:prstGeom prst="rect">
              <a:avLst/>
            </a:prstGeom>
            <a:solidFill>
              <a:srgbClr val="80808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71" name=""/>
            <p:cNvSpPr/>
            <p:nvPr/>
          </p:nvSpPr>
          <p:spPr>
            <a:xfrm>
              <a:off x="0" y="3017520"/>
              <a:ext cx="364320" cy="1095840"/>
            </a:xfrm>
            <a:prstGeom prst="rect">
              <a:avLst/>
            </a:prstGeom>
            <a:solidFill>
              <a:srgbClr val="f4f4f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72" name=""/>
            <p:cNvSpPr/>
            <p:nvPr/>
          </p:nvSpPr>
          <p:spPr>
            <a:xfrm>
              <a:off x="9601200" y="2560320"/>
              <a:ext cx="364320" cy="1553040"/>
            </a:xfrm>
            <a:prstGeom prst="rect">
              <a:avLst/>
            </a:prstGeom>
            <a:solidFill>
              <a:srgbClr val="b2b2b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73" name=""/>
            <p:cNvSpPr/>
            <p:nvPr/>
          </p:nvSpPr>
          <p:spPr>
            <a:xfrm>
              <a:off x="8778240" y="1828800"/>
              <a:ext cx="364320" cy="364320"/>
            </a:xfrm>
            <a:prstGeom prst="rect">
              <a:avLst/>
            </a:prstGeom>
            <a:solidFill>
              <a:srgbClr val="adb5b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</p:grpSp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 type="body"/>
          </p:nvPr>
        </p:nvSpPr>
        <p:spPr>
          <a:xfrm>
            <a:off x="468000" y="1800000"/>
            <a:ext cx="9070560" cy="32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3"/>
          <p:cNvSpPr>
            <a:spLocks noGrp="1"/>
          </p:cNvSpPr>
          <p:nvPr>
            <p:ph type="ftr" idx="7"/>
          </p:nvPr>
        </p:nvSpPr>
        <p:spPr>
          <a:xfrm>
            <a:off x="3442680" y="516600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Noto Sans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" name="PlaceHolder 4"/>
          <p:cNvSpPr>
            <a:spLocks noGrp="1"/>
          </p:cNvSpPr>
          <p:nvPr>
            <p:ph type="sldNum" idx="8"/>
          </p:nvPr>
        </p:nvSpPr>
        <p:spPr>
          <a:xfrm>
            <a:off x="722736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E8B2B74-F34F-45A3-BD7F-FD49B2C25C78}" type="slidenum">
              <a:rPr b="0" lang="en-US" sz="1400" spc="-1" strike="noStrike">
                <a:solidFill>
                  <a:srgbClr val="000000"/>
                </a:solidFill>
                <a:latin typeface="Noto Sans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" name="PlaceHolder 5"/>
          <p:cNvSpPr>
            <a:spLocks noGrp="1"/>
          </p:cNvSpPr>
          <p:nvPr>
            <p:ph type="dt" idx="9"/>
          </p:nvPr>
        </p:nvSpPr>
        <p:spPr>
          <a:xfrm>
            <a:off x="46800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1" name=""/>
          <p:cNvGrpSpPr/>
          <p:nvPr/>
        </p:nvGrpSpPr>
        <p:grpSpPr>
          <a:xfrm>
            <a:off x="0" y="0"/>
            <a:ext cx="10079280" cy="4113360"/>
            <a:chOff x="0" y="0"/>
            <a:chExt cx="10079280" cy="4113360"/>
          </a:xfrm>
        </p:grpSpPr>
        <p:sp>
          <p:nvSpPr>
            <p:cNvPr id="82" name=""/>
            <p:cNvSpPr/>
            <p:nvPr/>
          </p:nvSpPr>
          <p:spPr>
            <a:xfrm>
              <a:off x="0" y="0"/>
              <a:ext cx="10079280" cy="4113360"/>
            </a:xfrm>
            <a:prstGeom prst="rect">
              <a:avLst/>
            </a:prstGeom>
            <a:solidFill>
              <a:srgbClr val="e9ece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83" name=""/>
            <p:cNvSpPr/>
            <p:nvPr/>
          </p:nvSpPr>
          <p:spPr>
            <a:xfrm>
              <a:off x="0" y="0"/>
              <a:ext cx="10079280" cy="4113360"/>
            </a:xfrm>
            <a:prstGeom prst="rect">
              <a:avLst/>
            </a:prstGeom>
            <a:solidFill>
              <a:srgbClr val="e9ece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84" name=""/>
            <p:cNvSpPr/>
            <p:nvPr/>
          </p:nvSpPr>
          <p:spPr>
            <a:xfrm>
              <a:off x="0" y="1280160"/>
              <a:ext cx="1553040" cy="638640"/>
            </a:xfrm>
            <a:prstGeom prst="rect">
              <a:avLst/>
            </a:prstGeom>
            <a:solidFill>
              <a:srgbClr val="343a40">
                <a:alpha val="20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85" name=""/>
            <p:cNvSpPr/>
            <p:nvPr/>
          </p:nvSpPr>
          <p:spPr>
            <a:xfrm>
              <a:off x="914400" y="1920240"/>
              <a:ext cx="1278720" cy="1827360"/>
            </a:xfrm>
            <a:prstGeom prst="rect">
              <a:avLst/>
            </a:prstGeom>
            <a:solidFill>
              <a:srgbClr val="ced4d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86" name=""/>
            <p:cNvSpPr/>
            <p:nvPr/>
          </p:nvSpPr>
          <p:spPr>
            <a:xfrm>
              <a:off x="2194560" y="548640"/>
              <a:ext cx="1278720" cy="1827360"/>
            </a:xfrm>
            <a:prstGeom prst="rect">
              <a:avLst/>
            </a:prstGeom>
            <a:solidFill>
              <a:srgbClr val="dee2e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87" name=""/>
            <p:cNvSpPr/>
            <p:nvPr/>
          </p:nvSpPr>
          <p:spPr>
            <a:xfrm>
              <a:off x="3474720" y="1188720"/>
              <a:ext cx="364320" cy="364320"/>
            </a:xfrm>
            <a:prstGeom prst="rect">
              <a:avLst/>
            </a:prstGeom>
            <a:solidFill>
              <a:srgbClr val="adb5b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88" name=""/>
            <p:cNvSpPr/>
            <p:nvPr/>
          </p:nvSpPr>
          <p:spPr>
            <a:xfrm>
              <a:off x="4206240" y="0"/>
              <a:ext cx="1461600" cy="912960"/>
            </a:xfrm>
            <a:prstGeom prst="rect">
              <a:avLst/>
            </a:prstGeom>
            <a:solidFill>
              <a:srgbClr val="6c757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89" name=""/>
            <p:cNvSpPr/>
            <p:nvPr/>
          </p:nvSpPr>
          <p:spPr>
            <a:xfrm>
              <a:off x="4663440" y="914400"/>
              <a:ext cx="1004400" cy="455760"/>
            </a:xfrm>
            <a:prstGeom prst="rect">
              <a:avLst/>
            </a:prstGeom>
            <a:solidFill>
              <a:srgbClr val="dee2e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90" name=""/>
            <p:cNvSpPr/>
            <p:nvPr/>
          </p:nvSpPr>
          <p:spPr>
            <a:xfrm>
              <a:off x="3474720" y="1737360"/>
              <a:ext cx="3107520" cy="1004400"/>
            </a:xfrm>
            <a:prstGeom prst="rect">
              <a:avLst/>
            </a:prstGeom>
            <a:solidFill>
              <a:srgbClr val="ced4d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91" name=""/>
            <p:cNvSpPr/>
            <p:nvPr/>
          </p:nvSpPr>
          <p:spPr>
            <a:xfrm>
              <a:off x="4114800" y="2743200"/>
              <a:ext cx="1461600" cy="1004400"/>
            </a:xfrm>
            <a:prstGeom prst="rect">
              <a:avLst/>
            </a:prstGeom>
            <a:solidFill>
              <a:srgbClr val="adb5b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92" name=""/>
            <p:cNvSpPr/>
            <p:nvPr/>
          </p:nvSpPr>
          <p:spPr>
            <a:xfrm>
              <a:off x="6583680" y="1463040"/>
              <a:ext cx="1553040" cy="455760"/>
            </a:xfrm>
            <a:prstGeom prst="rect">
              <a:avLst/>
            </a:prstGeom>
            <a:solidFill>
              <a:srgbClr val="b2b2b2">
                <a:alpha val="65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93" name=""/>
            <p:cNvSpPr/>
            <p:nvPr/>
          </p:nvSpPr>
          <p:spPr>
            <a:xfrm>
              <a:off x="7315200" y="1920240"/>
              <a:ext cx="1461600" cy="1644480"/>
            </a:xfrm>
            <a:prstGeom prst="rect">
              <a:avLst/>
            </a:prstGeom>
            <a:solidFill>
              <a:srgbClr val="b2b2b2">
                <a:alpha val="35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94" name=""/>
            <p:cNvSpPr/>
            <p:nvPr/>
          </p:nvSpPr>
          <p:spPr>
            <a:xfrm>
              <a:off x="2743200" y="2377440"/>
              <a:ext cx="547200" cy="821520"/>
            </a:xfrm>
            <a:prstGeom prst="rect">
              <a:avLst/>
            </a:prstGeom>
            <a:solidFill>
              <a:srgbClr val="f4f4f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95" name=""/>
            <p:cNvSpPr/>
            <p:nvPr/>
          </p:nvSpPr>
          <p:spPr>
            <a:xfrm>
              <a:off x="8595360" y="0"/>
              <a:ext cx="1483920" cy="1461600"/>
            </a:xfrm>
            <a:prstGeom prst="rect">
              <a:avLst/>
            </a:prstGeom>
            <a:solidFill>
              <a:srgbClr val="ddddd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96" name=""/>
            <p:cNvSpPr/>
            <p:nvPr/>
          </p:nvSpPr>
          <p:spPr>
            <a:xfrm>
              <a:off x="6766560" y="0"/>
              <a:ext cx="272880" cy="1004400"/>
            </a:xfrm>
            <a:prstGeom prst="rect">
              <a:avLst/>
            </a:prstGeom>
            <a:solidFill>
              <a:srgbClr val="2f4550">
                <a:alpha val="50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97" name=""/>
            <p:cNvSpPr/>
            <p:nvPr/>
          </p:nvSpPr>
          <p:spPr>
            <a:xfrm>
              <a:off x="1554480" y="0"/>
              <a:ext cx="181440" cy="912960"/>
            </a:xfrm>
            <a:prstGeom prst="rect">
              <a:avLst/>
            </a:prstGeom>
            <a:solidFill>
              <a:srgbClr val="80808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98" name=""/>
            <p:cNvSpPr/>
            <p:nvPr/>
          </p:nvSpPr>
          <p:spPr>
            <a:xfrm>
              <a:off x="0" y="3017520"/>
              <a:ext cx="364320" cy="1095840"/>
            </a:xfrm>
            <a:prstGeom prst="rect">
              <a:avLst/>
            </a:prstGeom>
            <a:solidFill>
              <a:srgbClr val="f4f4f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99" name=""/>
            <p:cNvSpPr/>
            <p:nvPr/>
          </p:nvSpPr>
          <p:spPr>
            <a:xfrm>
              <a:off x="9601200" y="2560320"/>
              <a:ext cx="364320" cy="1553040"/>
            </a:xfrm>
            <a:prstGeom prst="rect">
              <a:avLst/>
            </a:prstGeom>
            <a:solidFill>
              <a:srgbClr val="b2b2b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100" name=""/>
            <p:cNvSpPr/>
            <p:nvPr/>
          </p:nvSpPr>
          <p:spPr>
            <a:xfrm>
              <a:off x="8778240" y="1828800"/>
              <a:ext cx="364320" cy="364320"/>
            </a:xfrm>
            <a:prstGeom prst="rect">
              <a:avLst/>
            </a:prstGeom>
            <a:solidFill>
              <a:srgbClr val="adb5b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</p:grpSp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 type="ftr" idx="10"/>
          </p:nvPr>
        </p:nvSpPr>
        <p:spPr>
          <a:xfrm>
            <a:off x="3442680" y="516600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Noto Sans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" name="PlaceHolder 3"/>
          <p:cNvSpPr>
            <a:spLocks noGrp="1"/>
          </p:cNvSpPr>
          <p:nvPr>
            <p:ph type="sldNum" idx="11"/>
          </p:nvPr>
        </p:nvSpPr>
        <p:spPr>
          <a:xfrm>
            <a:off x="722736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79D52F5-C896-4145-9293-5C422FC16536}" type="slidenum">
              <a:rPr b="0" lang="en-US" sz="1400" spc="-1" strike="noStrike">
                <a:solidFill>
                  <a:srgbClr val="000000"/>
                </a:solidFill>
                <a:latin typeface="Noto Sans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" name="PlaceHolder 4"/>
          <p:cNvSpPr>
            <a:spLocks noGrp="1"/>
          </p:cNvSpPr>
          <p:nvPr>
            <p:ph type="dt" idx="12"/>
          </p:nvPr>
        </p:nvSpPr>
        <p:spPr>
          <a:xfrm>
            <a:off x="46800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8" name=""/>
          <p:cNvGrpSpPr/>
          <p:nvPr/>
        </p:nvGrpSpPr>
        <p:grpSpPr>
          <a:xfrm>
            <a:off x="8540280" y="5064480"/>
            <a:ext cx="1279080" cy="913320"/>
            <a:chOff x="8540280" y="5064480"/>
            <a:chExt cx="1279080" cy="913320"/>
          </a:xfrm>
        </p:grpSpPr>
        <p:grpSp>
          <p:nvGrpSpPr>
            <p:cNvPr id="109" name=""/>
            <p:cNvGrpSpPr/>
            <p:nvPr/>
          </p:nvGrpSpPr>
          <p:grpSpPr>
            <a:xfrm>
              <a:off x="8540280" y="5064480"/>
              <a:ext cx="1279080" cy="913320"/>
              <a:chOff x="8540280" y="5064480"/>
              <a:chExt cx="1279080" cy="913320"/>
            </a:xfrm>
          </p:grpSpPr>
          <p:sp>
            <p:nvSpPr>
              <p:cNvPr id="110" name=""/>
              <p:cNvSpPr/>
              <p:nvPr/>
            </p:nvSpPr>
            <p:spPr>
              <a:xfrm flipV="1" rot="21598800">
                <a:off x="9637560" y="5430240"/>
                <a:ext cx="181440" cy="181440"/>
              </a:xfrm>
              <a:prstGeom prst="ellipse">
                <a:avLst/>
              </a:prstGeom>
              <a:blipFill rotWithShape="0">
                <a:blip r:embed="rId2"/>
                <a:srcRect/>
                <a:tile tx="0" ty="0" sx="73404" sy="73404" algn="ctr"/>
              </a:blipFill>
              <a:ln w="0">
                <a:noFill/>
              </a:ln>
              <a:effectLst>
                <a:outerShdw blurRad="0" dir="2700000" dist="102841" rotWithShape="0">
                  <a:srgbClr val="808080">
                    <a:alpha val="65000"/>
                  </a:srgbClr>
                </a:outerShdw>
              </a:effectLst>
            </p:spPr>
            <p:style>
              <a:lnRef idx="0"/>
              <a:fillRef idx="0"/>
              <a:effectRef idx="0"/>
              <a:fontRef idx="minor"/>
            </p:style>
            <p:txBody>
              <a:bodyPr wrap="none" lIns="90000" rIns="90000" tIns="45000" bIns="4500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Noto Sans"/>
                  <a:ea typeface="DejaVu Sans"/>
                </a:endParaRPr>
              </a:p>
            </p:txBody>
          </p:sp>
          <p:sp>
            <p:nvSpPr>
              <p:cNvPr id="111" name=""/>
              <p:cNvSpPr/>
              <p:nvPr/>
            </p:nvSpPr>
            <p:spPr>
              <a:xfrm flipV="1" rot="21598800">
                <a:off x="9271800" y="5430240"/>
                <a:ext cx="181440" cy="181440"/>
              </a:xfrm>
              <a:prstGeom prst="ellipse">
                <a:avLst/>
              </a:prstGeom>
              <a:blipFill rotWithShape="0">
                <a:blip r:embed="rId3"/>
                <a:srcRect/>
                <a:tile tx="0" ty="0" sx="73404" sy="73404" algn="ctr"/>
              </a:blipFill>
              <a:ln w="0">
                <a:noFill/>
              </a:ln>
              <a:effectLst>
                <a:outerShdw blurRad="0" dir="2700000" dist="102841" rotWithShape="0">
                  <a:srgbClr val="808080">
                    <a:alpha val="65000"/>
                  </a:srgbClr>
                </a:outerShdw>
              </a:effectLst>
            </p:spPr>
            <p:style>
              <a:lnRef idx="0"/>
              <a:fillRef idx="0"/>
              <a:effectRef idx="0"/>
              <a:fontRef idx="minor"/>
            </p:style>
            <p:txBody>
              <a:bodyPr wrap="none" lIns="90000" rIns="90000" tIns="45000" bIns="4500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Noto Sans"/>
                  <a:ea typeface="DejaVu Sans"/>
                </a:endParaRPr>
              </a:p>
            </p:txBody>
          </p:sp>
          <p:sp>
            <p:nvSpPr>
              <p:cNvPr id="112" name=""/>
              <p:cNvSpPr/>
              <p:nvPr/>
            </p:nvSpPr>
            <p:spPr>
              <a:xfrm flipV="1" rot="21598800">
                <a:off x="8906400" y="5430240"/>
                <a:ext cx="181440" cy="181440"/>
              </a:xfrm>
              <a:prstGeom prst="ellipse">
                <a:avLst/>
              </a:prstGeom>
              <a:blipFill rotWithShape="0">
                <a:blip r:embed="rId4"/>
                <a:srcRect/>
                <a:tile tx="0" ty="0" sx="73404" sy="73404" algn="ctr"/>
              </a:blipFill>
              <a:ln w="0">
                <a:noFill/>
              </a:ln>
              <a:effectLst>
                <a:outerShdw blurRad="0" dir="2700000" dist="102841" rotWithShape="0">
                  <a:srgbClr val="808080">
                    <a:alpha val="65000"/>
                  </a:srgbClr>
                </a:outerShdw>
              </a:effectLst>
            </p:spPr>
            <p:style>
              <a:lnRef idx="0"/>
              <a:fillRef idx="0"/>
              <a:effectRef idx="0"/>
              <a:fontRef idx="minor"/>
            </p:style>
            <p:txBody>
              <a:bodyPr wrap="none" lIns="90000" rIns="90000" tIns="45000" bIns="4500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Noto Sans"/>
                  <a:ea typeface="DejaVu Sans"/>
                </a:endParaRPr>
              </a:p>
            </p:txBody>
          </p:sp>
          <p:sp>
            <p:nvSpPr>
              <p:cNvPr id="113" name=""/>
              <p:cNvSpPr/>
              <p:nvPr/>
            </p:nvSpPr>
            <p:spPr>
              <a:xfrm flipV="1" rot="21598800">
                <a:off x="8540280" y="5430600"/>
                <a:ext cx="181440" cy="181440"/>
              </a:xfrm>
              <a:prstGeom prst="ellipse">
                <a:avLst/>
              </a:prstGeom>
              <a:blipFill rotWithShape="0">
                <a:blip r:embed="rId5"/>
                <a:srcRect/>
                <a:tile tx="0" ty="0" sx="73404" sy="73404" algn="ctr"/>
              </a:blipFill>
              <a:ln w="0">
                <a:noFill/>
              </a:ln>
              <a:effectLst>
                <a:outerShdw blurRad="0" dir="2700000" dist="102841" rotWithShape="0">
                  <a:srgbClr val="808080">
                    <a:alpha val="65000"/>
                  </a:srgbClr>
                </a:outerShdw>
              </a:effectLst>
            </p:spPr>
            <p:style>
              <a:lnRef idx="0"/>
              <a:fillRef idx="0"/>
              <a:effectRef idx="0"/>
              <a:fontRef idx="minor"/>
            </p:style>
            <p:txBody>
              <a:bodyPr wrap="none" lIns="90000" rIns="90000" tIns="45000" bIns="4500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Noto Sans"/>
                  <a:ea typeface="DejaVu Sans"/>
                </a:endParaRPr>
              </a:p>
            </p:txBody>
          </p:sp>
          <p:sp>
            <p:nvSpPr>
              <p:cNvPr id="114" name=""/>
              <p:cNvSpPr/>
              <p:nvPr/>
            </p:nvSpPr>
            <p:spPr>
              <a:xfrm flipV="1" rot="21598800">
                <a:off x="8540280" y="5064480"/>
                <a:ext cx="181440" cy="181440"/>
              </a:xfrm>
              <a:prstGeom prst="ellipse">
                <a:avLst/>
              </a:prstGeom>
              <a:blipFill rotWithShape="0">
                <a:blip r:embed="rId6"/>
                <a:srcRect/>
                <a:tile tx="0" ty="0" sx="73404" sy="73404" algn="ctr"/>
              </a:blipFill>
              <a:ln w="0">
                <a:noFill/>
              </a:ln>
              <a:effectLst>
                <a:outerShdw blurRad="0" dir="2700000" dist="102841" rotWithShape="0">
                  <a:srgbClr val="808080">
                    <a:alpha val="65000"/>
                  </a:srgbClr>
                </a:outerShdw>
              </a:effectLst>
            </p:spPr>
            <p:style>
              <a:lnRef idx="0"/>
              <a:fillRef idx="0"/>
              <a:effectRef idx="0"/>
              <a:fontRef idx="minor"/>
            </p:style>
            <p:txBody>
              <a:bodyPr wrap="none" lIns="90000" rIns="90000" tIns="45000" bIns="4500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Noto Sans"/>
                  <a:ea typeface="DejaVu Sans"/>
                </a:endParaRPr>
              </a:p>
            </p:txBody>
          </p:sp>
          <p:sp>
            <p:nvSpPr>
              <p:cNvPr id="115" name=""/>
              <p:cNvSpPr/>
              <p:nvPr/>
            </p:nvSpPr>
            <p:spPr>
              <a:xfrm flipV="1" rot="21598800">
                <a:off x="8906040" y="5064480"/>
                <a:ext cx="181440" cy="181440"/>
              </a:xfrm>
              <a:prstGeom prst="ellipse">
                <a:avLst/>
              </a:prstGeom>
              <a:blipFill rotWithShape="0">
                <a:blip r:embed="rId7"/>
                <a:srcRect/>
                <a:tile tx="0" ty="0" sx="73404" sy="73404" algn="ctr"/>
              </a:blipFill>
              <a:ln w="0">
                <a:noFill/>
              </a:ln>
              <a:effectLst>
                <a:outerShdw blurRad="0" dir="2700000" dist="102841" rotWithShape="0">
                  <a:srgbClr val="808080">
                    <a:alpha val="65000"/>
                  </a:srgbClr>
                </a:outerShdw>
              </a:effectLst>
            </p:spPr>
            <p:style>
              <a:lnRef idx="0"/>
              <a:fillRef idx="0"/>
              <a:effectRef idx="0"/>
              <a:fontRef idx="minor"/>
            </p:style>
            <p:txBody>
              <a:bodyPr wrap="none" lIns="90000" rIns="90000" tIns="45000" bIns="4500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Noto Sans"/>
                  <a:ea typeface="DejaVu Sans"/>
                </a:endParaRPr>
              </a:p>
            </p:txBody>
          </p:sp>
          <p:sp>
            <p:nvSpPr>
              <p:cNvPr id="116" name=""/>
              <p:cNvSpPr/>
              <p:nvPr/>
            </p:nvSpPr>
            <p:spPr>
              <a:xfrm flipV="1" rot="21598800">
                <a:off x="9271800" y="5064840"/>
                <a:ext cx="181440" cy="181440"/>
              </a:xfrm>
              <a:prstGeom prst="ellipse">
                <a:avLst/>
              </a:prstGeom>
              <a:blipFill rotWithShape="0">
                <a:blip r:embed="rId8"/>
                <a:srcRect/>
                <a:tile tx="0" ty="0" sx="73404" sy="73404" algn="ctr"/>
              </a:blipFill>
              <a:ln w="0">
                <a:noFill/>
              </a:ln>
              <a:effectLst>
                <a:outerShdw blurRad="0" dir="2700000" dist="102841" rotWithShape="0">
                  <a:srgbClr val="808080">
                    <a:alpha val="65000"/>
                  </a:srgbClr>
                </a:outerShdw>
              </a:effectLst>
            </p:spPr>
            <p:style>
              <a:lnRef idx="0"/>
              <a:fillRef idx="0"/>
              <a:effectRef idx="0"/>
              <a:fontRef idx="minor"/>
            </p:style>
            <p:txBody>
              <a:bodyPr wrap="none" lIns="90000" rIns="90000" tIns="45000" bIns="4500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Noto Sans"/>
                  <a:ea typeface="DejaVu Sans"/>
                </a:endParaRPr>
              </a:p>
            </p:txBody>
          </p:sp>
          <p:sp>
            <p:nvSpPr>
              <p:cNvPr id="117" name=""/>
              <p:cNvSpPr/>
              <p:nvPr/>
            </p:nvSpPr>
            <p:spPr>
              <a:xfrm flipV="1" rot="21598800">
                <a:off x="9637920" y="5064480"/>
                <a:ext cx="181440" cy="181440"/>
              </a:xfrm>
              <a:prstGeom prst="ellipse">
                <a:avLst/>
              </a:prstGeom>
              <a:blipFill rotWithShape="0">
                <a:blip r:embed="rId9"/>
                <a:srcRect/>
                <a:tile tx="0" ty="0" sx="73404" sy="73404" algn="ctr"/>
              </a:blipFill>
              <a:ln w="0">
                <a:noFill/>
              </a:ln>
              <a:effectLst>
                <a:outerShdw blurRad="0" dir="2700000" dist="102841" rotWithShape="0">
                  <a:srgbClr val="808080">
                    <a:alpha val="65000"/>
                  </a:srgbClr>
                </a:outerShdw>
              </a:effectLst>
            </p:spPr>
            <p:style>
              <a:lnRef idx="0"/>
              <a:fillRef idx="0"/>
              <a:effectRef idx="0"/>
              <a:fontRef idx="minor"/>
            </p:style>
            <p:txBody>
              <a:bodyPr wrap="none" lIns="90000" rIns="90000" tIns="45000" bIns="4500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Noto Sans"/>
                  <a:ea typeface="DejaVu Sans"/>
                </a:endParaRPr>
              </a:p>
            </p:txBody>
          </p:sp>
          <p:sp>
            <p:nvSpPr>
              <p:cNvPr id="118" name=""/>
              <p:cNvSpPr/>
              <p:nvPr/>
            </p:nvSpPr>
            <p:spPr>
              <a:xfrm flipV="1" rot="21598800">
                <a:off x="9637560" y="5796000"/>
                <a:ext cx="181440" cy="181440"/>
              </a:xfrm>
              <a:prstGeom prst="ellipse">
                <a:avLst/>
              </a:prstGeom>
              <a:blipFill rotWithShape="0">
                <a:blip r:embed="rId10"/>
                <a:srcRect/>
                <a:tile tx="0" ty="0" sx="73404" sy="73404" algn="ctr"/>
              </a:blipFill>
              <a:ln w="0">
                <a:noFill/>
              </a:ln>
              <a:effectLst>
                <a:outerShdw blurRad="0" dir="2700000" dist="102841" rotWithShape="0">
                  <a:srgbClr val="808080">
                    <a:alpha val="65000"/>
                  </a:srgbClr>
                </a:outerShdw>
              </a:effectLst>
            </p:spPr>
            <p:style>
              <a:lnRef idx="0"/>
              <a:fillRef idx="0"/>
              <a:effectRef idx="0"/>
              <a:fontRef idx="minor"/>
            </p:style>
            <p:txBody>
              <a:bodyPr wrap="none" lIns="90000" rIns="90000" tIns="45000" bIns="4500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Noto Sans"/>
                  <a:ea typeface="DejaVu Sans"/>
                </a:endParaRPr>
              </a:p>
            </p:txBody>
          </p:sp>
          <p:sp>
            <p:nvSpPr>
              <p:cNvPr id="119" name=""/>
              <p:cNvSpPr/>
              <p:nvPr/>
            </p:nvSpPr>
            <p:spPr>
              <a:xfrm flipV="1" rot="21598800">
                <a:off x="9272160" y="5796360"/>
                <a:ext cx="181440" cy="181440"/>
              </a:xfrm>
              <a:prstGeom prst="ellipse">
                <a:avLst/>
              </a:prstGeom>
              <a:blipFill rotWithShape="0">
                <a:blip r:embed="rId11"/>
                <a:srcRect/>
                <a:tile tx="0" ty="0" sx="73404" sy="73404" algn="ctr"/>
              </a:blipFill>
              <a:ln w="0">
                <a:noFill/>
              </a:ln>
              <a:effectLst>
                <a:outerShdw blurRad="0" dir="2700000" dist="102841" rotWithShape="0">
                  <a:srgbClr val="808080">
                    <a:alpha val="65000"/>
                  </a:srgbClr>
                </a:outerShdw>
              </a:effectLst>
            </p:spPr>
            <p:style>
              <a:lnRef idx="0"/>
              <a:fillRef idx="0"/>
              <a:effectRef idx="0"/>
              <a:fontRef idx="minor"/>
            </p:style>
            <p:txBody>
              <a:bodyPr wrap="none" lIns="90000" rIns="90000" tIns="45000" bIns="4500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Noto Sans"/>
                  <a:ea typeface="DejaVu Sans"/>
                </a:endParaRPr>
              </a:p>
            </p:txBody>
          </p:sp>
          <p:sp>
            <p:nvSpPr>
              <p:cNvPr id="120" name=""/>
              <p:cNvSpPr/>
              <p:nvPr/>
            </p:nvSpPr>
            <p:spPr>
              <a:xfrm flipV="1" rot="21598800">
                <a:off x="8906040" y="5796000"/>
                <a:ext cx="181440" cy="181440"/>
              </a:xfrm>
              <a:prstGeom prst="ellipse">
                <a:avLst/>
              </a:prstGeom>
              <a:blipFill rotWithShape="0">
                <a:blip r:embed="rId12"/>
                <a:srcRect/>
                <a:tile tx="0" ty="0" sx="73404" sy="73404" algn="ctr"/>
              </a:blipFill>
              <a:ln w="0">
                <a:noFill/>
              </a:ln>
              <a:effectLst>
                <a:outerShdw blurRad="0" dir="2700000" dist="102841" rotWithShape="0">
                  <a:srgbClr val="808080">
                    <a:alpha val="65000"/>
                  </a:srgbClr>
                </a:outerShdw>
              </a:effectLst>
            </p:spPr>
            <p:style>
              <a:lnRef idx="0"/>
              <a:fillRef idx="0"/>
              <a:effectRef idx="0"/>
              <a:fontRef idx="minor"/>
            </p:style>
            <p:txBody>
              <a:bodyPr wrap="none" lIns="90000" rIns="90000" tIns="45000" bIns="4500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Noto Sans"/>
                  <a:ea typeface="DejaVu Sans"/>
                </a:endParaRPr>
              </a:p>
            </p:txBody>
          </p:sp>
          <p:sp>
            <p:nvSpPr>
              <p:cNvPr id="121" name=""/>
              <p:cNvSpPr/>
              <p:nvPr/>
            </p:nvSpPr>
            <p:spPr>
              <a:xfrm flipV="1" rot="21598800">
                <a:off x="8540280" y="5796000"/>
                <a:ext cx="181440" cy="181440"/>
              </a:xfrm>
              <a:prstGeom prst="ellipse">
                <a:avLst/>
              </a:prstGeom>
              <a:blipFill rotWithShape="0">
                <a:blip r:embed="rId13"/>
                <a:srcRect/>
                <a:tile tx="0" ty="0" sx="73404" sy="73404" algn="ctr"/>
              </a:blipFill>
              <a:ln w="0">
                <a:noFill/>
              </a:ln>
              <a:effectLst>
                <a:outerShdw blurRad="0" dir="2700000" dist="102841" rotWithShape="0">
                  <a:srgbClr val="808080">
                    <a:alpha val="65000"/>
                  </a:srgbClr>
                </a:outerShdw>
              </a:effectLst>
            </p:spPr>
            <p:style>
              <a:lnRef idx="0"/>
              <a:fillRef idx="0"/>
              <a:effectRef idx="0"/>
              <a:fontRef idx="minor"/>
            </p:style>
            <p:txBody>
              <a:bodyPr wrap="none" lIns="90000" rIns="90000" tIns="45000" bIns="4500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pc="-1" strike="noStrike">
                  <a:solidFill>
                    <a:srgbClr val="000000"/>
                  </a:solidFill>
                  <a:latin typeface="Noto Sans"/>
                  <a:ea typeface="DejaVu Sans"/>
                </a:endParaRPr>
              </a:p>
            </p:txBody>
          </p:sp>
        </p:grpSp>
      </p:grpSp>
      <p:sp>
        <p:nvSpPr>
          <p:cNvPr id="122" name=""/>
          <p:cNvSpPr/>
          <p:nvPr/>
        </p:nvSpPr>
        <p:spPr>
          <a:xfrm>
            <a:off x="1499760" y="1774080"/>
            <a:ext cx="2924640" cy="2924640"/>
          </a:xfrm>
          <a:prstGeom prst="ellipse">
            <a:avLst/>
          </a:prstGeom>
          <a:solidFill>
            <a:srgbClr val="cccccc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123" name=""/>
          <p:cNvSpPr/>
          <p:nvPr/>
        </p:nvSpPr>
        <p:spPr>
          <a:xfrm>
            <a:off x="1225080" y="1134360"/>
            <a:ext cx="1187640" cy="1186920"/>
          </a:xfrm>
          <a:prstGeom prst="ellipse">
            <a:avLst/>
          </a:prstGeom>
          <a:solidFill>
            <a:srgbClr val="cccccc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124" name=""/>
          <p:cNvSpPr/>
          <p:nvPr/>
        </p:nvSpPr>
        <p:spPr>
          <a:xfrm>
            <a:off x="3420000" y="4242960"/>
            <a:ext cx="638640" cy="638640"/>
          </a:xfrm>
          <a:prstGeom prst="ellipse">
            <a:avLst/>
          </a:prstGeom>
          <a:solidFill>
            <a:srgbClr val="cccccc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pic>
        <p:nvPicPr>
          <p:cNvPr id="125" name="" descr=""/>
          <p:cNvPicPr/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  <a:alphaModFix amt="50000"/>
          </a:blip>
          <a:stretch/>
        </p:blipFill>
        <p:spPr>
          <a:xfrm>
            <a:off x="4349520" y="792360"/>
            <a:ext cx="5524560" cy="4143960"/>
          </a:xfrm>
          <a:prstGeom prst="rect">
            <a:avLst/>
          </a:prstGeom>
          <a:ln w="0">
            <a:noFill/>
          </a:ln>
          <a:effectLst>
            <a:outerShdw blurRad="762120" dir="2700000" dist="102841" rotWithShape="0">
              <a:srgbClr val="808080">
                <a:alpha val="50000"/>
              </a:srgbClr>
            </a:outerShdw>
          </a:effectLst>
        </p:spPr>
      </p:pic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body"/>
          </p:nvPr>
        </p:nvSpPr>
        <p:spPr>
          <a:xfrm>
            <a:off x="468000" y="1800000"/>
            <a:ext cx="9070560" cy="32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 type="ftr" idx="13"/>
          </p:nvPr>
        </p:nvSpPr>
        <p:spPr>
          <a:xfrm>
            <a:off x="3442680" y="516600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Noto Sans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" name="PlaceHolder 4"/>
          <p:cNvSpPr>
            <a:spLocks noGrp="1"/>
          </p:cNvSpPr>
          <p:nvPr>
            <p:ph type="sldNum" idx="14"/>
          </p:nvPr>
        </p:nvSpPr>
        <p:spPr>
          <a:xfrm>
            <a:off x="722736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45AF37D-3F42-4E5D-9C58-3B0EBE2AF1CC}" type="slidenum">
              <a:rPr b="0" lang="en-US" sz="1400" spc="-1" strike="noStrike">
                <a:solidFill>
                  <a:srgbClr val="000000"/>
                </a:solidFill>
                <a:latin typeface="Noto Sans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" name="PlaceHolder 5"/>
          <p:cNvSpPr>
            <a:spLocks noGrp="1"/>
          </p:cNvSpPr>
          <p:nvPr>
            <p:ph type="dt" idx="15"/>
          </p:nvPr>
        </p:nvSpPr>
        <p:spPr>
          <a:xfrm>
            <a:off x="46800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16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"/>
          <p:cNvGrpSpPr/>
          <p:nvPr/>
        </p:nvGrpSpPr>
        <p:grpSpPr>
          <a:xfrm>
            <a:off x="7406640" y="3566160"/>
            <a:ext cx="2376000" cy="4296240"/>
            <a:chOff x="7406640" y="3566160"/>
            <a:chExt cx="2376000" cy="4296240"/>
          </a:xfrm>
        </p:grpSpPr>
        <p:sp>
          <p:nvSpPr>
            <p:cNvPr id="134" name=""/>
            <p:cNvSpPr/>
            <p:nvPr/>
          </p:nvSpPr>
          <p:spPr>
            <a:xfrm>
              <a:off x="8138160" y="4754880"/>
              <a:ext cx="455760" cy="2558880"/>
            </a:xfrm>
            <a:prstGeom prst="rect">
              <a:avLst/>
            </a:prstGeom>
            <a:blipFill rotWithShape="0">
              <a:blip r:embed="rId2"/>
              <a:srcRect/>
              <a:tile tx="0" ty="0" sx="73404" sy="73404" algn="ctr"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135" name=""/>
            <p:cNvSpPr/>
            <p:nvPr/>
          </p:nvSpPr>
          <p:spPr>
            <a:xfrm>
              <a:off x="8961120" y="3566160"/>
              <a:ext cx="455760" cy="2558880"/>
            </a:xfrm>
            <a:prstGeom prst="rect">
              <a:avLst/>
            </a:prstGeom>
            <a:blipFill rotWithShape="0">
              <a:blip r:embed="rId3"/>
              <a:srcRect/>
              <a:tile tx="0" ty="0" sx="73404" sy="73404" algn="ctr"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136" name=""/>
            <p:cNvSpPr/>
            <p:nvPr/>
          </p:nvSpPr>
          <p:spPr>
            <a:xfrm>
              <a:off x="8503920" y="5120640"/>
              <a:ext cx="1278720" cy="90000"/>
            </a:xfrm>
            <a:prstGeom prst="rect">
              <a:avLst/>
            </a:prstGeom>
            <a:solidFill>
              <a:srgbClr val="cccccc">
                <a:alpha val="75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137" name=""/>
            <p:cNvSpPr/>
            <p:nvPr/>
          </p:nvSpPr>
          <p:spPr>
            <a:xfrm>
              <a:off x="8321040" y="5303520"/>
              <a:ext cx="912960" cy="90000"/>
            </a:xfrm>
            <a:prstGeom prst="rect">
              <a:avLst/>
            </a:prstGeom>
            <a:solidFill>
              <a:srgbClr val="cccccc">
                <a:alpha val="75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138" name=""/>
            <p:cNvSpPr/>
            <p:nvPr/>
          </p:nvSpPr>
          <p:spPr>
            <a:xfrm>
              <a:off x="8869680" y="5486400"/>
              <a:ext cx="912960" cy="90000"/>
            </a:xfrm>
            <a:prstGeom prst="rect">
              <a:avLst/>
            </a:prstGeom>
            <a:solidFill>
              <a:srgbClr val="cccccc">
                <a:alpha val="75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139" name=""/>
            <p:cNvSpPr/>
            <p:nvPr/>
          </p:nvSpPr>
          <p:spPr>
            <a:xfrm>
              <a:off x="7406640" y="5303520"/>
              <a:ext cx="455760" cy="2558880"/>
            </a:xfrm>
            <a:prstGeom prst="rect">
              <a:avLst/>
            </a:prstGeom>
            <a:blipFill rotWithShape="0">
              <a:blip r:embed="rId4"/>
              <a:srcRect/>
              <a:tile tx="0" ty="0" sx="73404" sy="73404" algn="ctr"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</p:grpSp>
      <p:sp>
        <p:nvSpPr>
          <p:cNvPr id="140" name=""/>
          <p:cNvSpPr/>
          <p:nvPr/>
        </p:nvSpPr>
        <p:spPr>
          <a:xfrm flipH="1" flipV="1">
            <a:off x="1459800" y="-1555920"/>
            <a:ext cx="455760" cy="2558880"/>
          </a:xfrm>
          <a:prstGeom prst="rect">
            <a:avLst/>
          </a:prstGeom>
          <a:blipFill rotWithShape="0">
            <a:blip r:embed="rId5"/>
            <a:srcRect/>
            <a:tile tx="0" ty="0" sx="73404" sy="73404" algn="ctr"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141" name=""/>
          <p:cNvSpPr/>
          <p:nvPr/>
        </p:nvSpPr>
        <p:spPr>
          <a:xfrm flipH="1" flipV="1">
            <a:off x="636840" y="-365400"/>
            <a:ext cx="455760" cy="2558880"/>
          </a:xfrm>
          <a:prstGeom prst="rect">
            <a:avLst/>
          </a:prstGeom>
          <a:blipFill rotWithShape="0">
            <a:blip r:embed="rId6"/>
            <a:srcRect/>
            <a:tile tx="0" ty="0" sx="73404" sy="73404" algn="ctr"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142" name=""/>
          <p:cNvSpPr/>
          <p:nvPr/>
        </p:nvSpPr>
        <p:spPr>
          <a:xfrm flipH="1" flipV="1">
            <a:off x="272880" y="547200"/>
            <a:ext cx="1278720" cy="90000"/>
          </a:xfrm>
          <a:prstGeom prst="rect">
            <a:avLst/>
          </a:prstGeom>
          <a:solidFill>
            <a:srgbClr val="cccccc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143" name=""/>
          <p:cNvSpPr/>
          <p:nvPr/>
        </p:nvSpPr>
        <p:spPr>
          <a:xfrm flipH="1" flipV="1">
            <a:off x="821520" y="364320"/>
            <a:ext cx="912960" cy="90000"/>
          </a:xfrm>
          <a:prstGeom prst="rect">
            <a:avLst/>
          </a:prstGeom>
          <a:solidFill>
            <a:srgbClr val="cccccc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144" name=""/>
          <p:cNvSpPr/>
          <p:nvPr/>
        </p:nvSpPr>
        <p:spPr>
          <a:xfrm flipH="1" flipV="1">
            <a:off x="272880" y="181440"/>
            <a:ext cx="912960" cy="90000"/>
          </a:xfrm>
          <a:prstGeom prst="rect">
            <a:avLst/>
          </a:prstGeom>
          <a:solidFill>
            <a:srgbClr val="cccccc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145" name=""/>
          <p:cNvSpPr/>
          <p:nvPr/>
        </p:nvSpPr>
        <p:spPr>
          <a:xfrm flipH="1" flipV="1">
            <a:off x="2193120" y="-2104560"/>
            <a:ext cx="455760" cy="2558880"/>
          </a:xfrm>
          <a:prstGeom prst="rect">
            <a:avLst/>
          </a:prstGeom>
          <a:blipFill rotWithShape="0">
            <a:blip r:embed="rId7"/>
            <a:srcRect/>
            <a:tile tx="0" ty="0" sx="73404" sy="73404" algn="ctr"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146" name=""/>
          <p:cNvSpPr/>
          <p:nvPr/>
        </p:nvSpPr>
        <p:spPr>
          <a:xfrm>
            <a:off x="3474720" y="2560320"/>
            <a:ext cx="2741760" cy="274176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2"/>
          <p:cNvSpPr>
            <a:spLocks noGrp="1"/>
          </p:cNvSpPr>
          <p:nvPr>
            <p:ph type="body"/>
          </p:nvPr>
        </p:nvSpPr>
        <p:spPr>
          <a:xfrm>
            <a:off x="468000" y="1800000"/>
            <a:ext cx="9070560" cy="32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PlaceHolder 3"/>
          <p:cNvSpPr>
            <a:spLocks noGrp="1"/>
          </p:cNvSpPr>
          <p:nvPr>
            <p:ph type="ftr" idx="16"/>
          </p:nvPr>
        </p:nvSpPr>
        <p:spPr>
          <a:xfrm>
            <a:off x="3442680" y="516600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Noto Sans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" name="PlaceHolder 4"/>
          <p:cNvSpPr>
            <a:spLocks noGrp="1"/>
          </p:cNvSpPr>
          <p:nvPr>
            <p:ph type="sldNum" idx="17"/>
          </p:nvPr>
        </p:nvSpPr>
        <p:spPr>
          <a:xfrm>
            <a:off x="722736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4DC320B-E237-4869-AAC8-8ADF9B0A7603}" type="slidenum">
              <a:rPr b="0" lang="en-US" sz="1400" spc="-1" strike="noStrike">
                <a:solidFill>
                  <a:srgbClr val="000000"/>
                </a:solidFill>
                <a:latin typeface="Noto Sans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" name="PlaceHolder 5"/>
          <p:cNvSpPr>
            <a:spLocks noGrp="1"/>
          </p:cNvSpPr>
          <p:nvPr>
            <p:ph type="dt" idx="18"/>
          </p:nvPr>
        </p:nvSpPr>
        <p:spPr>
          <a:xfrm>
            <a:off x="46800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8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"/>
          <p:cNvSpPr/>
          <p:nvPr/>
        </p:nvSpPr>
        <p:spPr>
          <a:xfrm>
            <a:off x="822960" y="2468880"/>
            <a:ext cx="1461600" cy="1461600"/>
          </a:xfrm>
          <a:prstGeom prst="ellipse">
            <a:avLst/>
          </a:prstGeom>
          <a:solidFill>
            <a:srgbClr val="eeeeee"/>
          </a:solidFill>
          <a:ln w="0">
            <a:noFill/>
          </a:ln>
          <a:effectLst>
            <a:outerShdw blurRad="0" dir="2700000" dist="102841" rotWithShape="0">
              <a:srgbClr val="80808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155" name=""/>
          <p:cNvSpPr/>
          <p:nvPr/>
        </p:nvSpPr>
        <p:spPr>
          <a:xfrm>
            <a:off x="4480560" y="1554480"/>
            <a:ext cx="1461600" cy="1461600"/>
          </a:xfrm>
          <a:prstGeom prst="ellipse">
            <a:avLst/>
          </a:prstGeom>
          <a:solidFill>
            <a:srgbClr val="eeeeee"/>
          </a:solidFill>
          <a:ln w="0">
            <a:noFill/>
          </a:ln>
          <a:effectLst>
            <a:outerShdw blurRad="0" dir="2700000" dist="102841" rotWithShape="0">
              <a:srgbClr val="80808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156" name=""/>
          <p:cNvSpPr/>
          <p:nvPr/>
        </p:nvSpPr>
        <p:spPr>
          <a:xfrm>
            <a:off x="6583680" y="3108960"/>
            <a:ext cx="1461600" cy="1461600"/>
          </a:xfrm>
          <a:prstGeom prst="ellipse">
            <a:avLst/>
          </a:prstGeom>
          <a:solidFill>
            <a:srgbClr val="eeeeee"/>
          </a:solidFill>
          <a:ln w="0">
            <a:noFill/>
          </a:ln>
          <a:effectLst>
            <a:outerShdw blurRad="0" dir="2700000" dist="102841" rotWithShape="0">
              <a:srgbClr val="80808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157" name=""/>
          <p:cNvSpPr/>
          <p:nvPr/>
        </p:nvSpPr>
        <p:spPr>
          <a:xfrm>
            <a:off x="1554480" y="4114800"/>
            <a:ext cx="912960" cy="655920"/>
          </a:xfrm>
          <a:custGeom>
            <a:avLst/>
            <a:gdLst>
              <a:gd name="textAreaLeft" fmla="*/ 0 w 912960"/>
              <a:gd name="textAreaRight" fmla="*/ 914400 w 912960"/>
              <a:gd name="textAreaTop" fmla="*/ 0 h 655920"/>
              <a:gd name="textAreaBottom" fmla="*/ 657360 h 655920"/>
            </a:gdLst>
            <a:ahLst/>
            <a:rect l="textAreaLeft" t="textAreaTop" r="textAreaRight" b="textAreaBottom"/>
            <a:pathLst>
              <a:path fill="none" w="2540" h="1826">
                <a:moveTo>
                  <a:pt x="0" y="0"/>
                </a:moveTo>
                <a:cubicBezTo>
                  <a:pt x="508" y="2286"/>
                  <a:pt x="2540" y="1778"/>
                  <a:pt x="2540" y="1778"/>
                </a:cubicBezTo>
              </a:path>
            </a:pathLst>
          </a:custGeom>
          <a:noFill/>
          <a:ln w="36720">
            <a:solidFill>
              <a:srgbClr val="666666"/>
            </a:solidFill>
            <a:custDash>
              <a:ds d="600000" sp="300000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158" name=""/>
          <p:cNvSpPr/>
          <p:nvPr/>
        </p:nvSpPr>
        <p:spPr>
          <a:xfrm>
            <a:off x="3657600" y="1188720"/>
            <a:ext cx="821520" cy="638640"/>
          </a:xfrm>
          <a:custGeom>
            <a:avLst/>
            <a:gdLst>
              <a:gd name="textAreaLeft" fmla="*/ 0 w 821520"/>
              <a:gd name="textAreaRight" fmla="*/ 822960 w 821520"/>
              <a:gd name="textAreaTop" fmla="*/ 0 h 638640"/>
              <a:gd name="textAreaBottom" fmla="*/ 640080 h 638640"/>
            </a:gdLst>
            <a:ahLst/>
            <a:rect l="textAreaLeft" t="textAreaTop" r="textAreaRight" b="textAreaBottom"/>
            <a:pathLst>
              <a:path fill="none" w="2286" h="1778">
                <a:moveTo>
                  <a:pt x="2286" y="1778"/>
                </a:moveTo>
                <a:cubicBezTo>
                  <a:pt x="1016" y="1778"/>
                  <a:pt x="2033" y="0"/>
                  <a:pt x="0" y="0"/>
                </a:cubicBezTo>
              </a:path>
            </a:pathLst>
          </a:custGeom>
          <a:noFill/>
          <a:ln w="36720">
            <a:solidFill>
              <a:srgbClr val="666666"/>
            </a:solidFill>
            <a:custDash>
              <a:ds d="600000" sp="300000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159" name=""/>
          <p:cNvSpPr/>
          <p:nvPr/>
        </p:nvSpPr>
        <p:spPr>
          <a:xfrm>
            <a:off x="7955280" y="2011680"/>
            <a:ext cx="1462680" cy="1187280"/>
          </a:xfrm>
          <a:custGeom>
            <a:avLst/>
            <a:gdLst>
              <a:gd name="textAreaLeft" fmla="*/ 0 w 1462680"/>
              <a:gd name="textAreaRight" fmla="*/ 1464120 w 1462680"/>
              <a:gd name="textAreaTop" fmla="*/ 0 h 1187280"/>
              <a:gd name="textAreaBottom" fmla="*/ 1188720 h 1187280"/>
            </a:gdLst>
            <a:ahLst/>
            <a:rect l="textAreaLeft" t="textAreaTop" r="textAreaRight" b="textAreaBottom"/>
            <a:pathLst>
              <a:path fill="none" w="4067" h="3302">
                <a:moveTo>
                  <a:pt x="3302" y="0"/>
                </a:moveTo>
                <a:cubicBezTo>
                  <a:pt x="4826" y="1016"/>
                  <a:pt x="3810" y="2286"/>
                  <a:pt x="2540" y="2286"/>
                </a:cubicBezTo>
                <a:cubicBezTo>
                  <a:pt x="1269" y="2286"/>
                  <a:pt x="253" y="2540"/>
                  <a:pt x="0" y="3302"/>
                </a:cubicBezTo>
              </a:path>
            </a:pathLst>
          </a:custGeom>
          <a:noFill/>
          <a:ln w="36720">
            <a:solidFill>
              <a:srgbClr val="666666"/>
            </a:solidFill>
            <a:custDash>
              <a:ds d="600000" sp="300000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160" name=""/>
          <p:cNvSpPr/>
          <p:nvPr/>
        </p:nvSpPr>
        <p:spPr>
          <a:xfrm>
            <a:off x="2468880" y="822960"/>
            <a:ext cx="1409040" cy="137016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161" name=""/>
          <p:cNvSpPr/>
          <p:nvPr/>
        </p:nvSpPr>
        <p:spPr>
          <a:xfrm>
            <a:off x="3931920" y="4663440"/>
            <a:ext cx="1683360" cy="164448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162" name=""/>
          <p:cNvSpPr/>
          <p:nvPr/>
        </p:nvSpPr>
        <p:spPr>
          <a:xfrm>
            <a:off x="8412480" y="1280160"/>
            <a:ext cx="1095840" cy="100440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 type="body"/>
          </p:nvPr>
        </p:nvSpPr>
        <p:spPr>
          <a:xfrm>
            <a:off x="468000" y="1800000"/>
            <a:ext cx="9070560" cy="32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 type="ftr" idx="19"/>
          </p:nvPr>
        </p:nvSpPr>
        <p:spPr>
          <a:xfrm>
            <a:off x="3442680" y="516600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Noto Sans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PlaceHolder 4"/>
          <p:cNvSpPr>
            <a:spLocks noGrp="1"/>
          </p:cNvSpPr>
          <p:nvPr>
            <p:ph type="sldNum" idx="20"/>
          </p:nvPr>
        </p:nvSpPr>
        <p:spPr>
          <a:xfrm>
            <a:off x="722736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A26BA99-D12F-479D-9F6E-5587710F5FB2}" type="slidenum">
              <a:rPr b="0" lang="en-US" sz="1400" spc="-1" strike="noStrike">
                <a:solidFill>
                  <a:srgbClr val="000000"/>
                </a:solidFill>
                <a:latin typeface="Noto Sans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PlaceHolder 5"/>
          <p:cNvSpPr>
            <a:spLocks noGrp="1"/>
          </p:cNvSpPr>
          <p:nvPr>
            <p:ph type="dt" idx="21"/>
          </p:nvPr>
        </p:nvSpPr>
        <p:spPr>
          <a:xfrm>
            <a:off x="46800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"/>
          <p:cNvSpPr/>
          <p:nvPr/>
        </p:nvSpPr>
        <p:spPr>
          <a:xfrm>
            <a:off x="822960" y="2468880"/>
            <a:ext cx="1461600" cy="1461600"/>
          </a:xfrm>
          <a:prstGeom prst="ellipse">
            <a:avLst/>
          </a:prstGeom>
          <a:solidFill>
            <a:srgbClr val="eeeeee"/>
          </a:solidFill>
          <a:ln w="0">
            <a:noFill/>
          </a:ln>
          <a:effectLst>
            <a:outerShdw blurRad="0" dir="2700000" dist="102841" rotWithShape="0">
              <a:srgbClr val="80808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171" name=""/>
          <p:cNvSpPr/>
          <p:nvPr/>
        </p:nvSpPr>
        <p:spPr>
          <a:xfrm>
            <a:off x="4480560" y="1554480"/>
            <a:ext cx="1461600" cy="1461600"/>
          </a:xfrm>
          <a:prstGeom prst="ellipse">
            <a:avLst/>
          </a:prstGeom>
          <a:solidFill>
            <a:srgbClr val="eeeeee"/>
          </a:solidFill>
          <a:ln w="0">
            <a:noFill/>
          </a:ln>
          <a:effectLst>
            <a:outerShdw blurRad="0" dir="2700000" dist="102841" rotWithShape="0">
              <a:srgbClr val="80808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172" name=""/>
          <p:cNvSpPr/>
          <p:nvPr/>
        </p:nvSpPr>
        <p:spPr>
          <a:xfrm>
            <a:off x="6583680" y="3108960"/>
            <a:ext cx="1461600" cy="1461600"/>
          </a:xfrm>
          <a:prstGeom prst="ellipse">
            <a:avLst/>
          </a:prstGeom>
          <a:solidFill>
            <a:srgbClr val="eeeeee"/>
          </a:solidFill>
          <a:ln w="0">
            <a:noFill/>
          </a:ln>
          <a:effectLst>
            <a:outerShdw blurRad="0" dir="2700000" dist="102841" rotWithShape="0">
              <a:srgbClr val="80808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173" name=""/>
          <p:cNvSpPr/>
          <p:nvPr/>
        </p:nvSpPr>
        <p:spPr>
          <a:xfrm>
            <a:off x="1554480" y="4114800"/>
            <a:ext cx="912960" cy="655920"/>
          </a:xfrm>
          <a:custGeom>
            <a:avLst/>
            <a:gdLst>
              <a:gd name="textAreaLeft" fmla="*/ 0 w 912960"/>
              <a:gd name="textAreaRight" fmla="*/ 914400 w 912960"/>
              <a:gd name="textAreaTop" fmla="*/ 0 h 655920"/>
              <a:gd name="textAreaBottom" fmla="*/ 657360 h 655920"/>
            </a:gdLst>
            <a:ahLst/>
            <a:rect l="textAreaLeft" t="textAreaTop" r="textAreaRight" b="textAreaBottom"/>
            <a:pathLst>
              <a:path fill="none" w="2540" h="1826">
                <a:moveTo>
                  <a:pt x="0" y="0"/>
                </a:moveTo>
                <a:cubicBezTo>
                  <a:pt x="508" y="2286"/>
                  <a:pt x="2540" y="1778"/>
                  <a:pt x="2540" y="1778"/>
                </a:cubicBezTo>
              </a:path>
            </a:pathLst>
          </a:custGeom>
          <a:noFill/>
          <a:ln w="36720">
            <a:solidFill>
              <a:srgbClr val="666666"/>
            </a:solidFill>
            <a:custDash>
              <a:ds d="600000" sp="300000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174" name=""/>
          <p:cNvSpPr/>
          <p:nvPr/>
        </p:nvSpPr>
        <p:spPr>
          <a:xfrm>
            <a:off x="3657600" y="1188720"/>
            <a:ext cx="821520" cy="638640"/>
          </a:xfrm>
          <a:custGeom>
            <a:avLst/>
            <a:gdLst>
              <a:gd name="textAreaLeft" fmla="*/ 0 w 821520"/>
              <a:gd name="textAreaRight" fmla="*/ 822960 w 821520"/>
              <a:gd name="textAreaTop" fmla="*/ 0 h 638640"/>
              <a:gd name="textAreaBottom" fmla="*/ 640080 h 638640"/>
            </a:gdLst>
            <a:ahLst/>
            <a:rect l="textAreaLeft" t="textAreaTop" r="textAreaRight" b="textAreaBottom"/>
            <a:pathLst>
              <a:path fill="none" w="2286" h="1778">
                <a:moveTo>
                  <a:pt x="2286" y="1778"/>
                </a:moveTo>
                <a:cubicBezTo>
                  <a:pt x="1016" y="1778"/>
                  <a:pt x="2033" y="0"/>
                  <a:pt x="0" y="0"/>
                </a:cubicBezTo>
              </a:path>
            </a:pathLst>
          </a:custGeom>
          <a:noFill/>
          <a:ln w="36720">
            <a:solidFill>
              <a:srgbClr val="666666"/>
            </a:solidFill>
            <a:custDash>
              <a:ds d="600000" sp="300000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175" name=""/>
          <p:cNvSpPr/>
          <p:nvPr/>
        </p:nvSpPr>
        <p:spPr>
          <a:xfrm>
            <a:off x="7955280" y="2011680"/>
            <a:ext cx="1462680" cy="1187280"/>
          </a:xfrm>
          <a:custGeom>
            <a:avLst/>
            <a:gdLst>
              <a:gd name="textAreaLeft" fmla="*/ 0 w 1462680"/>
              <a:gd name="textAreaRight" fmla="*/ 1464120 w 1462680"/>
              <a:gd name="textAreaTop" fmla="*/ 0 h 1187280"/>
              <a:gd name="textAreaBottom" fmla="*/ 1188720 h 1187280"/>
            </a:gdLst>
            <a:ahLst/>
            <a:rect l="textAreaLeft" t="textAreaTop" r="textAreaRight" b="textAreaBottom"/>
            <a:pathLst>
              <a:path fill="none" w="4067" h="3302">
                <a:moveTo>
                  <a:pt x="3302" y="0"/>
                </a:moveTo>
                <a:cubicBezTo>
                  <a:pt x="4826" y="1016"/>
                  <a:pt x="3810" y="2286"/>
                  <a:pt x="2540" y="2286"/>
                </a:cubicBezTo>
                <a:cubicBezTo>
                  <a:pt x="1269" y="2286"/>
                  <a:pt x="253" y="2540"/>
                  <a:pt x="0" y="3302"/>
                </a:cubicBezTo>
              </a:path>
            </a:pathLst>
          </a:custGeom>
          <a:noFill/>
          <a:ln w="36720">
            <a:solidFill>
              <a:srgbClr val="666666"/>
            </a:solidFill>
            <a:custDash>
              <a:ds d="600000" sp="300000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176" name=""/>
          <p:cNvSpPr/>
          <p:nvPr/>
        </p:nvSpPr>
        <p:spPr>
          <a:xfrm>
            <a:off x="2468880" y="822960"/>
            <a:ext cx="1409040" cy="137016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177" name=""/>
          <p:cNvSpPr/>
          <p:nvPr/>
        </p:nvSpPr>
        <p:spPr>
          <a:xfrm>
            <a:off x="3931920" y="4663440"/>
            <a:ext cx="1683360" cy="164448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178" name=""/>
          <p:cNvSpPr/>
          <p:nvPr/>
        </p:nvSpPr>
        <p:spPr>
          <a:xfrm>
            <a:off x="8412480" y="1280160"/>
            <a:ext cx="1095840" cy="100440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179" name="PlaceHolder 1"/>
          <p:cNvSpPr>
            <a:spLocks noGrp="1"/>
          </p:cNvSpPr>
          <p:nvPr>
            <p:ph type="ftr" idx="22"/>
          </p:nvPr>
        </p:nvSpPr>
        <p:spPr>
          <a:xfrm>
            <a:off x="3442680" y="516600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Noto Sans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 type="sldNum" idx="23"/>
          </p:nvPr>
        </p:nvSpPr>
        <p:spPr>
          <a:xfrm>
            <a:off x="722736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E2E2A24-D110-4169-A0F2-E858E73A7949}" type="slidenum">
              <a:rPr b="0" lang="en-US" sz="1400" spc="-1" strike="noStrike">
                <a:solidFill>
                  <a:srgbClr val="000000"/>
                </a:solidFill>
                <a:latin typeface="Noto Sans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 type="dt" idx="24"/>
          </p:nvPr>
        </p:nvSpPr>
        <p:spPr>
          <a:xfrm>
            <a:off x="46800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" name="PlaceHolder 4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"/>
          <p:cNvSpPr/>
          <p:nvPr/>
        </p:nvSpPr>
        <p:spPr>
          <a:xfrm>
            <a:off x="2103480" y="3658320"/>
            <a:ext cx="1644480" cy="164448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185" name=""/>
          <p:cNvSpPr/>
          <p:nvPr/>
        </p:nvSpPr>
        <p:spPr>
          <a:xfrm>
            <a:off x="823320" y="-273240"/>
            <a:ext cx="2193120" cy="219312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186" name=""/>
          <p:cNvSpPr/>
          <p:nvPr/>
        </p:nvSpPr>
        <p:spPr>
          <a:xfrm>
            <a:off x="7955640" y="3109680"/>
            <a:ext cx="2193120" cy="219312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187" name=""/>
          <p:cNvSpPr/>
          <p:nvPr/>
        </p:nvSpPr>
        <p:spPr>
          <a:xfrm>
            <a:off x="9601560" y="915120"/>
            <a:ext cx="1644480" cy="164448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grpSp>
        <p:nvGrpSpPr>
          <p:cNvPr id="188" name=""/>
          <p:cNvGrpSpPr/>
          <p:nvPr/>
        </p:nvGrpSpPr>
        <p:grpSpPr>
          <a:xfrm>
            <a:off x="3916800" y="1133640"/>
            <a:ext cx="2432160" cy="4337640"/>
            <a:chOff x="3916800" y="1133640"/>
            <a:chExt cx="2432160" cy="4337640"/>
          </a:xfrm>
        </p:grpSpPr>
        <p:sp>
          <p:nvSpPr>
            <p:cNvPr id="189" name=""/>
            <p:cNvSpPr/>
            <p:nvPr/>
          </p:nvSpPr>
          <p:spPr>
            <a:xfrm flipH="1" flipV="1" rot="5330400">
              <a:off x="4852440" y="3736080"/>
              <a:ext cx="1370160" cy="1461600"/>
            </a:xfrm>
            <a:prstGeom prst="parallelogram">
              <a:avLst>
                <a:gd name="adj" fmla="val 50564"/>
              </a:avLst>
            </a:prstGeom>
            <a:solidFill>
              <a:srgbClr val="dee2e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190" name=""/>
            <p:cNvSpPr/>
            <p:nvPr/>
          </p:nvSpPr>
          <p:spPr>
            <a:xfrm flipH="1" flipV="1" rot="5330400">
              <a:off x="4021920" y="2697840"/>
              <a:ext cx="1370160" cy="1461600"/>
            </a:xfrm>
            <a:prstGeom prst="parallelogram">
              <a:avLst>
                <a:gd name="adj" fmla="val 50564"/>
              </a:avLst>
            </a:prstGeom>
            <a:solidFill>
              <a:srgbClr val="ced4d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191" name=""/>
            <p:cNvSpPr/>
            <p:nvPr/>
          </p:nvSpPr>
          <p:spPr>
            <a:xfrm flipH="1" flipV="1" rot="5330400">
              <a:off x="4919040" y="2433600"/>
              <a:ext cx="1370160" cy="1461600"/>
            </a:xfrm>
            <a:prstGeom prst="parallelogram">
              <a:avLst>
                <a:gd name="adj" fmla="val 50564"/>
              </a:avLst>
            </a:prstGeom>
            <a:solidFill>
              <a:srgbClr val="adb5b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192" name=""/>
            <p:cNvSpPr/>
            <p:nvPr/>
          </p:nvSpPr>
          <p:spPr>
            <a:xfrm flipH="1" flipV="1" rot="5330400">
              <a:off x="3975840" y="1339920"/>
              <a:ext cx="1370160" cy="1461600"/>
            </a:xfrm>
            <a:prstGeom prst="parallelogram">
              <a:avLst>
                <a:gd name="adj" fmla="val 50564"/>
              </a:avLst>
            </a:prstGeom>
            <a:solidFill>
              <a:srgbClr val="6c757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193" name=""/>
            <p:cNvSpPr/>
            <p:nvPr/>
          </p:nvSpPr>
          <p:spPr>
            <a:xfrm flipH="1" flipV="1" rot="5330400">
              <a:off x="4910040" y="1101960"/>
              <a:ext cx="1370160" cy="1461600"/>
            </a:xfrm>
            <a:prstGeom prst="parallelogram">
              <a:avLst>
                <a:gd name="adj" fmla="val 50564"/>
              </a:avLst>
            </a:prstGeom>
            <a:solidFill>
              <a:srgbClr val="343a4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194" name=""/>
            <p:cNvSpPr/>
            <p:nvPr/>
          </p:nvSpPr>
          <p:spPr>
            <a:xfrm flipH="1" flipV="1" rot="5330400">
              <a:off x="4030560" y="4040280"/>
              <a:ext cx="1370160" cy="1461600"/>
            </a:xfrm>
            <a:prstGeom prst="parallelogram">
              <a:avLst>
                <a:gd name="adj" fmla="val 50564"/>
              </a:avLst>
            </a:prstGeom>
            <a:solidFill>
              <a:srgbClr val="e9ece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</p:grpSp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 type="body"/>
          </p:nvPr>
        </p:nvSpPr>
        <p:spPr>
          <a:xfrm>
            <a:off x="468000" y="1800000"/>
            <a:ext cx="9070560" cy="32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 type="ftr" idx="25"/>
          </p:nvPr>
        </p:nvSpPr>
        <p:spPr>
          <a:xfrm>
            <a:off x="3442680" y="516600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Noto Sans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" name="PlaceHolder 4"/>
          <p:cNvSpPr>
            <a:spLocks noGrp="1"/>
          </p:cNvSpPr>
          <p:nvPr>
            <p:ph type="sldNum" idx="26"/>
          </p:nvPr>
        </p:nvSpPr>
        <p:spPr>
          <a:xfrm>
            <a:off x="722736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9F25B64-E84B-43BB-8590-3894F72DBF7C}" type="slidenum">
              <a:rPr b="0" lang="en-US" sz="1400" spc="-1" strike="noStrike">
                <a:solidFill>
                  <a:srgbClr val="000000"/>
                </a:solidFill>
                <a:latin typeface="Noto Sans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" name="PlaceHolder 5"/>
          <p:cNvSpPr>
            <a:spLocks noGrp="1"/>
          </p:cNvSpPr>
          <p:nvPr>
            <p:ph type="dt" idx="27"/>
          </p:nvPr>
        </p:nvSpPr>
        <p:spPr>
          <a:xfrm>
            <a:off x="46800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"/>
          <p:cNvSpPr/>
          <p:nvPr/>
        </p:nvSpPr>
        <p:spPr>
          <a:xfrm>
            <a:off x="2103480" y="3658320"/>
            <a:ext cx="1644480" cy="164448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203" name=""/>
          <p:cNvSpPr/>
          <p:nvPr/>
        </p:nvSpPr>
        <p:spPr>
          <a:xfrm>
            <a:off x="823320" y="-273240"/>
            <a:ext cx="2193120" cy="219312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204" name=""/>
          <p:cNvSpPr/>
          <p:nvPr/>
        </p:nvSpPr>
        <p:spPr>
          <a:xfrm>
            <a:off x="7955640" y="3109680"/>
            <a:ext cx="2193120" cy="219312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205" name=""/>
          <p:cNvSpPr/>
          <p:nvPr/>
        </p:nvSpPr>
        <p:spPr>
          <a:xfrm>
            <a:off x="9601560" y="915120"/>
            <a:ext cx="1644480" cy="164448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grpSp>
        <p:nvGrpSpPr>
          <p:cNvPr id="206" name=""/>
          <p:cNvGrpSpPr/>
          <p:nvPr/>
        </p:nvGrpSpPr>
        <p:grpSpPr>
          <a:xfrm>
            <a:off x="3916800" y="1133640"/>
            <a:ext cx="2432160" cy="4337640"/>
            <a:chOff x="3916800" y="1133640"/>
            <a:chExt cx="2432160" cy="4337640"/>
          </a:xfrm>
        </p:grpSpPr>
        <p:sp>
          <p:nvSpPr>
            <p:cNvPr id="207" name=""/>
            <p:cNvSpPr/>
            <p:nvPr/>
          </p:nvSpPr>
          <p:spPr>
            <a:xfrm flipH="1" flipV="1" rot="5330400">
              <a:off x="4852440" y="3736080"/>
              <a:ext cx="1370160" cy="1461600"/>
            </a:xfrm>
            <a:prstGeom prst="parallelogram">
              <a:avLst>
                <a:gd name="adj" fmla="val 50564"/>
              </a:avLst>
            </a:prstGeom>
            <a:solidFill>
              <a:srgbClr val="dee2e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208" name=""/>
            <p:cNvSpPr/>
            <p:nvPr/>
          </p:nvSpPr>
          <p:spPr>
            <a:xfrm flipH="1" flipV="1" rot="5330400">
              <a:off x="4021920" y="2697840"/>
              <a:ext cx="1370160" cy="1461600"/>
            </a:xfrm>
            <a:prstGeom prst="parallelogram">
              <a:avLst>
                <a:gd name="adj" fmla="val 50564"/>
              </a:avLst>
            </a:prstGeom>
            <a:solidFill>
              <a:srgbClr val="ced4d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209" name=""/>
            <p:cNvSpPr/>
            <p:nvPr/>
          </p:nvSpPr>
          <p:spPr>
            <a:xfrm flipH="1" flipV="1" rot="5330400">
              <a:off x="4919040" y="2433600"/>
              <a:ext cx="1370160" cy="1461600"/>
            </a:xfrm>
            <a:prstGeom prst="parallelogram">
              <a:avLst>
                <a:gd name="adj" fmla="val 50564"/>
              </a:avLst>
            </a:prstGeom>
            <a:solidFill>
              <a:srgbClr val="adb5b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210" name=""/>
            <p:cNvSpPr/>
            <p:nvPr/>
          </p:nvSpPr>
          <p:spPr>
            <a:xfrm flipH="1" flipV="1" rot="5330400">
              <a:off x="3975840" y="1339920"/>
              <a:ext cx="1370160" cy="1461600"/>
            </a:xfrm>
            <a:prstGeom prst="parallelogram">
              <a:avLst>
                <a:gd name="adj" fmla="val 50564"/>
              </a:avLst>
            </a:prstGeom>
            <a:solidFill>
              <a:srgbClr val="6c757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211" name=""/>
            <p:cNvSpPr/>
            <p:nvPr/>
          </p:nvSpPr>
          <p:spPr>
            <a:xfrm flipH="1" flipV="1" rot="5330400">
              <a:off x="4910040" y="1101960"/>
              <a:ext cx="1370160" cy="1461600"/>
            </a:xfrm>
            <a:prstGeom prst="parallelogram">
              <a:avLst>
                <a:gd name="adj" fmla="val 50564"/>
              </a:avLst>
            </a:prstGeom>
            <a:solidFill>
              <a:srgbClr val="343a4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212" name=""/>
            <p:cNvSpPr/>
            <p:nvPr/>
          </p:nvSpPr>
          <p:spPr>
            <a:xfrm flipH="1" flipV="1" rot="5330400">
              <a:off x="4030560" y="4040280"/>
              <a:ext cx="1370160" cy="1461600"/>
            </a:xfrm>
            <a:prstGeom prst="parallelogram">
              <a:avLst>
                <a:gd name="adj" fmla="val 50564"/>
              </a:avLst>
            </a:prstGeom>
            <a:solidFill>
              <a:srgbClr val="e9ece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</p:grpSp>
      <p:sp>
        <p:nvSpPr>
          <p:cNvPr id="213" name="PlaceHolder 1"/>
          <p:cNvSpPr>
            <a:spLocks noGrp="1"/>
          </p:cNvSpPr>
          <p:nvPr>
            <p:ph type="ftr" idx="28"/>
          </p:nvPr>
        </p:nvSpPr>
        <p:spPr>
          <a:xfrm>
            <a:off x="3442680" y="516600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Noto Sans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" name="PlaceHolder 2"/>
          <p:cNvSpPr>
            <a:spLocks noGrp="1"/>
          </p:cNvSpPr>
          <p:nvPr>
            <p:ph type="sldNum" idx="29"/>
          </p:nvPr>
        </p:nvSpPr>
        <p:spPr>
          <a:xfrm>
            <a:off x="722736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9595337-FEB3-4EA7-B240-3D37B82A8B95}" type="slidenum">
              <a:rPr b="0" lang="en-US" sz="1400" spc="-1" strike="noStrike">
                <a:solidFill>
                  <a:srgbClr val="000000"/>
                </a:solidFill>
                <a:latin typeface="Noto Sans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" name="PlaceHolder 3"/>
          <p:cNvSpPr>
            <a:spLocks noGrp="1"/>
          </p:cNvSpPr>
          <p:nvPr>
            <p:ph type="dt" idx="30"/>
          </p:nvPr>
        </p:nvSpPr>
        <p:spPr>
          <a:xfrm>
            <a:off x="46800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" name="PlaceHolder 4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"/>
          <p:cNvSpPr/>
          <p:nvPr/>
        </p:nvSpPr>
        <p:spPr>
          <a:xfrm>
            <a:off x="6771960" y="1300320"/>
            <a:ext cx="860400" cy="181440"/>
          </a:xfrm>
          <a:prstGeom prst="rect">
            <a:avLst/>
          </a:prstGeom>
          <a:pattFill prst="wdUpDiag">
            <a:fgClr>
              <a:srgbClr val="000000"/>
            </a:fgClr>
            <a:bgClr>
              <a:srgbClr val="ffffff">
                <a:alpha val="0"/>
              </a:srgbClr>
            </a:bgClr>
          </a:patt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219" name=""/>
          <p:cNvSpPr/>
          <p:nvPr/>
        </p:nvSpPr>
        <p:spPr>
          <a:xfrm>
            <a:off x="5813280" y="3854880"/>
            <a:ext cx="860400" cy="181440"/>
          </a:xfrm>
          <a:prstGeom prst="rect">
            <a:avLst/>
          </a:prstGeom>
          <a:pattFill prst="wdUpDiag">
            <a:fgClr>
              <a:srgbClr val="000000"/>
            </a:fgClr>
            <a:bgClr>
              <a:srgbClr val="ffffff">
                <a:alpha val="0"/>
              </a:srgbClr>
            </a:bgClr>
          </a:patt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220" name=""/>
          <p:cNvSpPr/>
          <p:nvPr/>
        </p:nvSpPr>
        <p:spPr>
          <a:xfrm>
            <a:off x="7589520" y="2560320"/>
            <a:ext cx="2193120" cy="219312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221" name=""/>
          <p:cNvSpPr/>
          <p:nvPr/>
        </p:nvSpPr>
        <p:spPr>
          <a:xfrm>
            <a:off x="3200400" y="731520"/>
            <a:ext cx="1683360" cy="164448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222" name=""/>
          <p:cNvSpPr/>
          <p:nvPr/>
        </p:nvSpPr>
        <p:spPr>
          <a:xfrm>
            <a:off x="1424160" y="3489120"/>
            <a:ext cx="1683360" cy="164448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223" name=""/>
          <p:cNvSpPr/>
          <p:nvPr/>
        </p:nvSpPr>
        <p:spPr>
          <a:xfrm>
            <a:off x="700920" y="1900080"/>
            <a:ext cx="1400760" cy="1847520"/>
          </a:xfrm>
          <a:custGeom>
            <a:avLst/>
            <a:gdLst>
              <a:gd name="textAreaLeft" fmla="*/ 0 w 1400760"/>
              <a:gd name="textAreaRight" fmla="*/ 1402200 w 1400760"/>
              <a:gd name="textAreaTop" fmla="*/ 0 h 1847520"/>
              <a:gd name="textAreaBottom" fmla="*/ 1848960 h 1847520"/>
            </a:gdLst>
            <a:ahLst/>
            <a:rect l="textAreaLeft" t="textAreaTop" r="textAreaRight" b="textAreaBottom"/>
            <a:pathLst>
              <a:path fill="none" w="3895" h="5136">
                <a:moveTo>
                  <a:pt x="339" y="0"/>
                </a:moveTo>
                <a:cubicBezTo>
                  <a:pt x="-931" y="2540"/>
                  <a:pt x="1609" y="5588"/>
                  <a:pt x="3895" y="5080"/>
                </a:cubicBezTo>
              </a:path>
            </a:pathLst>
          </a:custGeom>
          <a:noFill/>
          <a:ln w="36720">
            <a:solidFill>
              <a:srgbClr val="666666"/>
            </a:solidFill>
            <a:custDash>
              <a:ds d="600000" sp="300000"/>
            </a:custDash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224" name=""/>
          <p:cNvSpPr/>
          <p:nvPr/>
        </p:nvSpPr>
        <p:spPr>
          <a:xfrm>
            <a:off x="3931920" y="2011680"/>
            <a:ext cx="974520" cy="1370160"/>
          </a:xfrm>
          <a:custGeom>
            <a:avLst/>
            <a:gdLst>
              <a:gd name="textAreaLeft" fmla="*/ 0 w 974520"/>
              <a:gd name="textAreaRight" fmla="*/ 975960 w 974520"/>
              <a:gd name="textAreaTop" fmla="*/ 0 h 1370160"/>
              <a:gd name="textAreaBottom" fmla="*/ 1371600 h 1370160"/>
            </a:gdLst>
            <a:ahLst/>
            <a:rect l="textAreaLeft" t="textAreaTop" r="textAreaRight" b="textAreaBottom"/>
            <a:pathLst>
              <a:path fill="none" w="2711" h="3810">
                <a:moveTo>
                  <a:pt x="0" y="3810"/>
                </a:moveTo>
                <a:cubicBezTo>
                  <a:pt x="762" y="3048"/>
                  <a:pt x="1271" y="3556"/>
                  <a:pt x="1270" y="2795"/>
                </a:cubicBezTo>
                <a:cubicBezTo>
                  <a:pt x="1270" y="2032"/>
                  <a:pt x="3301" y="2286"/>
                  <a:pt x="2540" y="3048"/>
                </a:cubicBezTo>
                <a:cubicBezTo>
                  <a:pt x="1778" y="3810"/>
                  <a:pt x="1524" y="508"/>
                  <a:pt x="2540" y="0"/>
                </a:cubicBezTo>
              </a:path>
            </a:pathLst>
          </a:custGeom>
          <a:noFill/>
          <a:ln w="36720">
            <a:solidFill>
              <a:srgbClr val="666666"/>
            </a:solidFill>
            <a:custDash>
              <a:ds d="600000" sp="300000"/>
            </a:custDash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225" name=""/>
          <p:cNvSpPr/>
          <p:nvPr/>
        </p:nvSpPr>
        <p:spPr>
          <a:xfrm>
            <a:off x="7724880" y="2103120"/>
            <a:ext cx="777600" cy="1461600"/>
          </a:xfrm>
          <a:custGeom>
            <a:avLst/>
            <a:gdLst>
              <a:gd name="textAreaLeft" fmla="*/ 0 w 777600"/>
              <a:gd name="textAreaRight" fmla="*/ 779040 w 777600"/>
              <a:gd name="textAreaTop" fmla="*/ 0 h 1461600"/>
              <a:gd name="textAreaBottom" fmla="*/ 1463040 h 1461600"/>
            </a:gdLst>
            <a:ahLst/>
            <a:rect l="textAreaLeft" t="textAreaTop" r="textAreaRight" b="textAreaBottom"/>
            <a:pathLst>
              <a:path fill="none" w="2164" h="4064">
                <a:moveTo>
                  <a:pt x="132" y="4064"/>
                </a:moveTo>
                <a:cubicBezTo>
                  <a:pt x="-630" y="3301"/>
                  <a:pt x="2164" y="3555"/>
                  <a:pt x="2164" y="2794"/>
                </a:cubicBezTo>
                <a:cubicBezTo>
                  <a:pt x="2164" y="2032"/>
                  <a:pt x="-630" y="1778"/>
                  <a:pt x="132" y="2540"/>
                </a:cubicBezTo>
                <a:cubicBezTo>
                  <a:pt x="894" y="3302"/>
                  <a:pt x="1910" y="508"/>
                  <a:pt x="894" y="0"/>
                </a:cubicBezTo>
              </a:path>
            </a:pathLst>
          </a:custGeom>
          <a:noFill/>
          <a:ln w="36720">
            <a:solidFill>
              <a:srgbClr val="666666"/>
            </a:solidFill>
            <a:custDash>
              <a:ds d="600000" sp="300000"/>
            </a:custDash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226" name=""/>
          <p:cNvSpPr/>
          <p:nvPr/>
        </p:nvSpPr>
        <p:spPr>
          <a:xfrm>
            <a:off x="1424160" y="4754880"/>
            <a:ext cx="860400" cy="181440"/>
          </a:xfrm>
          <a:prstGeom prst="rect">
            <a:avLst/>
          </a:prstGeom>
          <a:pattFill prst="wdUpDiag">
            <a:fgClr>
              <a:srgbClr val="000000"/>
            </a:fgClr>
            <a:bgClr>
              <a:srgbClr val="ffffff">
                <a:alpha val="0"/>
              </a:srgbClr>
            </a:bgClr>
          </a:patt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227" name=""/>
          <p:cNvSpPr/>
          <p:nvPr/>
        </p:nvSpPr>
        <p:spPr>
          <a:xfrm>
            <a:off x="2887200" y="1300320"/>
            <a:ext cx="860400" cy="181440"/>
          </a:xfrm>
          <a:prstGeom prst="rect">
            <a:avLst/>
          </a:prstGeom>
          <a:pattFill prst="wdUpDiag">
            <a:fgClr>
              <a:srgbClr val="000000"/>
            </a:fgClr>
            <a:bgClr>
              <a:srgbClr val="ffffff">
                <a:alpha val="0"/>
              </a:srgbClr>
            </a:bgClr>
          </a:patt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228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2"/>
          <p:cNvSpPr>
            <a:spLocks noGrp="1"/>
          </p:cNvSpPr>
          <p:nvPr>
            <p:ph type="body"/>
          </p:nvPr>
        </p:nvSpPr>
        <p:spPr>
          <a:xfrm>
            <a:off x="468000" y="1800000"/>
            <a:ext cx="9070560" cy="32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3"/>
          <p:cNvSpPr>
            <a:spLocks noGrp="1"/>
          </p:cNvSpPr>
          <p:nvPr>
            <p:ph type="ftr" idx="31"/>
          </p:nvPr>
        </p:nvSpPr>
        <p:spPr>
          <a:xfrm>
            <a:off x="3442680" y="516600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Noto Sans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1" name="PlaceHolder 4"/>
          <p:cNvSpPr>
            <a:spLocks noGrp="1"/>
          </p:cNvSpPr>
          <p:nvPr>
            <p:ph type="sldNum" idx="32"/>
          </p:nvPr>
        </p:nvSpPr>
        <p:spPr>
          <a:xfrm>
            <a:off x="722736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BD6A649-24DB-4421-B063-11B0E8539163}" type="slidenum">
              <a:rPr b="0" lang="en-US" sz="1400" spc="-1" strike="noStrike">
                <a:solidFill>
                  <a:srgbClr val="000000"/>
                </a:solidFill>
                <a:latin typeface="Noto Sans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" name="PlaceHolder 5"/>
          <p:cNvSpPr>
            <a:spLocks noGrp="1"/>
          </p:cNvSpPr>
          <p:nvPr>
            <p:ph type="dt" idx="33"/>
          </p:nvPr>
        </p:nvSpPr>
        <p:spPr>
          <a:xfrm>
            <a:off x="46800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"/>
          <p:cNvSpPr/>
          <p:nvPr/>
        </p:nvSpPr>
        <p:spPr>
          <a:xfrm>
            <a:off x="6771960" y="1300320"/>
            <a:ext cx="860400" cy="181440"/>
          </a:xfrm>
          <a:prstGeom prst="rect">
            <a:avLst/>
          </a:prstGeom>
          <a:pattFill prst="wdUpDiag">
            <a:fgClr>
              <a:srgbClr val="000000"/>
            </a:fgClr>
            <a:bgClr>
              <a:srgbClr val="ffffff">
                <a:alpha val="0"/>
              </a:srgbClr>
            </a:bgClr>
          </a:patt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236" name=""/>
          <p:cNvSpPr/>
          <p:nvPr/>
        </p:nvSpPr>
        <p:spPr>
          <a:xfrm>
            <a:off x="5813280" y="3854880"/>
            <a:ext cx="860400" cy="181440"/>
          </a:xfrm>
          <a:prstGeom prst="rect">
            <a:avLst/>
          </a:prstGeom>
          <a:pattFill prst="wdUpDiag">
            <a:fgClr>
              <a:srgbClr val="000000"/>
            </a:fgClr>
            <a:bgClr>
              <a:srgbClr val="ffffff">
                <a:alpha val="0"/>
              </a:srgbClr>
            </a:bgClr>
          </a:patt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237" name=""/>
          <p:cNvSpPr/>
          <p:nvPr/>
        </p:nvSpPr>
        <p:spPr>
          <a:xfrm>
            <a:off x="7589520" y="2560320"/>
            <a:ext cx="2193120" cy="219312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238" name=""/>
          <p:cNvSpPr/>
          <p:nvPr/>
        </p:nvSpPr>
        <p:spPr>
          <a:xfrm>
            <a:off x="3200400" y="731520"/>
            <a:ext cx="1683360" cy="164448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239" name=""/>
          <p:cNvSpPr/>
          <p:nvPr/>
        </p:nvSpPr>
        <p:spPr>
          <a:xfrm>
            <a:off x="1424160" y="3489120"/>
            <a:ext cx="1683360" cy="164448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240" name=""/>
          <p:cNvSpPr/>
          <p:nvPr/>
        </p:nvSpPr>
        <p:spPr>
          <a:xfrm>
            <a:off x="700920" y="1900080"/>
            <a:ext cx="1400760" cy="1847520"/>
          </a:xfrm>
          <a:custGeom>
            <a:avLst/>
            <a:gdLst>
              <a:gd name="textAreaLeft" fmla="*/ 0 w 1400760"/>
              <a:gd name="textAreaRight" fmla="*/ 1402200 w 1400760"/>
              <a:gd name="textAreaTop" fmla="*/ 0 h 1847520"/>
              <a:gd name="textAreaBottom" fmla="*/ 1848960 h 1847520"/>
            </a:gdLst>
            <a:ahLst/>
            <a:rect l="textAreaLeft" t="textAreaTop" r="textAreaRight" b="textAreaBottom"/>
            <a:pathLst>
              <a:path fill="none" w="3895" h="5136">
                <a:moveTo>
                  <a:pt x="339" y="0"/>
                </a:moveTo>
                <a:cubicBezTo>
                  <a:pt x="-931" y="2540"/>
                  <a:pt x="1609" y="5588"/>
                  <a:pt x="3895" y="5080"/>
                </a:cubicBezTo>
              </a:path>
            </a:pathLst>
          </a:custGeom>
          <a:noFill/>
          <a:ln w="36720">
            <a:solidFill>
              <a:srgbClr val="666666"/>
            </a:solidFill>
            <a:custDash>
              <a:ds d="600000" sp="300000"/>
            </a:custDash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241" name=""/>
          <p:cNvSpPr/>
          <p:nvPr/>
        </p:nvSpPr>
        <p:spPr>
          <a:xfrm>
            <a:off x="3931920" y="2011680"/>
            <a:ext cx="974520" cy="1370160"/>
          </a:xfrm>
          <a:custGeom>
            <a:avLst/>
            <a:gdLst>
              <a:gd name="textAreaLeft" fmla="*/ 0 w 974520"/>
              <a:gd name="textAreaRight" fmla="*/ 975960 w 974520"/>
              <a:gd name="textAreaTop" fmla="*/ 0 h 1370160"/>
              <a:gd name="textAreaBottom" fmla="*/ 1371600 h 1370160"/>
            </a:gdLst>
            <a:ahLst/>
            <a:rect l="textAreaLeft" t="textAreaTop" r="textAreaRight" b="textAreaBottom"/>
            <a:pathLst>
              <a:path fill="none" w="2711" h="3810">
                <a:moveTo>
                  <a:pt x="0" y="3810"/>
                </a:moveTo>
                <a:cubicBezTo>
                  <a:pt x="762" y="3048"/>
                  <a:pt x="1271" y="3556"/>
                  <a:pt x="1270" y="2795"/>
                </a:cubicBezTo>
                <a:cubicBezTo>
                  <a:pt x="1270" y="2032"/>
                  <a:pt x="3301" y="2286"/>
                  <a:pt x="2540" y="3048"/>
                </a:cubicBezTo>
                <a:cubicBezTo>
                  <a:pt x="1778" y="3810"/>
                  <a:pt x="1524" y="508"/>
                  <a:pt x="2540" y="0"/>
                </a:cubicBezTo>
              </a:path>
            </a:pathLst>
          </a:custGeom>
          <a:noFill/>
          <a:ln w="36720">
            <a:solidFill>
              <a:srgbClr val="666666"/>
            </a:solidFill>
            <a:custDash>
              <a:ds d="600000" sp="300000"/>
            </a:custDash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242" name=""/>
          <p:cNvSpPr/>
          <p:nvPr/>
        </p:nvSpPr>
        <p:spPr>
          <a:xfrm>
            <a:off x="7724880" y="2103120"/>
            <a:ext cx="777600" cy="1461600"/>
          </a:xfrm>
          <a:custGeom>
            <a:avLst/>
            <a:gdLst>
              <a:gd name="textAreaLeft" fmla="*/ 0 w 777600"/>
              <a:gd name="textAreaRight" fmla="*/ 779040 w 777600"/>
              <a:gd name="textAreaTop" fmla="*/ 0 h 1461600"/>
              <a:gd name="textAreaBottom" fmla="*/ 1463040 h 1461600"/>
            </a:gdLst>
            <a:ahLst/>
            <a:rect l="textAreaLeft" t="textAreaTop" r="textAreaRight" b="textAreaBottom"/>
            <a:pathLst>
              <a:path fill="none" w="2164" h="4064">
                <a:moveTo>
                  <a:pt x="132" y="4064"/>
                </a:moveTo>
                <a:cubicBezTo>
                  <a:pt x="-630" y="3301"/>
                  <a:pt x="2164" y="3555"/>
                  <a:pt x="2164" y="2794"/>
                </a:cubicBezTo>
                <a:cubicBezTo>
                  <a:pt x="2164" y="2032"/>
                  <a:pt x="-630" y="1778"/>
                  <a:pt x="132" y="2540"/>
                </a:cubicBezTo>
                <a:cubicBezTo>
                  <a:pt x="894" y="3302"/>
                  <a:pt x="1910" y="508"/>
                  <a:pt x="894" y="0"/>
                </a:cubicBezTo>
              </a:path>
            </a:pathLst>
          </a:custGeom>
          <a:noFill/>
          <a:ln w="36720">
            <a:solidFill>
              <a:srgbClr val="666666"/>
            </a:solidFill>
            <a:custDash>
              <a:ds d="600000" sp="300000"/>
            </a:custDash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243" name=""/>
          <p:cNvSpPr/>
          <p:nvPr/>
        </p:nvSpPr>
        <p:spPr>
          <a:xfrm>
            <a:off x="1424160" y="4754880"/>
            <a:ext cx="860400" cy="181440"/>
          </a:xfrm>
          <a:prstGeom prst="rect">
            <a:avLst/>
          </a:prstGeom>
          <a:pattFill prst="wdUpDiag">
            <a:fgClr>
              <a:srgbClr val="000000"/>
            </a:fgClr>
            <a:bgClr>
              <a:srgbClr val="ffffff">
                <a:alpha val="0"/>
              </a:srgbClr>
            </a:bgClr>
          </a:patt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244" name=""/>
          <p:cNvSpPr/>
          <p:nvPr/>
        </p:nvSpPr>
        <p:spPr>
          <a:xfrm>
            <a:off x="2887200" y="1300320"/>
            <a:ext cx="860400" cy="181440"/>
          </a:xfrm>
          <a:prstGeom prst="rect">
            <a:avLst/>
          </a:prstGeom>
          <a:pattFill prst="wdUpDiag">
            <a:fgClr>
              <a:srgbClr val="000000"/>
            </a:fgClr>
            <a:bgClr>
              <a:srgbClr val="ffffff">
                <a:alpha val="0"/>
              </a:srgbClr>
            </a:bgClr>
          </a:patt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245" name="PlaceHolder 1"/>
          <p:cNvSpPr>
            <a:spLocks noGrp="1"/>
          </p:cNvSpPr>
          <p:nvPr>
            <p:ph type="ftr" idx="34"/>
          </p:nvPr>
        </p:nvSpPr>
        <p:spPr>
          <a:xfrm>
            <a:off x="3442680" y="516600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Noto Sans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PlaceHolder 2"/>
          <p:cNvSpPr>
            <a:spLocks noGrp="1"/>
          </p:cNvSpPr>
          <p:nvPr>
            <p:ph type="sldNum" idx="35"/>
          </p:nvPr>
        </p:nvSpPr>
        <p:spPr>
          <a:xfrm>
            <a:off x="722736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9945B22-40B1-4CA2-BAF4-1EFFF3169304}" type="slidenum">
              <a:rPr b="0" lang="en-US" sz="1400" spc="-1" strike="noStrike">
                <a:solidFill>
                  <a:srgbClr val="000000"/>
                </a:solidFill>
                <a:latin typeface="Noto Sans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PlaceHolder 3"/>
          <p:cNvSpPr>
            <a:spLocks noGrp="1"/>
          </p:cNvSpPr>
          <p:nvPr>
            <p:ph type="dt" idx="36"/>
          </p:nvPr>
        </p:nvSpPr>
        <p:spPr>
          <a:xfrm>
            <a:off x="46800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PlaceHolder 4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2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0" name=""/>
          <p:cNvGrpSpPr/>
          <p:nvPr/>
        </p:nvGrpSpPr>
        <p:grpSpPr>
          <a:xfrm>
            <a:off x="2982960" y="1585440"/>
            <a:ext cx="5981040" cy="3148560"/>
            <a:chOff x="2982960" y="1585440"/>
            <a:chExt cx="5981040" cy="3148560"/>
          </a:xfrm>
        </p:grpSpPr>
        <p:sp>
          <p:nvSpPr>
            <p:cNvPr id="251" name=""/>
            <p:cNvSpPr/>
            <p:nvPr/>
          </p:nvSpPr>
          <p:spPr>
            <a:xfrm>
              <a:off x="3570480" y="1888200"/>
              <a:ext cx="4925880" cy="2621880"/>
            </a:xfrm>
            <a:prstGeom prst="rect">
              <a:avLst/>
            </a:prstGeom>
            <a:solidFill>
              <a:srgbClr val="e9ece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252" name=""/>
            <p:cNvSpPr/>
            <p:nvPr/>
          </p:nvSpPr>
          <p:spPr>
            <a:xfrm>
              <a:off x="3763800" y="1585440"/>
              <a:ext cx="4925880" cy="2621880"/>
            </a:xfrm>
            <a:prstGeom prst="rect">
              <a:avLst/>
            </a:prstGeom>
            <a:noFill/>
            <a:ln w="183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9000" rIns="99000" tIns="54000" bIns="54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253" name=""/>
            <p:cNvSpPr/>
            <p:nvPr/>
          </p:nvSpPr>
          <p:spPr>
            <a:xfrm>
              <a:off x="3844800" y="1768320"/>
              <a:ext cx="1095840" cy="147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8000" spc="-1" strike="noStrike">
                  <a:solidFill>
                    <a:srgbClr val="000000"/>
                  </a:solidFill>
                  <a:latin typeface="Noto Sans"/>
                  <a:ea typeface="DejaVu Sans"/>
                </a:rPr>
                <a:t>“</a:t>
              </a:r>
              <a:endParaRPr b="0" lang="en-US" sz="80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4" name=""/>
            <p:cNvSpPr/>
            <p:nvPr/>
          </p:nvSpPr>
          <p:spPr>
            <a:xfrm>
              <a:off x="7868160" y="3399840"/>
              <a:ext cx="1095840" cy="1334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7200" spc="-1" strike="noStrike">
                  <a:solidFill>
                    <a:srgbClr val="000000"/>
                  </a:solidFill>
                  <a:latin typeface="Noto Sans"/>
                  <a:ea typeface="DejaVu Sans"/>
                </a:rPr>
                <a:t>”</a:t>
              </a:r>
              <a:endParaRPr b="0" lang="en-US" sz="72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5" name=""/>
            <p:cNvSpPr/>
            <p:nvPr/>
          </p:nvSpPr>
          <p:spPr>
            <a:xfrm>
              <a:off x="2982960" y="4117320"/>
              <a:ext cx="1043280" cy="301320"/>
            </a:xfrm>
            <a:prstGeom prst="rect">
              <a:avLst/>
            </a:prstGeom>
            <a:pattFill prst="wdUpDiag">
              <a:fgClr>
                <a:srgbClr val="000000"/>
              </a:fgClr>
              <a:bgClr>
                <a:srgbClr val="ffffff">
                  <a:alpha val="0"/>
                </a:srgbClr>
              </a:bgClr>
            </a:patt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</p:grpSp>
      <p:grpSp>
        <p:nvGrpSpPr>
          <p:cNvPr id="256" name=""/>
          <p:cNvGrpSpPr/>
          <p:nvPr/>
        </p:nvGrpSpPr>
        <p:grpSpPr>
          <a:xfrm>
            <a:off x="-2091240" y="-402120"/>
            <a:ext cx="4942440" cy="8520120"/>
            <a:chOff x="-2091240" y="-402120"/>
            <a:chExt cx="4942440" cy="8520120"/>
          </a:xfrm>
        </p:grpSpPr>
        <p:sp>
          <p:nvSpPr>
            <p:cNvPr id="257" name=""/>
            <p:cNvSpPr/>
            <p:nvPr/>
          </p:nvSpPr>
          <p:spPr>
            <a:xfrm>
              <a:off x="-893160" y="448668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ced4da"/>
            </a:solid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258" name=""/>
            <p:cNvSpPr/>
            <p:nvPr/>
          </p:nvSpPr>
          <p:spPr>
            <a:xfrm rot="5358000">
              <a:off x="-894600" y="5151960"/>
              <a:ext cx="1067400" cy="765000"/>
            </a:xfrm>
            <a:custGeom>
              <a:avLst/>
              <a:gdLst>
                <a:gd name="textAreaLeft" fmla="*/ 277200 w 1067400"/>
                <a:gd name="textAreaRight" fmla="*/ 792000 w 106740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343a40"/>
            </a:solid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259" name=""/>
            <p:cNvSpPr/>
            <p:nvPr/>
          </p:nvSpPr>
          <p:spPr>
            <a:xfrm>
              <a:off x="-228960" y="516168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f8f9fa"/>
            </a:solid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260" name=""/>
            <p:cNvSpPr/>
            <p:nvPr/>
          </p:nvSpPr>
          <p:spPr>
            <a:xfrm rot="5358000">
              <a:off x="-218520" y="4488840"/>
              <a:ext cx="1067040" cy="765000"/>
            </a:xfrm>
            <a:custGeom>
              <a:avLst/>
              <a:gdLst>
                <a:gd name="textAreaLeft" fmla="*/ 276840 w 1067040"/>
                <a:gd name="textAreaRight" fmla="*/ 791640 w 106704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343a40"/>
            </a:solid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261" name=""/>
            <p:cNvSpPr/>
            <p:nvPr/>
          </p:nvSpPr>
          <p:spPr>
            <a:xfrm>
              <a:off x="-228960" y="382608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blipFill rotWithShape="0">
              <a:blip r:embed="rId2"/>
              <a:srcRect/>
              <a:tile tx="0" ty="0" sx="73404" sy="73404" algn="ctr"/>
            </a:blip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262" name=""/>
            <p:cNvSpPr/>
            <p:nvPr/>
          </p:nvSpPr>
          <p:spPr>
            <a:xfrm rot="5358000">
              <a:off x="-1583280" y="4493160"/>
              <a:ext cx="1067400" cy="765000"/>
            </a:xfrm>
            <a:custGeom>
              <a:avLst/>
              <a:gdLst>
                <a:gd name="textAreaLeft" fmla="*/ 277200 w 1067400"/>
                <a:gd name="textAreaRight" fmla="*/ 792000 w 106740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blipFill rotWithShape="0">
              <a:blip r:embed="rId3"/>
              <a:srcRect/>
              <a:tile tx="0" ty="0" sx="73404" sy="73404" algn="ctr"/>
            </a:blip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263" name=""/>
            <p:cNvSpPr/>
            <p:nvPr/>
          </p:nvSpPr>
          <p:spPr>
            <a:xfrm rot="5358000">
              <a:off x="-2235600" y="5169240"/>
              <a:ext cx="1067400" cy="765000"/>
            </a:xfrm>
            <a:custGeom>
              <a:avLst/>
              <a:gdLst>
                <a:gd name="textAreaLeft" fmla="*/ 277200 w 1067400"/>
                <a:gd name="textAreaRight" fmla="*/ 792000 w 106740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dee2e6"/>
            </a:solid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264" name=""/>
            <p:cNvSpPr/>
            <p:nvPr/>
          </p:nvSpPr>
          <p:spPr>
            <a:xfrm rot="5358000">
              <a:off x="-894240" y="3819960"/>
              <a:ext cx="1067400" cy="765000"/>
            </a:xfrm>
            <a:custGeom>
              <a:avLst/>
              <a:gdLst>
                <a:gd name="textAreaLeft" fmla="*/ 277200 w 1067400"/>
                <a:gd name="textAreaRight" fmla="*/ 792000 w 106740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6c757d"/>
            </a:solid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265" name=""/>
            <p:cNvSpPr/>
            <p:nvPr/>
          </p:nvSpPr>
          <p:spPr>
            <a:xfrm rot="5358000">
              <a:off x="-219240" y="3153240"/>
              <a:ext cx="1067400" cy="765000"/>
            </a:xfrm>
            <a:custGeom>
              <a:avLst/>
              <a:gdLst>
                <a:gd name="textAreaLeft" fmla="*/ 277200 w 1067400"/>
                <a:gd name="textAreaRight" fmla="*/ 792000 w 106740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dee2e6"/>
            </a:solid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266" name=""/>
            <p:cNvSpPr/>
            <p:nvPr/>
          </p:nvSpPr>
          <p:spPr>
            <a:xfrm>
              <a:off x="455040" y="447768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6c757d"/>
            </a:solid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267" name=""/>
            <p:cNvSpPr/>
            <p:nvPr/>
          </p:nvSpPr>
          <p:spPr>
            <a:xfrm rot="5358000">
              <a:off x="471960" y="3819960"/>
              <a:ext cx="1067400" cy="765000"/>
            </a:xfrm>
            <a:custGeom>
              <a:avLst/>
              <a:gdLst>
                <a:gd name="textAreaLeft" fmla="*/ 277200 w 1067400"/>
                <a:gd name="textAreaRight" fmla="*/ 792000 w 106740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e9ecef"/>
            </a:solid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268" name=""/>
            <p:cNvSpPr/>
            <p:nvPr/>
          </p:nvSpPr>
          <p:spPr>
            <a:xfrm>
              <a:off x="1158840" y="517068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ced4da"/>
            </a:solid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269" name=""/>
            <p:cNvSpPr/>
            <p:nvPr/>
          </p:nvSpPr>
          <p:spPr>
            <a:xfrm>
              <a:off x="-1561680" y="516276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6c757d"/>
            </a:solid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270" name=""/>
            <p:cNvSpPr/>
            <p:nvPr/>
          </p:nvSpPr>
          <p:spPr>
            <a:xfrm rot="5358000">
              <a:off x="462960" y="5169240"/>
              <a:ext cx="1067400" cy="765000"/>
            </a:xfrm>
            <a:custGeom>
              <a:avLst/>
              <a:gdLst>
                <a:gd name="textAreaLeft" fmla="*/ 277200 w 1067400"/>
                <a:gd name="textAreaRight" fmla="*/ 792000 w 106740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dee2e6"/>
            </a:solid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271" name=""/>
            <p:cNvSpPr/>
            <p:nvPr/>
          </p:nvSpPr>
          <p:spPr>
            <a:xfrm flipH="1" rot="16242000">
              <a:off x="-231120" y="1792440"/>
              <a:ext cx="1067400" cy="765000"/>
            </a:xfrm>
            <a:custGeom>
              <a:avLst/>
              <a:gdLst>
                <a:gd name="textAreaLeft" fmla="*/ 276120 w 1067400"/>
                <a:gd name="textAreaRight" fmla="*/ 790920 w 106740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212529"/>
            </a:solid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272" name=""/>
            <p:cNvSpPr/>
            <p:nvPr/>
          </p:nvSpPr>
          <p:spPr>
            <a:xfrm flipH="1" rot="16242000">
              <a:off x="419400" y="2468520"/>
              <a:ext cx="1067400" cy="765000"/>
            </a:xfrm>
            <a:custGeom>
              <a:avLst/>
              <a:gdLst>
                <a:gd name="textAreaLeft" fmla="*/ 276120 w 1067400"/>
                <a:gd name="textAreaRight" fmla="*/ 790920 w 106740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dee2e6"/>
            </a:solid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273" name=""/>
            <p:cNvSpPr/>
            <p:nvPr/>
          </p:nvSpPr>
          <p:spPr>
            <a:xfrm flipH="1">
              <a:off x="-248040" y="2462040"/>
              <a:ext cx="1071720" cy="765000"/>
            </a:xfrm>
            <a:custGeom>
              <a:avLst/>
              <a:gdLst>
                <a:gd name="textAreaLeft" fmla="*/ 279000 w 1071720"/>
                <a:gd name="textAreaRight" fmla="*/ 795600 w 107172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6c757d"/>
            </a:solid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274" name=""/>
            <p:cNvSpPr/>
            <p:nvPr/>
          </p:nvSpPr>
          <p:spPr>
            <a:xfrm>
              <a:off x="1107720" y="113508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ced4da"/>
            </a:solid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275" name=""/>
            <p:cNvSpPr/>
            <p:nvPr/>
          </p:nvSpPr>
          <p:spPr>
            <a:xfrm rot="5358000">
              <a:off x="1104480" y="1800360"/>
              <a:ext cx="1067400" cy="765000"/>
            </a:xfrm>
            <a:custGeom>
              <a:avLst/>
              <a:gdLst>
                <a:gd name="textAreaLeft" fmla="*/ 277200 w 1067400"/>
                <a:gd name="textAreaRight" fmla="*/ 792000 w 106740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343a40"/>
            </a:solid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276" name=""/>
            <p:cNvSpPr/>
            <p:nvPr/>
          </p:nvSpPr>
          <p:spPr>
            <a:xfrm rot="5358000">
              <a:off x="415800" y="1141560"/>
              <a:ext cx="1067400" cy="765000"/>
            </a:xfrm>
            <a:custGeom>
              <a:avLst/>
              <a:gdLst>
                <a:gd name="textAreaLeft" fmla="*/ 277200 w 1067400"/>
                <a:gd name="textAreaRight" fmla="*/ 792000 w 106740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blipFill rotWithShape="0">
              <a:blip r:embed="rId4"/>
              <a:srcRect/>
              <a:tile tx="0" ty="0" sx="73404" sy="73404" algn="ctr"/>
            </a:blip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277" name=""/>
            <p:cNvSpPr/>
            <p:nvPr/>
          </p:nvSpPr>
          <p:spPr>
            <a:xfrm>
              <a:off x="439200" y="181116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6c757d"/>
            </a:solid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278" name=""/>
            <p:cNvSpPr/>
            <p:nvPr/>
          </p:nvSpPr>
          <p:spPr>
            <a:xfrm>
              <a:off x="423720" y="45108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ced4da"/>
            </a:solid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279" name=""/>
            <p:cNvSpPr/>
            <p:nvPr/>
          </p:nvSpPr>
          <p:spPr>
            <a:xfrm rot="5358000">
              <a:off x="-243720" y="437400"/>
              <a:ext cx="1067400" cy="765000"/>
            </a:xfrm>
            <a:custGeom>
              <a:avLst/>
              <a:gdLst>
                <a:gd name="textAreaLeft" fmla="*/ 277200 w 1067400"/>
                <a:gd name="textAreaRight" fmla="*/ 792000 w 106740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dee2e6"/>
            </a:solid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280" name=""/>
            <p:cNvSpPr/>
            <p:nvPr/>
          </p:nvSpPr>
          <p:spPr>
            <a:xfrm rot="5358000">
              <a:off x="436320" y="-246240"/>
              <a:ext cx="1067400" cy="765000"/>
            </a:xfrm>
            <a:custGeom>
              <a:avLst/>
              <a:gdLst>
                <a:gd name="textAreaLeft" fmla="*/ 277200 w 1067400"/>
                <a:gd name="textAreaRight" fmla="*/ 792000 w 106740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6c757d"/>
            </a:solid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281" name=""/>
            <p:cNvSpPr/>
            <p:nvPr/>
          </p:nvSpPr>
          <p:spPr>
            <a:xfrm>
              <a:off x="1779480" y="179460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ced4da"/>
            </a:solid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282" name=""/>
            <p:cNvSpPr/>
            <p:nvPr/>
          </p:nvSpPr>
          <p:spPr>
            <a:xfrm>
              <a:off x="1106280" y="-25704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blipFill rotWithShape="0">
              <a:blip r:embed="rId5"/>
              <a:srcRect/>
              <a:tile tx="0" ty="0" sx="73404" sy="73404" algn="ctr"/>
            </a:blip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283" name=""/>
            <p:cNvSpPr/>
            <p:nvPr/>
          </p:nvSpPr>
          <p:spPr>
            <a:xfrm>
              <a:off x="-908280" y="179064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blipFill rotWithShape="0">
              <a:blip r:embed="rId6"/>
              <a:srcRect/>
              <a:tile tx="0" ty="0" sx="73404" sy="73404" algn="ctr"/>
            </a:blip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284" name=""/>
            <p:cNvSpPr/>
            <p:nvPr/>
          </p:nvSpPr>
          <p:spPr>
            <a:xfrm rot="5358000">
              <a:off x="-243000" y="5823720"/>
              <a:ext cx="1067400" cy="765000"/>
            </a:xfrm>
            <a:custGeom>
              <a:avLst/>
              <a:gdLst>
                <a:gd name="textAreaLeft" fmla="*/ 277200 w 1067400"/>
                <a:gd name="textAreaRight" fmla="*/ 792000 w 106740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6c757d"/>
            </a:solid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285" name=""/>
            <p:cNvSpPr/>
            <p:nvPr/>
          </p:nvSpPr>
          <p:spPr>
            <a:xfrm>
              <a:off x="427320" y="585396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blipFill rotWithShape="0">
              <a:blip r:embed="rId7"/>
              <a:srcRect/>
              <a:tile tx="0" ty="0" sx="73404" sy="73404" algn="ctr"/>
            </a:blip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286" name=""/>
            <p:cNvSpPr/>
            <p:nvPr/>
          </p:nvSpPr>
          <p:spPr>
            <a:xfrm>
              <a:off x="-236880" y="649404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ced4da"/>
            </a:solid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287" name=""/>
            <p:cNvSpPr/>
            <p:nvPr/>
          </p:nvSpPr>
          <p:spPr>
            <a:xfrm rot="5358000">
              <a:off x="-927000" y="6500520"/>
              <a:ext cx="1067400" cy="765000"/>
            </a:xfrm>
            <a:custGeom>
              <a:avLst/>
              <a:gdLst>
                <a:gd name="textAreaLeft" fmla="*/ 277200 w 1067400"/>
                <a:gd name="textAreaRight" fmla="*/ 792000 w 106740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e9ecef"/>
            </a:solid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288" name=""/>
            <p:cNvSpPr/>
            <p:nvPr/>
          </p:nvSpPr>
          <p:spPr>
            <a:xfrm rot="5358000">
              <a:off x="-245160" y="7197120"/>
              <a:ext cx="1067040" cy="765000"/>
            </a:xfrm>
            <a:custGeom>
              <a:avLst/>
              <a:gdLst>
                <a:gd name="textAreaLeft" fmla="*/ 276840 w 1067040"/>
                <a:gd name="textAreaRight" fmla="*/ 791640 w 106704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343a40"/>
            </a:solid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289" name=""/>
            <p:cNvSpPr/>
            <p:nvPr/>
          </p:nvSpPr>
          <p:spPr>
            <a:xfrm rot="5358000">
              <a:off x="428040" y="6517080"/>
              <a:ext cx="1067400" cy="765000"/>
            </a:xfrm>
            <a:custGeom>
              <a:avLst/>
              <a:gdLst>
                <a:gd name="textAreaLeft" fmla="*/ 277200 w 1067400"/>
                <a:gd name="textAreaRight" fmla="*/ 792000 w 106740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dee2e6"/>
            </a:solid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290" name=""/>
            <p:cNvSpPr/>
            <p:nvPr/>
          </p:nvSpPr>
          <p:spPr>
            <a:xfrm>
              <a:off x="1103400" y="653004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6c757d"/>
            </a:solid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</p:grpSp>
      <p:sp>
        <p:nvSpPr>
          <p:cNvPr id="291" name=""/>
          <p:cNvSpPr/>
          <p:nvPr/>
        </p:nvSpPr>
        <p:spPr>
          <a:xfrm>
            <a:off x="8538120" y="3877200"/>
            <a:ext cx="974520" cy="1370160"/>
          </a:xfrm>
          <a:custGeom>
            <a:avLst/>
            <a:gdLst>
              <a:gd name="textAreaLeft" fmla="*/ 0 w 974520"/>
              <a:gd name="textAreaRight" fmla="*/ 975960 w 974520"/>
              <a:gd name="textAreaTop" fmla="*/ 0 h 1370160"/>
              <a:gd name="textAreaBottom" fmla="*/ 1371600 h 1370160"/>
            </a:gdLst>
            <a:ahLst/>
            <a:rect l="textAreaLeft" t="textAreaTop" r="textAreaRight" b="textAreaBottom"/>
            <a:pathLst>
              <a:path fill="none" w="2711" h="3810">
                <a:moveTo>
                  <a:pt x="0" y="3810"/>
                </a:moveTo>
                <a:cubicBezTo>
                  <a:pt x="762" y="3048"/>
                  <a:pt x="1271" y="3556"/>
                  <a:pt x="1270" y="2795"/>
                </a:cubicBezTo>
                <a:cubicBezTo>
                  <a:pt x="1270" y="2032"/>
                  <a:pt x="3301" y="2286"/>
                  <a:pt x="2540" y="3048"/>
                </a:cubicBezTo>
                <a:cubicBezTo>
                  <a:pt x="1778" y="3810"/>
                  <a:pt x="1524" y="508"/>
                  <a:pt x="2540" y="0"/>
                </a:cubicBezTo>
              </a:path>
            </a:pathLst>
          </a:custGeom>
          <a:noFill/>
          <a:ln w="36720">
            <a:solidFill>
              <a:srgbClr val="666666"/>
            </a:solidFill>
            <a:custDash>
              <a:ds d="600000" sp="300000"/>
            </a:custDash>
            <a:round/>
            <a:headEnd len="sm" type="oval" w="lg"/>
            <a:tailEnd len="sm" type="oval" w="lg"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292" name=""/>
          <p:cNvSpPr/>
          <p:nvPr/>
        </p:nvSpPr>
        <p:spPr>
          <a:xfrm>
            <a:off x="7372080" y="4974480"/>
            <a:ext cx="1683360" cy="164448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293" name=""/>
          <p:cNvSpPr/>
          <p:nvPr/>
        </p:nvSpPr>
        <p:spPr>
          <a:xfrm>
            <a:off x="7868160" y="-329040"/>
            <a:ext cx="2010240" cy="201024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2"/>
          <p:cNvSpPr>
            <a:spLocks noGrp="1"/>
          </p:cNvSpPr>
          <p:nvPr>
            <p:ph type="body"/>
          </p:nvPr>
        </p:nvSpPr>
        <p:spPr>
          <a:xfrm>
            <a:off x="468000" y="1800000"/>
            <a:ext cx="9070560" cy="32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PlaceHolder 3"/>
          <p:cNvSpPr>
            <a:spLocks noGrp="1"/>
          </p:cNvSpPr>
          <p:nvPr>
            <p:ph type="ftr" idx="37"/>
          </p:nvPr>
        </p:nvSpPr>
        <p:spPr>
          <a:xfrm>
            <a:off x="3442680" y="516600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Noto Sans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7" name="PlaceHolder 4"/>
          <p:cNvSpPr>
            <a:spLocks noGrp="1"/>
          </p:cNvSpPr>
          <p:nvPr>
            <p:ph type="sldNum" idx="38"/>
          </p:nvPr>
        </p:nvSpPr>
        <p:spPr>
          <a:xfrm>
            <a:off x="722736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42AE24B-4515-4F28-B28F-D6FEFD4BA895}" type="slidenum">
              <a:rPr b="0" lang="en-US" sz="1400" spc="-1" strike="noStrike">
                <a:solidFill>
                  <a:srgbClr val="000000"/>
                </a:solidFill>
                <a:latin typeface="Noto Sans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8" name="PlaceHolder 5"/>
          <p:cNvSpPr>
            <a:spLocks noGrp="1"/>
          </p:cNvSpPr>
          <p:nvPr>
            <p:ph type="dt" idx="39"/>
          </p:nvPr>
        </p:nvSpPr>
        <p:spPr>
          <a:xfrm>
            <a:off x="46800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8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1" name=""/>
          <p:cNvGrpSpPr/>
          <p:nvPr/>
        </p:nvGrpSpPr>
        <p:grpSpPr>
          <a:xfrm>
            <a:off x="2982960" y="1585440"/>
            <a:ext cx="5981040" cy="3148560"/>
            <a:chOff x="2982960" y="1585440"/>
            <a:chExt cx="5981040" cy="3148560"/>
          </a:xfrm>
        </p:grpSpPr>
        <p:sp>
          <p:nvSpPr>
            <p:cNvPr id="302" name=""/>
            <p:cNvSpPr/>
            <p:nvPr/>
          </p:nvSpPr>
          <p:spPr>
            <a:xfrm>
              <a:off x="3570480" y="1888200"/>
              <a:ext cx="4925880" cy="2621880"/>
            </a:xfrm>
            <a:prstGeom prst="rect">
              <a:avLst/>
            </a:prstGeom>
            <a:solidFill>
              <a:srgbClr val="e9ece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03" name=""/>
            <p:cNvSpPr/>
            <p:nvPr/>
          </p:nvSpPr>
          <p:spPr>
            <a:xfrm>
              <a:off x="3763800" y="1585440"/>
              <a:ext cx="4925880" cy="2621880"/>
            </a:xfrm>
            <a:prstGeom prst="rect">
              <a:avLst/>
            </a:prstGeom>
            <a:noFill/>
            <a:ln w="183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9000" rIns="99000" tIns="54000" bIns="54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04" name=""/>
            <p:cNvSpPr/>
            <p:nvPr/>
          </p:nvSpPr>
          <p:spPr>
            <a:xfrm>
              <a:off x="3844800" y="1768320"/>
              <a:ext cx="1095840" cy="147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8000" spc="-1" strike="noStrike">
                  <a:solidFill>
                    <a:srgbClr val="000000"/>
                  </a:solidFill>
                  <a:latin typeface="Noto Sans"/>
                  <a:ea typeface="DejaVu Sans"/>
                </a:rPr>
                <a:t>“</a:t>
              </a:r>
              <a:endParaRPr b="0" lang="en-US" sz="80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05" name=""/>
            <p:cNvSpPr/>
            <p:nvPr/>
          </p:nvSpPr>
          <p:spPr>
            <a:xfrm>
              <a:off x="7868160" y="3399840"/>
              <a:ext cx="1095840" cy="1334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7200" spc="-1" strike="noStrike">
                  <a:solidFill>
                    <a:srgbClr val="000000"/>
                  </a:solidFill>
                  <a:latin typeface="Noto Sans"/>
                  <a:ea typeface="DejaVu Sans"/>
                </a:rPr>
                <a:t>”</a:t>
              </a:r>
              <a:endParaRPr b="0" lang="en-US" sz="72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06" name=""/>
            <p:cNvSpPr/>
            <p:nvPr/>
          </p:nvSpPr>
          <p:spPr>
            <a:xfrm>
              <a:off x="2982960" y="4117320"/>
              <a:ext cx="1043280" cy="301320"/>
            </a:xfrm>
            <a:prstGeom prst="rect">
              <a:avLst/>
            </a:prstGeom>
            <a:pattFill prst="wdUpDiag">
              <a:fgClr>
                <a:srgbClr val="000000"/>
              </a:fgClr>
              <a:bgClr>
                <a:srgbClr val="ffffff">
                  <a:alpha val="0"/>
                </a:srgbClr>
              </a:bgClr>
            </a:patt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</p:grpSp>
      <p:grpSp>
        <p:nvGrpSpPr>
          <p:cNvPr id="307" name=""/>
          <p:cNvGrpSpPr/>
          <p:nvPr/>
        </p:nvGrpSpPr>
        <p:grpSpPr>
          <a:xfrm>
            <a:off x="-2091240" y="-402120"/>
            <a:ext cx="4942440" cy="8520120"/>
            <a:chOff x="-2091240" y="-402120"/>
            <a:chExt cx="4942440" cy="8520120"/>
          </a:xfrm>
        </p:grpSpPr>
        <p:sp>
          <p:nvSpPr>
            <p:cNvPr id="308" name=""/>
            <p:cNvSpPr/>
            <p:nvPr/>
          </p:nvSpPr>
          <p:spPr>
            <a:xfrm>
              <a:off x="-893160" y="448668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ced4da"/>
            </a:solid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09" name=""/>
            <p:cNvSpPr/>
            <p:nvPr/>
          </p:nvSpPr>
          <p:spPr>
            <a:xfrm rot="5358000">
              <a:off x="-894600" y="5151960"/>
              <a:ext cx="1067400" cy="765000"/>
            </a:xfrm>
            <a:custGeom>
              <a:avLst/>
              <a:gdLst>
                <a:gd name="textAreaLeft" fmla="*/ 277200 w 1067400"/>
                <a:gd name="textAreaRight" fmla="*/ 792000 w 106740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343a40"/>
            </a:solid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310" name=""/>
            <p:cNvSpPr/>
            <p:nvPr/>
          </p:nvSpPr>
          <p:spPr>
            <a:xfrm>
              <a:off x="-228960" y="516168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f8f9fa"/>
            </a:solid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11" name=""/>
            <p:cNvSpPr/>
            <p:nvPr/>
          </p:nvSpPr>
          <p:spPr>
            <a:xfrm rot="5358000">
              <a:off x="-218520" y="4488840"/>
              <a:ext cx="1067040" cy="765000"/>
            </a:xfrm>
            <a:custGeom>
              <a:avLst/>
              <a:gdLst>
                <a:gd name="textAreaLeft" fmla="*/ 276840 w 1067040"/>
                <a:gd name="textAreaRight" fmla="*/ 791640 w 106704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343a40"/>
            </a:solid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312" name=""/>
            <p:cNvSpPr/>
            <p:nvPr/>
          </p:nvSpPr>
          <p:spPr>
            <a:xfrm>
              <a:off x="-228960" y="382608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blipFill rotWithShape="0">
              <a:blip r:embed="rId2"/>
              <a:srcRect/>
              <a:tile tx="0" ty="0" sx="73404" sy="73404" algn="ctr"/>
            </a:blip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13" name=""/>
            <p:cNvSpPr/>
            <p:nvPr/>
          </p:nvSpPr>
          <p:spPr>
            <a:xfrm rot="5358000">
              <a:off x="-1583280" y="4493160"/>
              <a:ext cx="1067400" cy="765000"/>
            </a:xfrm>
            <a:custGeom>
              <a:avLst/>
              <a:gdLst>
                <a:gd name="textAreaLeft" fmla="*/ 277200 w 1067400"/>
                <a:gd name="textAreaRight" fmla="*/ 792000 w 106740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blipFill rotWithShape="0">
              <a:blip r:embed="rId3"/>
              <a:srcRect/>
              <a:tile tx="0" ty="0" sx="73404" sy="73404" algn="ctr"/>
            </a:blip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14" name=""/>
            <p:cNvSpPr/>
            <p:nvPr/>
          </p:nvSpPr>
          <p:spPr>
            <a:xfrm rot="5358000">
              <a:off x="-2235600" y="5169240"/>
              <a:ext cx="1067400" cy="765000"/>
            </a:xfrm>
            <a:custGeom>
              <a:avLst/>
              <a:gdLst>
                <a:gd name="textAreaLeft" fmla="*/ 277200 w 1067400"/>
                <a:gd name="textAreaRight" fmla="*/ 792000 w 106740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dee2e6"/>
            </a:solid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15" name=""/>
            <p:cNvSpPr/>
            <p:nvPr/>
          </p:nvSpPr>
          <p:spPr>
            <a:xfrm rot="5358000">
              <a:off x="-894240" y="3819960"/>
              <a:ext cx="1067400" cy="765000"/>
            </a:xfrm>
            <a:custGeom>
              <a:avLst/>
              <a:gdLst>
                <a:gd name="textAreaLeft" fmla="*/ 277200 w 1067400"/>
                <a:gd name="textAreaRight" fmla="*/ 792000 w 106740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6c757d"/>
            </a:solid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316" name=""/>
            <p:cNvSpPr/>
            <p:nvPr/>
          </p:nvSpPr>
          <p:spPr>
            <a:xfrm rot="5358000">
              <a:off x="-219240" y="3153240"/>
              <a:ext cx="1067400" cy="765000"/>
            </a:xfrm>
            <a:custGeom>
              <a:avLst/>
              <a:gdLst>
                <a:gd name="textAreaLeft" fmla="*/ 277200 w 1067400"/>
                <a:gd name="textAreaRight" fmla="*/ 792000 w 106740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dee2e6"/>
            </a:solid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17" name=""/>
            <p:cNvSpPr/>
            <p:nvPr/>
          </p:nvSpPr>
          <p:spPr>
            <a:xfrm>
              <a:off x="455040" y="447768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6c757d"/>
            </a:solid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318" name=""/>
            <p:cNvSpPr/>
            <p:nvPr/>
          </p:nvSpPr>
          <p:spPr>
            <a:xfrm rot="5358000">
              <a:off x="471960" y="3819960"/>
              <a:ext cx="1067400" cy="765000"/>
            </a:xfrm>
            <a:custGeom>
              <a:avLst/>
              <a:gdLst>
                <a:gd name="textAreaLeft" fmla="*/ 277200 w 1067400"/>
                <a:gd name="textAreaRight" fmla="*/ 792000 w 106740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e9ecef"/>
            </a:solid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19" name=""/>
            <p:cNvSpPr/>
            <p:nvPr/>
          </p:nvSpPr>
          <p:spPr>
            <a:xfrm>
              <a:off x="1158840" y="517068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ced4da"/>
            </a:solid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20" name=""/>
            <p:cNvSpPr/>
            <p:nvPr/>
          </p:nvSpPr>
          <p:spPr>
            <a:xfrm>
              <a:off x="-1561680" y="516276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6c757d"/>
            </a:solid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321" name=""/>
            <p:cNvSpPr/>
            <p:nvPr/>
          </p:nvSpPr>
          <p:spPr>
            <a:xfrm rot="5358000">
              <a:off x="462960" y="5169240"/>
              <a:ext cx="1067400" cy="765000"/>
            </a:xfrm>
            <a:custGeom>
              <a:avLst/>
              <a:gdLst>
                <a:gd name="textAreaLeft" fmla="*/ 277200 w 1067400"/>
                <a:gd name="textAreaRight" fmla="*/ 792000 w 106740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dee2e6"/>
            </a:solid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22" name=""/>
            <p:cNvSpPr/>
            <p:nvPr/>
          </p:nvSpPr>
          <p:spPr>
            <a:xfrm flipH="1" rot="16242000">
              <a:off x="-231120" y="1792440"/>
              <a:ext cx="1067400" cy="765000"/>
            </a:xfrm>
            <a:custGeom>
              <a:avLst/>
              <a:gdLst>
                <a:gd name="textAreaLeft" fmla="*/ 276120 w 1067400"/>
                <a:gd name="textAreaRight" fmla="*/ 790920 w 106740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212529"/>
            </a:solid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323" name=""/>
            <p:cNvSpPr/>
            <p:nvPr/>
          </p:nvSpPr>
          <p:spPr>
            <a:xfrm flipH="1" rot="16242000">
              <a:off x="419400" y="2468520"/>
              <a:ext cx="1067400" cy="765000"/>
            </a:xfrm>
            <a:custGeom>
              <a:avLst/>
              <a:gdLst>
                <a:gd name="textAreaLeft" fmla="*/ 276120 w 1067400"/>
                <a:gd name="textAreaRight" fmla="*/ 790920 w 106740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dee2e6"/>
            </a:solid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24" name=""/>
            <p:cNvSpPr/>
            <p:nvPr/>
          </p:nvSpPr>
          <p:spPr>
            <a:xfrm flipH="1">
              <a:off x="-248040" y="2462040"/>
              <a:ext cx="1071720" cy="765000"/>
            </a:xfrm>
            <a:custGeom>
              <a:avLst/>
              <a:gdLst>
                <a:gd name="textAreaLeft" fmla="*/ 279000 w 1071720"/>
                <a:gd name="textAreaRight" fmla="*/ 795600 w 107172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6c757d"/>
            </a:solid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325" name=""/>
            <p:cNvSpPr/>
            <p:nvPr/>
          </p:nvSpPr>
          <p:spPr>
            <a:xfrm>
              <a:off x="1107720" y="113508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ced4da"/>
            </a:solid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26" name=""/>
            <p:cNvSpPr/>
            <p:nvPr/>
          </p:nvSpPr>
          <p:spPr>
            <a:xfrm rot="5358000">
              <a:off x="1104480" y="1800360"/>
              <a:ext cx="1067400" cy="765000"/>
            </a:xfrm>
            <a:custGeom>
              <a:avLst/>
              <a:gdLst>
                <a:gd name="textAreaLeft" fmla="*/ 277200 w 1067400"/>
                <a:gd name="textAreaRight" fmla="*/ 792000 w 106740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343a40"/>
            </a:solid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327" name=""/>
            <p:cNvSpPr/>
            <p:nvPr/>
          </p:nvSpPr>
          <p:spPr>
            <a:xfrm rot="5358000">
              <a:off x="415800" y="1141560"/>
              <a:ext cx="1067400" cy="765000"/>
            </a:xfrm>
            <a:custGeom>
              <a:avLst/>
              <a:gdLst>
                <a:gd name="textAreaLeft" fmla="*/ 277200 w 1067400"/>
                <a:gd name="textAreaRight" fmla="*/ 792000 w 106740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blipFill rotWithShape="0">
              <a:blip r:embed="rId4"/>
              <a:srcRect/>
              <a:tile tx="0" ty="0" sx="73404" sy="73404" algn="ctr"/>
            </a:blip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28" name=""/>
            <p:cNvSpPr/>
            <p:nvPr/>
          </p:nvSpPr>
          <p:spPr>
            <a:xfrm>
              <a:off x="439200" y="181116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6c757d"/>
            </a:solid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329" name=""/>
            <p:cNvSpPr/>
            <p:nvPr/>
          </p:nvSpPr>
          <p:spPr>
            <a:xfrm>
              <a:off x="423720" y="45108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ced4da"/>
            </a:solid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30" name=""/>
            <p:cNvSpPr/>
            <p:nvPr/>
          </p:nvSpPr>
          <p:spPr>
            <a:xfrm rot="5358000">
              <a:off x="-243720" y="437400"/>
              <a:ext cx="1067400" cy="765000"/>
            </a:xfrm>
            <a:custGeom>
              <a:avLst/>
              <a:gdLst>
                <a:gd name="textAreaLeft" fmla="*/ 277200 w 1067400"/>
                <a:gd name="textAreaRight" fmla="*/ 792000 w 106740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dee2e6"/>
            </a:solid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31" name=""/>
            <p:cNvSpPr/>
            <p:nvPr/>
          </p:nvSpPr>
          <p:spPr>
            <a:xfrm rot="5358000">
              <a:off x="436320" y="-246240"/>
              <a:ext cx="1067400" cy="765000"/>
            </a:xfrm>
            <a:custGeom>
              <a:avLst/>
              <a:gdLst>
                <a:gd name="textAreaLeft" fmla="*/ 277200 w 1067400"/>
                <a:gd name="textAreaRight" fmla="*/ 792000 w 106740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6c757d"/>
            </a:solid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332" name=""/>
            <p:cNvSpPr/>
            <p:nvPr/>
          </p:nvSpPr>
          <p:spPr>
            <a:xfrm>
              <a:off x="1779480" y="179460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ced4da"/>
            </a:solid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33" name=""/>
            <p:cNvSpPr/>
            <p:nvPr/>
          </p:nvSpPr>
          <p:spPr>
            <a:xfrm>
              <a:off x="1106280" y="-25704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blipFill rotWithShape="0">
              <a:blip r:embed="rId5"/>
              <a:srcRect/>
              <a:tile tx="0" ty="0" sx="73404" sy="73404" algn="ctr"/>
            </a:blip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34" name=""/>
            <p:cNvSpPr/>
            <p:nvPr/>
          </p:nvSpPr>
          <p:spPr>
            <a:xfrm>
              <a:off x="-908280" y="179064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blipFill rotWithShape="0">
              <a:blip r:embed="rId6"/>
              <a:srcRect/>
              <a:tile tx="0" ty="0" sx="73404" sy="73404" algn="ctr"/>
            </a:blip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35" name=""/>
            <p:cNvSpPr/>
            <p:nvPr/>
          </p:nvSpPr>
          <p:spPr>
            <a:xfrm rot="5358000">
              <a:off x="-243000" y="5823720"/>
              <a:ext cx="1067400" cy="765000"/>
            </a:xfrm>
            <a:custGeom>
              <a:avLst/>
              <a:gdLst>
                <a:gd name="textAreaLeft" fmla="*/ 277200 w 1067400"/>
                <a:gd name="textAreaRight" fmla="*/ 792000 w 106740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6c757d"/>
            </a:solid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336" name=""/>
            <p:cNvSpPr/>
            <p:nvPr/>
          </p:nvSpPr>
          <p:spPr>
            <a:xfrm>
              <a:off x="427320" y="585396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blipFill rotWithShape="0">
              <a:blip r:embed="rId7"/>
              <a:srcRect/>
              <a:tile tx="0" ty="0" sx="73404" sy="73404" algn="ctr"/>
            </a:blip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37" name=""/>
            <p:cNvSpPr/>
            <p:nvPr/>
          </p:nvSpPr>
          <p:spPr>
            <a:xfrm>
              <a:off x="-236880" y="649404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ced4da"/>
            </a:solid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38" name=""/>
            <p:cNvSpPr/>
            <p:nvPr/>
          </p:nvSpPr>
          <p:spPr>
            <a:xfrm rot="5358000">
              <a:off x="-927000" y="6500520"/>
              <a:ext cx="1067400" cy="765000"/>
            </a:xfrm>
            <a:custGeom>
              <a:avLst/>
              <a:gdLst>
                <a:gd name="textAreaLeft" fmla="*/ 277200 w 1067400"/>
                <a:gd name="textAreaRight" fmla="*/ 792000 w 106740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e9ecef"/>
            </a:solid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39" name=""/>
            <p:cNvSpPr/>
            <p:nvPr/>
          </p:nvSpPr>
          <p:spPr>
            <a:xfrm rot="5358000">
              <a:off x="-245160" y="7197120"/>
              <a:ext cx="1067040" cy="765000"/>
            </a:xfrm>
            <a:custGeom>
              <a:avLst/>
              <a:gdLst>
                <a:gd name="textAreaLeft" fmla="*/ 276840 w 1067040"/>
                <a:gd name="textAreaRight" fmla="*/ 791640 w 106704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343a40"/>
            </a:solid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  <p:sp>
          <p:nvSpPr>
            <p:cNvPr id="340" name=""/>
            <p:cNvSpPr/>
            <p:nvPr/>
          </p:nvSpPr>
          <p:spPr>
            <a:xfrm rot="5358000">
              <a:off x="428040" y="6517080"/>
              <a:ext cx="1067400" cy="765000"/>
            </a:xfrm>
            <a:custGeom>
              <a:avLst/>
              <a:gdLst>
                <a:gd name="textAreaLeft" fmla="*/ 277200 w 1067400"/>
                <a:gd name="textAreaRight" fmla="*/ 792000 w 106740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dee2e6"/>
            </a:solid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41" name=""/>
            <p:cNvSpPr/>
            <p:nvPr/>
          </p:nvSpPr>
          <p:spPr>
            <a:xfrm>
              <a:off x="1103400" y="6530040"/>
              <a:ext cx="1071720" cy="765000"/>
            </a:xfrm>
            <a:custGeom>
              <a:avLst/>
              <a:gdLst>
                <a:gd name="textAreaLeft" fmla="*/ 278280 w 1071720"/>
                <a:gd name="textAreaRight" fmla="*/ 794880 w 1071720"/>
                <a:gd name="textAreaTop" fmla="*/ 258840 h 765000"/>
                <a:gd name="textAreaBottom" fmla="*/ 507600 h 765000"/>
              </a:gdLst>
              <a:ahLst/>
              <a:rect l="textAreaLeft" t="textAreaTop" r="textAreaRight" b="textAreaBottom"/>
              <a:pathLst>
                <a:path w="21600" h="21600">
                  <a:moveTo>
                    <a:pt x="3822" y="20239"/>
                  </a:moveTo>
                  <a:cubicBezTo>
                    <a:pt x="5451" y="20418"/>
                    <a:pt x="7281" y="21646"/>
                    <a:pt x="8714" y="20776"/>
                  </a:cubicBezTo>
                  <a:cubicBezTo>
                    <a:pt x="8865" y="20686"/>
                    <a:pt x="8964" y="20455"/>
                    <a:pt x="9019" y="20239"/>
                  </a:cubicBezTo>
                  <a:cubicBezTo>
                    <a:pt x="9071" y="20036"/>
                    <a:pt x="9053" y="19804"/>
                    <a:pt x="9019" y="19597"/>
                  </a:cubicBezTo>
                  <a:cubicBezTo>
                    <a:pt x="8966" y="19288"/>
                    <a:pt x="8781" y="19048"/>
                    <a:pt x="8714" y="18743"/>
                  </a:cubicBezTo>
                  <a:cubicBezTo>
                    <a:pt x="8601" y="18227"/>
                    <a:pt x="8526" y="17674"/>
                    <a:pt x="8560" y="17138"/>
                  </a:cubicBezTo>
                  <a:cubicBezTo>
                    <a:pt x="8584" y="16800"/>
                    <a:pt x="8662" y="16459"/>
                    <a:pt x="8790" y="16170"/>
                  </a:cubicBezTo>
                  <a:cubicBezTo>
                    <a:pt x="8923" y="15870"/>
                    <a:pt x="9117" y="15626"/>
                    <a:pt x="9326" y="15422"/>
                  </a:cubicBezTo>
                  <a:cubicBezTo>
                    <a:pt x="9578" y="15179"/>
                    <a:pt x="9865" y="14979"/>
                    <a:pt x="10164" y="14886"/>
                  </a:cubicBezTo>
                  <a:cubicBezTo>
                    <a:pt x="10338" y="14833"/>
                    <a:pt x="10527" y="14833"/>
                    <a:pt x="10701" y="14886"/>
                  </a:cubicBezTo>
                  <a:cubicBezTo>
                    <a:pt x="11112" y="15016"/>
                    <a:pt x="11507" y="15284"/>
                    <a:pt x="11846" y="15638"/>
                  </a:cubicBezTo>
                  <a:cubicBezTo>
                    <a:pt x="12122" y="15922"/>
                    <a:pt x="12397" y="16268"/>
                    <a:pt x="12534" y="16707"/>
                  </a:cubicBezTo>
                  <a:cubicBezTo>
                    <a:pt x="12687" y="17203"/>
                    <a:pt x="12716" y="17792"/>
                    <a:pt x="12641" y="18321"/>
                  </a:cubicBezTo>
                  <a:cubicBezTo>
                    <a:pt x="12586" y="18707"/>
                    <a:pt x="12368" y="19012"/>
                    <a:pt x="12246" y="19365"/>
                  </a:cubicBezTo>
                  <a:cubicBezTo>
                    <a:pt x="12151" y="19646"/>
                    <a:pt x="12009" y="19914"/>
                    <a:pt x="11983" y="20223"/>
                  </a:cubicBezTo>
                  <a:cubicBezTo>
                    <a:pt x="11962" y="20471"/>
                    <a:pt x="11930" y="20808"/>
                    <a:pt x="12070" y="20963"/>
                  </a:cubicBezTo>
                  <a:cubicBezTo>
                    <a:pt x="13488" y="22552"/>
                    <a:pt x="15695" y="20678"/>
                    <a:pt x="17507" y="20532"/>
                  </a:cubicBezTo>
                  <a:lnTo>
                    <a:pt x="17542" y="20524"/>
                  </a:lnTo>
                  <a:cubicBezTo>
                    <a:pt x="17438" y="17983"/>
                    <a:pt x="16101" y="14890"/>
                    <a:pt x="17235" y="12902"/>
                  </a:cubicBezTo>
                  <a:cubicBezTo>
                    <a:pt x="17345" y="12707"/>
                    <a:pt x="17586" y="12752"/>
                    <a:pt x="17762" y="12780"/>
                  </a:cubicBezTo>
                  <a:cubicBezTo>
                    <a:pt x="17983" y="12817"/>
                    <a:pt x="18174" y="13016"/>
                    <a:pt x="18374" y="13150"/>
                  </a:cubicBezTo>
                  <a:cubicBezTo>
                    <a:pt x="18627" y="13321"/>
                    <a:pt x="18844" y="13626"/>
                    <a:pt x="19120" y="13703"/>
                  </a:cubicBezTo>
                  <a:cubicBezTo>
                    <a:pt x="19497" y="13809"/>
                    <a:pt x="19917" y="13768"/>
                    <a:pt x="20271" y="13553"/>
                  </a:cubicBezTo>
                  <a:cubicBezTo>
                    <a:pt x="20584" y="13362"/>
                    <a:pt x="20831" y="12975"/>
                    <a:pt x="21034" y="12589"/>
                  </a:cubicBezTo>
                  <a:cubicBezTo>
                    <a:pt x="21286" y="12114"/>
                    <a:pt x="21477" y="11561"/>
                    <a:pt x="21570" y="10984"/>
                  </a:cubicBezTo>
                  <a:cubicBezTo>
                    <a:pt x="21608" y="10740"/>
                    <a:pt x="21608" y="10476"/>
                    <a:pt x="21570" y="10232"/>
                  </a:cubicBezTo>
                  <a:cubicBezTo>
                    <a:pt x="21504" y="9813"/>
                    <a:pt x="21361" y="9411"/>
                    <a:pt x="21187" y="9057"/>
                  </a:cubicBezTo>
                  <a:cubicBezTo>
                    <a:pt x="21042" y="8764"/>
                    <a:pt x="20868" y="8492"/>
                    <a:pt x="20654" y="8305"/>
                  </a:cubicBezTo>
                  <a:cubicBezTo>
                    <a:pt x="20448" y="8126"/>
                    <a:pt x="20204" y="8016"/>
                    <a:pt x="19964" y="7984"/>
                  </a:cubicBezTo>
                  <a:cubicBezTo>
                    <a:pt x="19581" y="7935"/>
                    <a:pt x="19186" y="8041"/>
                    <a:pt x="18818" y="8199"/>
                  </a:cubicBezTo>
                  <a:cubicBezTo>
                    <a:pt x="18601" y="8293"/>
                    <a:pt x="18429" y="8553"/>
                    <a:pt x="18209" y="8626"/>
                  </a:cubicBezTo>
                  <a:cubicBezTo>
                    <a:pt x="18061" y="8675"/>
                    <a:pt x="17896" y="8699"/>
                    <a:pt x="17751" y="8626"/>
                  </a:cubicBezTo>
                  <a:cubicBezTo>
                    <a:pt x="17597" y="8549"/>
                    <a:pt x="17432" y="8411"/>
                    <a:pt x="17368" y="8199"/>
                  </a:cubicBezTo>
                  <a:cubicBezTo>
                    <a:pt x="16747" y="6191"/>
                    <a:pt x="17623" y="3631"/>
                    <a:pt x="17751" y="1342"/>
                  </a:cubicBezTo>
                  <a:lnTo>
                    <a:pt x="17722" y="1358"/>
                  </a:lnTo>
                  <a:cubicBezTo>
                    <a:pt x="16089" y="1180"/>
                    <a:pt x="14262" y="-48"/>
                    <a:pt x="12829" y="822"/>
                  </a:cubicBezTo>
                  <a:cubicBezTo>
                    <a:pt x="12679" y="911"/>
                    <a:pt x="12580" y="1143"/>
                    <a:pt x="12525" y="1358"/>
                  </a:cubicBezTo>
                  <a:cubicBezTo>
                    <a:pt x="12473" y="1562"/>
                    <a:pt x="12490" y="1793"/>
                    <a:pt x="12525" y="2001"/>
                  </a:cubicBezTo>
                  <a:cubicBezTo>
                    <a:pt x="12577" y="2310"/>
                    <a:pt x="12763" y="2549"/>
                    <a:pt x="12829" y="2854"/>
                  </a:cubicBezTo>
                  <a:cubicBezTo>
                    <a:pt x="12942" y="3370"/>
                    <a:pt x="13018" y="3923"/>
                    <a:pt x="12983" y="4460"/>
                  </a:cubicBezTo>
                  <a:cubicBezTo>
                    <a:pt x="12960" y="4797"/>
                    <a:pt x="12882" y="5139"/>
                    <a:pt x="12754" y="5427"/>
                  </a:cubicBezTo>
                  <a:cubicBezTo>
                    <a:pt x="12621" y="5728"/>
                    <a:pt x="12426" y="5972"/>
                    <a:pt x="12217" y="6175"/>
                  </a:cubicBezTo>
                  <a:cubicBezTo>
                    <a:pt x="11965" y="6419"/>
                    <a:pt x="11678" y="6618"/>
                    <a:pt x="11379" y="6712"/>
                  </a:cubicBezTo>
                  <a:cubicBezTo>
                    <a:pt x="11205" y="6765"/>
                    <a:pt x="11017" y="6765"/>
                    <a:pt x="10843" y="6712"/>
                  </a:cubicBezTo>
                  <a:cubicBezTo>
                    <a:pt x="10431" y="6582"/>
                    <a:pt x="10037" y="6313"/>
                    <a:pt x="9697" y="5960"/>
                  </a:cubicBezTo>
                  <a:cubicBezTo>
                    <a:pt x="9422" y="5675"/>
                    <a:pt x="9146" y="5330"/>
                    <a:pt x="9010" y="4891"/>
                  </a:cubicBezTo>
                  <a:cubicBezTo>
                    <a:pt x="8856" y="4395"/>
                    <a:pt x="8827" y="3805"/>
                    <a:pt x="8903" y="3277"/>
                  </a:cubicBezTo>
                  <a:cubicBezTo>
                    <a:pt x="8958" y="2891"/>
                    <a:pt x="9175" y="2586"/>
                    <a:pt x="9297" y="2232"/>
                  </a:cubicBezTo>
                  <a:cubicBezTo>
                    <a:pt x="9393" y="1952"/>
                    <a:pt x="9535" y="1684"/>
                    <a:pt x="9561" y="1375"/>
                  </a:cubicBezTo>
                  <a:cubicBezTo>
                    <a:pt x="9581" y="1127"/>
                    <a:pt x="9613" y="789"/>
                    <a:pt x="9474" y="635"/>
                  </a:cubicBezTo>
                  <a:cubicBezTo>
                    <a:pt x="8056" y="-954"/>
                    <a:pt x="5849" y="924"/>
                    <a:pt x="4036" y="1066"/>
                  </a:cubicBezTo>
                  <a:lnTo>
                    <a:pt x="4057" y="1127"/>
                  </a:lnTo>
                  <a:cubicBezTo>
                    <a:pt x="4158" y="3667"/>
                    <a:pt x="5498" y="6760"/>
                    <a:pt x="4364" y="8748"/>
                  </a:cubicBezTo>
                  <a:cubicBezTo>
                    <a:pt x="4254" y="8943"/>
                    <a:pt x="4013" y="8899"/>
                    <a:pt x="3836" y="8870"/>
                  </a:cubicBezTo>
                  <a:cubicBezTo>
                    <a:pt x="3616" y="8833"/>
                    <a:pt x="3424" y="8634"/>
                    <a:pt x="3224" y="8500"/>
                  </a:cubicBezTo>
                  <a:cubicBezTo>
                    <a:pt x="2972" y="8329"/>
                    <a:pt x="2754" y="8025"/>
                    <a:pt x="2479" y="7947"/>
                  </a:cubicBezTo>
                  <a:cubicBezTo>
                    <a:pt x="2102" y="7842"/>
                    <a:pt x="1681" y="7882"/>
                    <a:pt x="1328" y="8098"/>
                  </a:cubicBezTo>
                  <a:cubicBezTo>
                    <a:pt x="1014" y="8289"/>
                    <a:pt x="768" y="8675"/>
                    <a:pt x="565" y="9061"/>
                  </a:cubicBezTo>
                  <a:cubicBezTo>
                    <a:pt x="312" y="9537"/>
                    <a:pt x="121" y="10089"/>
                    <a:pt x="28" y="10667"/>
                  </a:cubicBezTo>
                  <a:cubicBezTo>
                    <a:pt x="-9" y="10911"/>
                    <a:pt x="-9" y="11175"/>
                    <a:pt x="28" y="11419"/>
                  </a:cubicBezTo>
                  <a:cubicBezTo>
                    <a:pt x="95" y="11837"/>
                    <a:pt x="237" y="12240"/>
                    <a:pt x="411" y="12593"/>
                  </a:cubicBezTo>
                  <a:cubicBezTo>
                    <a:pt x="556" y="12886"/>
                    <a:pt x="730" y="13158"/>
                    <a:pt x="945" y="13345"/>
                  </a:cubicBezTo>
                  <a:cubicBezTo>
                    <a:pt x="1151" y="13524"/>
                    <a:pt x="1394" y="13634"/>
                    <a:pt x="1635" y="13666"/>
                  </a:cubicBezTo>
                  <a:cubicBezTo>
                    <a:pt x="2018" y="13715"/>
                    <a:pt x="2412" y="13610"/>
                    <a:pt x="2780" y="13451"/>
                  </a:cubicBezTo>
                  <a:cubicBezTo>
                    <a:pt x="2998" y="13358"/>
                    <a:pt x="3169" y="13097"/>
                    <a:pt x="3390" y="13024"/>
                  </a:cubicBezTo>
                  <a:cubicBezTo>
                    <a:pt x="3537" y="12975"/>
                    <a:pt x="3703" y="12951"/>
                    <a:pt x="3848" y="13024"/>
                  </a:cubicBezTo>
                  <a:cubicBezTo>
                    <a:pt x="4001" y="13101"/>
                    <a:pt x="4167" y="13240"/>
                    <a:pt x="4231" y="13451"/>
                  </a:cubicBezTo>
                  <a:cubicBezTo>
                    <a:pt x="4851" y="15459"/>
                    <a:pt x="3975" y="18024"/>
                    <a:pt x="3848" y="20308"/>
                  </a:cubicBezTo>
                  <a:lnTo>
                    <a:pt x="3822" y="20239"/>
                  </a:lnTo>
                  <a:close/>
                </a:path>
              </a:pathLst>
            </a:custGeom>
            <a:solidFill>
              <a:srgbClr val="6c757d"/>
            </a:solidFill>
            <a:ln w="0">
              <a:solidFill>
                <a:srgbClr val="000000"/>
              </a:solidFill>
            </a:ln>
            <a:effectLst>
              <a:outerShdw blurRad="0" dir="2700000" dist="102841" rotWithShape="0">
                <a:srgbClr val="808080">
                  <a:alpha val="2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ffffff"/>
                </a:solidFill>
                <a:latin typeface="Noto Sans"/>
                <a:ea typeface="DejaVu Sans"/>
              </a:endParaRPr>
            </a:p>
          </p:txBody>
        </p:sp>
      </p:grpSp>
      <p:sp>
        <p:nvSpPr>
          <p:cNvPr id="342" name=""/>
          <p:cNvSpPr/>
          <p:nvPr/>
        </p:nvSpPr>
        <p:spPr>
          <a:xfrm>
            <a:off x="8538120" y="3877200"/>
            <a:ext cx="974520" cy="1370160"/>
          </a:xfrm>
          <a:custGeom>
            <a:avLst/>
            <a:gdLst>
              <a:gd name="textAreaLeft" fmla="*/ 0 w 974520"/>
              <a:gd name="textAreaRight" fmla="*/ 975960 w 974520"/>
              <a:gd name="textAreaTop" fmla="*/ 0 h 1370160"/>
              <a:gd name="textAreaBottom" fmla="*/ 1371600 h 1370160"/>
            </a:gdLst>
            <a:ahLst/>
            <a:rect l="textAreaLeft" t="textAreaTop" r="textAreaRight" b="textAreaBottom"/>
            <a:pathLst>
              <a:path fill="none" w="2711" h="3810">
                <a:moveTo>
                  <a:pt x="0" y="3810"/>
                </a:moveTo>
                <a:cubicBezTo>
                  <a:pt x="762" y="3048"/>
                  <a:pt x="1271" y="3556"/>
                  <a:pt x="1270" y="2795"/>
                </a:cubicBezTo>
                <a:cubicBezTo>
                  <a:pt x="1270" y="2032"/>
                  <a:pt x="3301" y="2286"/>
                  <a:pt x="2540" y="3048"/>
                </a:cubicBezTo>
                <a:cubicBezTo>
                  <a:pt x="1778" y="3810"/>
                  <a:pt x="1524" y="508"/>
                  <a:pt x="2540" y="0"/>
                </a:cubicBezTo>
              </a:path>
            </a:pathLst>
          </a:custGeom>
          <a:noFill/>
          <a:ln w="36720">
            <a:solidFill>
              <a:srgbClr val="666666"/>
            </a:solidFill>
            <a:custDash>
              <a:ds d="600000" sp="300000"/>
            </a:custDash>
            <a:round/>
            <a:headEnd len="sm" type="oval" w="lg"/>
            <a:tailEnd len="sm" type="oval" w="lg"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343" name=""/>
          <p:cNvSpPr/>
          <p:nvPr/>
        </p:nvSpPr>
        <p:spPr>
          <a:xfrm>
            <a:off x="7372080" y="4974480"/>
            <a:ext cx="1683360" cy="164448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344" name=""/>
          <p:cNvSpPr/>
          <p:nvPr/>
        </p:nvSpPr>
        <p:spPr>
          <a:xfrm>
            <a:off x="7868160" y="-329040"/>
            <a:ext cx="2010240" cy="201024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345" name="PlaceHolder 1"/>
          <p:cNvSpPr>
            <a:spLocks noGrp="1"/>
          </p:cNvSpPr>
          <p:nvPr>
            <p:ph type="ftr" idx="40"/>
          </p:nvPr>
        </p:nvSpPr>
        <p:spPr>
          <a:xfrm>
            <a:off x="3442680" y="516600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Noto Sans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6" name="PlaceHolder 2"/>
          <p:cNvSpPr>
            <a:spLocks noGrp="1"/>
          </p:cNvSpPr>
          <p:nvPr>
            <p:ph type="sldNum" idx="41"/>
          </p:nvPr>
        </p:nvSpPr>
        <p:spPr>
          <a:xfrm>
            <a:off x="722736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631B769-3315-402C-80FD-83B6E9F22052}" type="slidenum">
              <a:rPr b="0" lang="en-US" sz="1400" spc="-1" strike="noStrike">
                <a:solidFill>
                  <a:srgbClr val="000000"/>
                </a:solidFill>
                <a:latin typeface="Noto Sans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7" name="PlaceHolder 3"/>
          <p:cNvSpPr>
            <a:spLocks noGrp="1"/>
          </p:cNvSpPr>
          <p:nvPr>
            <p:ph type="dt" idx="42"/>
          </p:nvPr>
        </p:nvSpPr>
        <p:spPr>
          <a:xfrm>
            <a:off x="46800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8" name="PlaceHolder 4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</a:t>
            </a: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8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"/>
          <p:cNvSpPr/>
          <p:nvPr/>
        </p:nvSpPr>
        <p:spPr>
          <a:xfrm>
            <a:off x="8266320" y="4115520"/>
            <a:ext cx="1918800" cy="191880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351" name=""/>
          <p:cNvSpPr/>
          <p:nvPr/>
        </p:nvSpPr>
        <p:spPr>
          <a:xfrm>
            <a:off x="7717680" y="-548280"/>
            <a:ext cx="1918800" cy="191880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grpSp>
        <p:nvGrpSpPr>
          <p:cNvPr id="352" name=""/>
          <p:cNvGrpSpPr/>
          <p:nvPr/>
        </p:nvGrpSpPr>
        <p:grpSpPr>
          <a:xfrm>
            <a:off x="-146160" y="-294840"/>
            <a:ext cx="912960" cy="1278360"/>
            <a:chOff x="-146160" y="-294840"/>
            <a:chExt cx="912960" cy="1278360"/>
          </a:xfrm>
        </p:grpSpPr>
        <p:sp>
          <p:nvSpPr>
            <p:cNvPr id="353" name=""/>
            <p:cNvSpPr/>
            <p:nvPr/>
          </p:nvSpPr>
          <p:spPr>
            <a:xfrm flipV="1" rot="5395800">
              <a:off x="219240" y="801000"/>
              <a:ext cx="181440" cy="181440"/>
            </a:xfrm>
            <a:prstGeom prst="ellipse">
              <a:avLst/>
            </a:prstGeom>
            <a:blipFill rotWithShape="0">
              <a:blip r:embed="rId2"/>
              <a:srcRect/>
              <a:tile tx="0" ty="0" sx="73404" sy="73404" algn="ctr"/>
            </a:blipFill>
            <a:ln w="0">
              <a:noFill/>
            </a:ln>
            <a:effectLst>
              <a:outerShdw blurRad="0"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54" name=""/>
            <p:cNvSpPr/>
            <p:nvPr/>
          </p:nvSpPr>
          <p:spPr>
            <a:xfrm flipV="1" rot="5395800">
              <a:off x="218880" y="435240"/>
              <a:ext cx="181440" cy="181440"/>
            </a:xfrm>
            <a:prstGeom prst="ellipse">
              <a:avLst/>
            </a:prstGeom>
            <a:blipFill rotWithShape="0">
              <a:blip r:embed="rId3"/>
              <a:srcRect/>
              <a:tile tx="0" ty="0" sx="73404" sy="73404" algn="ctr"/>
            </a:blipFill>
            <a:ln w="0">
              <a:noFill/>
            </a:ln>
            <a:effectLst>
              <a:outerShdw blurRad="0"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55" name=""/>
            <p:cNvSpPr/>
            <p:nvPr/>
          </p:nvSpPr>
          <p:spPr>
            <a:xfrm flipV="1" rot="5395800">
              <a:off x="218520" y="69840"/>
              <a:ext cx="181440" cy="181440"/>
            </a:xfrm>
            <a:prstGeom prst="ellipse">
              <a:avLst/>
            </a:prstGeom>
            <a:blipFill rotWithShape="0">
              <a:blip r:embed="rId4"/>
              <a:srcRect/>
              <a:tile tx="0" ty="0" sx="73404" sy="73404" algn="ctr"/>
            </a:blipFill>
            <a:ln w="0">
              <a:noFill/>
            </a:ln>
            <a:effectLst>
              <a:outerShdw blurRad="0"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56" name=""/>
            <p:cNvSpPr/>
            <p:nvPr/>
          </p:nvSpPr>
          <p:spPr>
            <a:xfrm flipV="1" rot="5395800">
              <a:off x="217800" y="-294480"/>
              <a:ext cx="181440" cy="181440"/>
            </a:xfrm>
            <a:prstGeom prst="ellipse">
              <a:avLst/>
            </a:prstGeom>
            <a:blipFill rotWithShape="0">
              <a:blip r:embed="rId5"/>
              <a:srcRect/>
              <a:tile tx="0" ty="0" sx="73404" sy="73404" algn="ctr"/>
            </a:blipFill>
            <a:ln w="0">
              <a:noFill/>
            </a:ln>
            <a:effectLst>
              <a:outerShdw blurRad="0"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57" name=""/>
            <p:cNvSpPr/>
            <p:nvPr/>
          </p:nvSpPr>
          <p:spPr>
            <a:xfrm flipV="1" rot="5395800">
              <a:off x="583920" y="-294840"/>
              <a:ext cx="181440" cy="181440"/>
            </a:xfrm>
            <a:prstGeom prst="ellipse">
              <a:avLst/>
            </a:prstGeom>
            <a:blipFill rotWithShape="0">
              <a:blip r:embed="rId6"/>
              <a:srcRect/>
              <a:tile tx="0" ty="0" sx="73404" sy="73404" algn="ctr"/>
            </a:blipFill>
            <a:ln w="0">
              <a:noFill/>
            </a:ln>
            <a:effectLst>
              <a:outerShdw blurRad="0"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58" name=""/>
            <p:cNvSpPr/>
            <p:nvPr/>
          </p:nvSpPr>
          <p:spPr>
            <a:xfrm flipV="1" rot="5395800">
              <a:off x="584280" y="69120"/>
              <a:ext cx="181440" cy="181440"/>
            </a:xfrm>
            <a:prstGeom prst="ellipse">
              <a:avLst/>
            </a:prstGeom>
            <a:blipFill rotWithShape="0">
              <a:blip r:embed="rId7"/>
              <a:srcRect/>
              <a:tile tx="0" ty="0" sx="73404" sy="73404" algn="ctr"/>
            </a:blipFill>
            <a:ln w="0">
              <a:noFill/>
            </a:ln>
            <a:effectLst>
              <a:outerShdw blurRad="0"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59" name=""/>
            <p:cNvSpPr/>
            <p:nvPr/>
          </p:nvSpPr>
          <p:spPr>
            <a:xfrm flipV="1" rot="5395800">
              <a:off x="584280" y="434880"/>
              <a:ext cx="181440" cy="181440"/>
            </a:xfrm>
            <a:prstGeom prst="ellipse">
              <a:avLst/>
            </a:prstGeom>
            <a:blipFill rotWithShape="0">
              <a:blip r:embed="rId8"/>
              <a:srcRect/>
              <a:tile tx="0" ty="0" sx="73404" sy="73404" algn="ctr"/>
            </a:blipFill>
            <a:ln w="0">
              <a:noFill/>
            </a:ln>
            <a:effectLst>
              <a:outerShdw blurRad="0"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60" name=""/>
            <p:cNvSpPr/>
            <p:nvPr/>
          </p:nvSpPr>
          <p:spPr>
            <a:xfrm flipV="1" rot="5395800">
              <a:off x="585000" y="801000"/>
              <a:ext cx="181440" cy="181440"/>
            </a:xfrm>
            <a:prstGeom prst="ellipse">
              <a:avLst/>
            </a:prstGeom>
            <a:blipFill rotWithShape="0">
              <a:blip r:embed="rId9"/>
              <a:srcRect/>
              <a:tile tx="0" ty="0" sx="73404" sy="73404" algn="ctr"/>
            </a:blipFill>
            <a:ln w="0">
              <a:noFill/>
            </a:ln>
            <a:effectLst>
              <a:outerShdw blurRad="0"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61" name=""/>
            <p:cNvSpPr/>
            <p:nvPr/>
          </p:nvSpPr>
          <p:spPr>
            <a:xfrm flipV="1" rot="5395800">
              <a:off x="-144720" y="801360"/>
              <a:ext cx="181440" cy="181440"/>
            </a:xfrm>
            <a:prstGeom prst="ellipse">
              <a:avLst/>
            </a:prstGeom>
            <a:blipFill rotWithShape="0">
              <a:blip r:embed="rId10"/>
              <a:srcRect/>
              <a:tile tx="0" ty="0" sx="73404" sy="73404" algn="ctr"/>
            </a:blipFill>
            <a:ln w="0">
              <a:noFill/>
            </a:ln>
            <a:effectLst>
              <a:outerShdw blurRad="0"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62" name=""/>
            <p:cNvSpPr/>
            <p:nvPr/>
          </p:nvSpPr>
          <p:spPr>
            <a:xfrm flipV="1" rot="5395800">
              <a:off x="-145440" y="435960"/>
              <a:ext cx="181440" cy="181440"/>
            </a:xfrm>
            <a:prstGeom prst="ellipse">
              <a:avLst/>
            </a:prstGeom>
            <a:blipFill rotWithShape="0">
              <a:blip r:embed="rId11"/>
              <a:srcRect/>
              <a:tile tx="0" ty="0" sx="73404" sy="73404" algn="ctr"/>
            </a:blipFill>
            <a:ln w="0">
              <a:noFill/>
            </a:ln>
            <a:effectLst>
              <a:outerShdw blurRad="0"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63" name=""/>
            <p:cNvSpPr/>
            <p:nvPr/>
          </p:nvSpPr>
          <p:spPr>
            <a:xfrm flipV="1" rot="5395800">
              <a:off x="-145440" y="69840"/>
              <a:ext cx="181440" cy="181440"/>
            </a:xfrm>
            <a:prstGeom prst="ellipse">
              <a:avLst/>
            </a:prstGeom>
            <a:blipFill rotWithShape="0">
              <a:blip r:embed="rId12"/>
              <a:srcRect/>
              <a:tile tx="0" ty="0" sx="73404" sy="73404" algn="ctr"/>
            </a:blipFill>
            <a:ln w="0">
              <a:noFill/>
            </a:ln>
            <a:effectLst>
              <a:outerShdw blurRad="0"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64" name=""/>
            <p:cNvSpPr/>
            <p:nvPr/>
          </p:nvSpPr>
          <p:spPr>
            <a:xfrm flipV="1" rot="5395800">
              <a:off x="-145800" y="-294120"/>
              <a:ext cx="181440" cy="181440"/>
            </a:xfrm>
            <a:prstGeom prst="ellipse">
              <a:avLst/>
            </a:prstGeom>
            <a:blipFill rotWithShape="0">
              <a:blip r:embed="rId13"/>
              <a:srcRect/>
              <a:tile tx="0" ty="0" sx="73404" sy="73404" algn="ctr"/>
            </a:blipFill>
            <a:ln w="0">
              <a:noFill/>
            </a:ln>
            <a:effectLst>
              <a:outerShdw blurRad="0"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</p:grpSp>
      <p:grpSp>
        <p:nvGrpSpPr>
          <p:cNvPr id="365" name=""/>
          <p:cNvGrpSpPr/>
          <p:nvPr/>
        </p:nvGrpSpPr>
        <p:grpSpPr>
          <a:xfrm>
            <a:off x="9545040" y="4645800"/>
            <a:ext cx="914400" cy="1279800"/>
            <a:chOff x="9545040" y="4645800"/>
            <a:chExt cx="914400" cy="1279800"/>
          </a:xfrm>
        </p:grpSpPr>
        <p:sp>
          <p:nvSpPr>
            <p:cNvPr id="366" name=""/>
            <p:cNvSpPr/>
            <p:nvPr/>
          </p:nvSpPr>
          <p:spPr>
            <a:xfrm flipV="1" rot="5395800">
              <a:off x="9911880" y="5743080"/>
              <a:ext cx="181440" cy="181440"/>
            </a:xfrm>
            <a:prstGeom prst="ellipse">
              <a:avLst/>
            </a:prstGeom>
            <a:blipFill rotWithShape="0">
              <a:blip r:embed="rId14"/>
              <a:srcRect/>
              <a:tile tx="0" ty="0" sx="73404" sy="73404" algn="ctr"/>
            </a:blipFill>
            <a:ln w="0">
              <a:noFill/>
            </a:ln>
            <a:effectLst>
              <a:outerShdw blurRad="0"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67" name=""/>
            <p:cNvSpPr/>
            <p:nvPr/>
          </p:nvSpPr>
          <p:spPr>
            <a:xfrm flipV="1" rot="5395800">
              <a:off x="9911520" y="5377320"/>
              <a:ext cx="181440" cy="181440"/>
            </a:xfrm>
            <a:prstGeom prst="ellipse">
              <a:avLst/>
            </a:prstGeom>
            <a:blipFill rotWithShape="0">
              <a:blip r:embed="rId15"/>
              <a:srcRect/>
              <a:tile tx="0" ty="0" sx="73404" sy="73404" algn="ctr"/>
            </a:blipFill>
            <a:ln w="0">
              <a:noFill/>
            </a:ln>
            <a:effectLst>
              <a:outerShdw blurRad="0"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68" name=""/>
            <p:cNvSpPr/>
            <p:nvPr/>
          </p:nvSpPr>
          <p:spPr>
            <a:xfrm flipV="1" rot="5395800">
              <a:off x="9911160" y="5011920"/>
              <a:ext cx="181440" cy="181440"/>
            </a:xfrm>
            <a:prstGeom prst="ellipse">
              <a:avLst/>
            </a:prstGeom>
            <a:blipFill rotWithShape="0">
              <a:blip r:embed="rId16"/>
              <a:srcRect/>
              <a:tile tx="0" ty="0" sx="73404" sy="73404" algn="ctr"/>
            </a:blipFill>
            <a:ln w="0">
              <a:noFill/>
            </a:ln>
            <a:effectLst>
              <a:outerShdw blurRad="0"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69" name=""/>
            <p:cNvSpPr/>
            <p:nvPr/>
          </p:nvSpPr>
          <p:spPr>
            <a:xfrm flipV="1" rot="5395800">
              <a:off x="9910440" y="4645800"/>
              <a:ext cx="181440" cy="181440"/>
            </a:xfrm>
            <a:prstGeom prst="ellipse">
              <a:avLst/>
            </a:prstGeom>
            <a:blipFill rotWithShape="0">
              <a:blip r:embed="rId17"/>
              <a:srcRect/>
              <a:tile tx="0" ty="0" sx="73404" sy="73404" algn="ctr"/>
            </a:blipFill>
            <a:ln w="0">
              <a:noFill/>
            </a:ln>
            <a:effectLst>
              <a:outerShdw blurRad="0"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70" name=""/>
            <p:cNvSpPr/>
            <p:nvPr/>
          </p:nvSpPr>
          <p:spPr>
            <a:xfrm flipV="1" rot="5395800">
              <a:off x="10276560" y="4645440"/>
              <a:ext cx="181440" cy="181440"/>
            </a:xfrm>
            <a:prstGeom prst="ellipse">
              <a:avLst/>
            </a:prstGeom>
            <a:blipFill rotWithShape="0">
              <a:blip r:embed="rId18"/>
              <a:srcRect/>
              <a:tile tx="0" ty="0" sx="73404" sy="73404" algn="ctr"/>
            </a:blipFill>
            <a:ln w="0">
              <a:noFill/>
            </a:ln>
            <a:effectLst>
              <a:outerShdw blurRad="0"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71" name=""/>
            <p:cNvSpPr/>
            <p:nvPr/>
          </p:nvSpPr>
          <p:spPr>
            <a:xfrm flipV="1" rot="5395800">
              <a:off x="10276920" y="5011200"/>
              <a:ext cx="181440" cy="181440"/>
            </a:xfrm>
            <a:prstGeom prst="ellipse">
              <a:avLst/>
            </a:prstGeom>
            <a:blipFill rotWithShape="0">
              <a:blip r:embed="rId19"/>
              <a:srcRect/>
              <a:tile tx="0" ty="0" sx="73404" sy="73404" algn="ctr"/>
            </a:blipFill>
            <a:ln w="0">
              <a:noFill/>
            </a:ln>
            <a:effectLst>
              <a:outerShdw blurRad="0"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72" name=""/>
            <p:cNvSpPr/>
            <p:nvPr/>
          </p:nvSpPr>
          <p:spPr>
            <a:xfrm flipV="1" rot="5395800">
              <a:off x="10276920" y="5376960"/>
              <a:ext cx="181440" cy="181440"/>
            </a:xfrm>
            <a:prstGeom prst="ellipse">
              <a:avLst/>
            </a:prstGeom>
            <a:blipFill rotWithShape="0">
              <a:blip r:embed="rId20"/>
              <a:srcRect/>
              <a:tile tx="0" ty="0" sx="73404" sy="73404" algn="ctr"/>
            </a:blipFill>
            <a:ln w="0">
              <a:noFill/>
            </a:ln>
            <a:effectLst>
              <a:outerShdw blurRad="0"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73" name=""/>
            <p:cNvSpPr/>
            <p:nvPr/>
          </p:nvSpPr>
          <p:spPr>
            <a:xfrm flipV="1" rot="5395800">
              <a:off x="10277640" y="5743080"/>
              <a:ext cx="181440" cy="181440"/>
            </a:xfrm>
            <a:prstGeom prst="ellipse">
              <a:avLst/>
            </a:prstGeom>
            <a:blipFill rotWithShape="0">
              <a:blip r:embed="rId21"/>
              <a:srcRect/>
              <a:tile tx="0" ty="0" sx="73404" sy="73404" algn="ctr"/>
            </a:blipFill>
            <a:ln w="0">
              <a:noFill/>
            </a:ln>
            <a:effectLst>
              <a:outerShdw blurRad="0"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74" name=""/>
            <p:cNvSpPr/>
            <p:nvPr/>
          </p:nvSpPr>
          <p:spPr>
            <a:xfrm flipV="1" rot="5395800">
              <a:off x="9546120" y="5743440"/>
              <a:ext cx="181440" cy="181440"/>
            </a:xfrm>
            <a:prstGeom prst="ellipse">
              <a:avLst/>
            </a:prstGeom>
            <a:blipFill rotWithShape="0">
              <a:blip r:embed="rId22"/>
              <a:srcRect/>
              <a:tile tx="0" ty="0" sx="73404" sy="73404" algn="ctr"/>
            </a:blipFill>
            <a:ln w="0">
              <a:noFill/>
            </a:ln>
            <a:effectLst>
              <a:outerShdw blurRad="0"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75" name=""/>
            <p:cNvSpPr/>
            <p:nvPr/>
          </p:nvSpPr>
          <p:spPr>
            <a:xfrm flipV="1" rot="5395800">
              <a:off x="9545400" y="5378040"/>
              <a:ext cx="181440" cy="181440"/>
            </a:xfrm>
            <a:prstGeom prst="ellipse">
              <a:avLst/>
            </a:prstGeom>
            <a:blipFill rotWithShape="0">
              <a:blip r:embed="rId23"/>
              <a:srcRect/>
              <a:tile tx="0" ty="0" sx="73404" sy="73404" algn="ctr"/>
            </a:blipFill>
            <a:ln w="0">
              <a:noFill/>
            </a:ln>
            <a:effectLst>
              <a:outerShdw blurRad="0"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76" name=""/>
            <p:cNvSpPr/>
            <p:nvPr/>
          </p:nvSpPr>
          <p:spPr>
            <a:xfrm flipV="1" rot="5395800">
              <a:off x="9545400" y="5011920"/>
              <a:ext cx="181440" cy="181440"/>
            </a:xfrm>
            <a:prstGeom prst="ellipse">
              <a:avLst/>
            </a:prstGeom>
            <a:blipFill rotWithShape="0">
              <a:blip r:embed="rId24"/>
              <a:srcRect/>
              <a:tile tx="0" ty="0" sx="73404" sy="73404" algn="ctr"/>
            </a:blipFill>
            <a:ln w="0">
              <a:noFill/>
            </a:ln>
            <a:effectLst>
              <a:outerShdw blurRad="0"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77" name=""/>
            <p:cNvSpPr/>
            <p:nvPr/>
          </p:nvSpPr>
          <p:spPr>
            <a:xfrm flipV="1" rot="5395800">
              <a:off x="9545040" y="4646160"/>
              <a:ext cx="181440" cy="181440"/>
            </a:xfrm>
            <a:prstGeom prst="ellipse">
              <a:avLst/>
            </a:prstGeom>
            <a:blipFill rotWithShape="0">
              <a:blip r:embed="rId25"/>
              <a:srcRect/>
              <a:tile tx="0" ty="0" sx="73404" sy="73404" algn="ctr"/>
            </a:blipFill>
            <a:ln w="0">
              <a:noFill/>
            </a:ln>
            <a:effectLst>
              <a:outerShdw blurRad="0"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</p:grpSp>
      <p:sp>
        <p:nvSpPr>
          <p:cNvPr id="378" name=""/>
          <p:cNvSpPr/>
          <p:nvPr/>
        </p:nvSpPr>
        <p:spPr>
          <a:xfrm>
            <a:off x="-146160" y="3109320"/>
            <a:ext cx="1918800" cy="191880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379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PlaceHolder 2"/>
          <p:cNvSpPr>
            <a:spLocks noGrp="1"/>
          </p:cNvSpPr>
          <p:nvPr>
            <p:ph type="body"/>
          </p:nvPr>
        </p:nvSpPr>
        <p:spPr>
          <a:xfrm>
            <a:off x="468000" y="1800000"/>
            <a:ext cx="9070560" cy="32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PlaceHolder 3"/>
          <p:cNvSpPr>
            <a:spLocks noGrp="1"/>
          </p:cNvSpPr>
          <p:nvPr>
            <p:ph type="ftr" idx="43"/>
          </p:nvPr>
        </p:nvSpPr>
        <p:spPr>
          <a:xfrm>
            <a:off x="3442680" y="516600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Noto Sans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2" name="PlaceHolder 4"/>
          <p:cNvSpPr>
            <a:spLocks noGrp="1"/>
          </p:cNvSpPr>
          <p:nvPr>
            <p:ph type="sldNum" idx="44"/>
          </p:nvPr>
        </p:nvSpPr>
        <p:spPr>
          <a:xfrm>
            <a:off x="722736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567B9A9-2484-4920-8C47-1C0CB4EA5890}" type="slidenum">
              <a:rPr b="0" lang="en-US" sz="1400" spc="-1" strike="noStrike">
                <a:solidFill>
                  <a:srgbClr val="000000"/>
                </a:solidFill>
                <a:latin typeface="Noto Sans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3" name="PlaceHolder 5"/>
          <p:cNvSpPr>
            <a:spLocks noGrp="1"/>
          </p:cNvSpPr>
          <p:nvPr>
            <p:ph type="dt" idx="45"/>
          </p:nvPr>
        </p:nvSpPr>
        <p:spPr>
          <a:xfrm>
            <a:off x="46800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9" r:id="rId26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"/>
          <p:cNvSpPr/>
          <p:nvPr/>
        </p:nvSpPr>
        <p:spPr>
          <a:xfrm>
            <a:off x="8266320" y="4115520"/>
            <a:ext cx="1918800" cy="191880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387" name=""/>
          <p:cNvSpPr/>
          <p:nvPr/>
        </p:nvSpPr>
        <p:spPr>
          <a:xfrm>
            <a:off x="7717680" y="-548280"/>
            <a:ext cx="1918800" cy="191880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grpSp>
        <p:nvGrpSpPr>
          <p:cNvPr id="388" name=""/>
          <p:cNvGrpSpPr/>
          <p:nvPr/>
        </p:nvGrpSpPr>
        <p:grpSpPr>
          <a:xfrm>
            <a:off x="-146160" y="-294840"/>
            <a:ext cx="912960" cy="1278360"/>
            <a:chOff x="-146160" y="-294840"/>
            <a:chExt cx="912960" cy="1278360"/>
          </a:xfrm>
        </p:grpSpPr>
        <p:sp>
          <p:nvSpPr>
            <p:cNvPr id="389" name=""/>
            <p:cNvSpPr/>
            <p:nvPr/>
          </p:nvSpPr>
          <p:spPr>
            <a:xfrm flipV="1" rot="5395800">
              <a:off x="219240" y="801000"/>
              <a:ext cx="181440" cy="181440"/>
            </a:xfrm>
            <a:prstGeom prst="ellipse">
              <a:avLst/>
            </a:prstGeom>
            <a:blipFill rotWithShape="0">
              <a:blip r:embed="rId2"/>
              <a:srcRect/>
              <a:tile tx="0" ty="0" sx="73404" sy="73404" algn="ctr"/>
            </a:blipFill>
            <a:ln w="0">
              <a:noFill/>
            </a:ln>
            <a:effectLst>
              <a:outerShdw blurRad="0"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90" name=""/>
            <p:cNvSpPr/>
            <p:nvPr/>
          </p:nvSpPr>
          <p:spPr>
            <a:xfrm flipV="1" rot="5395800">
              <a:off x="218880" y="435240"/>
              <a:ext cx="181440" cy="181440"/>
            </a:xfrm>
            <a:prstGeom prst="ellipse">
              <a:avLst/>
            </a:prstGeom>
            <a:blipFill rotWithShape="0">
              <a:blip r:embed="rId3"/>
              <a:srcRect/>
              <a:tile tx="0" ty="0" sx="73404" sy="73404" algn="ctr"/>
            </a:blipFill>
            <a:ln w="0">
              <a:noFill/>
            </a:ln>
            <a:effectLst>
              <a:outerShdw blurRad="0"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91" name=""/>
            <p:cNvSpPr/>
            <p:nvPr/>
          </p:nvSpPr>
          <p:spPr>
            <a:xfrm flipV="1" rot="5395800">
              <a:off x="218520" y="69840"/>
              <a:ext cx="181440" cy="181440"/>
            </a:xfrm>
            <a:prstGeom prst="ellipse">
              <a:avLst/>
            </a:prstGeom>
            <a:blipFill rotWithShape="0">
              <a:blip r:embed="rId4"/>
              <a:srcRect/>
              <a:tile tx="0" ty="0" sx="73404" sy="73404" algn="ctr"/>
            </a:blipFill>
            <a:ln w="0">
              <a:noFill/>
            </a:ln>
            <a:effectLst>
              <a:outerShdw blurRad="0"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92" name=""/>
            <p:cNvSpPr/>
            <p:nvPr/>
          </p:nvSpPr>
          <p:spPr>
            <a:xfrm flipV="1" rot="5395800">
              <a:off x="217800" y="-294480"/>
              <a:ext cx="181440" cy="181440"/>
            </a:xfrm>
            <a:prstGeom prst="ellipse">
              <a:avLst/>
            </a:prstGeom>
            <a:blipFill rotWithShape="0">
              <a:blip r:embed="rId5"/>
              <a:srcRect/>
              <a:tile tx="0" ty="0" sx="73404" sy="73404" algn="ctr"/>
            </a:blipFill>
            <a:ln w="0">
              <a:noFill/>
            </a:ln>
            <a:effectLst>
              <a:outerShdw blurRad="0"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93" name=""/>
            <p:cNvSpPr/>
            <p:nvPr/>
          </p:nvSpPr>
          <p:spPr>
            <a:xfrm flipV="1" rot="5395800">
              <a:off x="583920" y="-294840"/>
              <a:ext cx="181440" cy="181440"/>
            </a:xfrm>
            <a:prstGeom prst="ellipse">
              <a:avLst/>
            </a:prstGeom>
            <a:blipFill rotWithShape="0">
              <a:blip r:embed="rId6"/>
              <a:srcRect/>
              <a:tile tx="0" ty="0" sx="73404" sy="73404" algn="ctr"/>
            </a:blipFill>
            <a:ln w="0">
              <a:noFill/>
            </a:ln>
            <a:effectLst>
              <a:outerShdw blurRad="0"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94" name=""/>
            <p:cNvSpPr/>
            <p:nvPr/>
          </p:nvSpPr>
          <p:spPr>
            <a:xfrm flipV="1" rot="5395800">
              <a:off x="584280" y="69120"/>
              <a:ext cx="181440" cy="181440"/>
            </a:xfrm>
            <a:prstGeom prst="ellipse">
              <a:avLst/>
            </a:prstGeom>
            <a:blipFill rotWithShape="0">
              <a:blip r:embed="rId7"/>
              <a:srcRect/>
              <a:tile tx="0" ty="0" sx="73404" sy="73404" algn="ctr"/>
            </a:blipFill>
            <a:ln w="0">
              <a:noFill/>
            </a:ln>
            <a:effectLst>
              <a:outerShdw blurRad="0"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95" name=""/>
            <p:cNvSpPr/>
            <p:nvPr/>
          </p:nvSpPr>
          <p:spPr>
            <a:xfrm flipV="1" rot="5395800">
              <a:off x="584280" y="434880"/>
              <a:ext cx="181440" cy="181440"/>
            </a:xfrm>
            <a:prstGeom prst="ellipse">
              <a:avLst/>
            </a:prstGeom>
            <a:blipFill rotWithShape="0">
              <a:blip r:embed="rId8"/>
              <a:srcRect/>
              <a:tile tx="0" ty="0" sx="73404" sy="73404" algn="ctr"/>
            </a:blipFill>
            <a:ln w="0">
              <a:noFill/>
            </a:ln>
            <a:effectLst>
              <a:outerShdw blurRad="0"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96" name=""/>
            <p:cNvSpPr/>
            <p:nvPr/>
          </p:nvSpPr>
          <p:spPr>
            <a:xfrm flipV="1" rot="5395800">
              <a:off x="585000" y="801000"/>
              <a:ext cx="181440" cy="181440"/>
            </a:xfrm>
            <a:prstGeom prst="ellipse">
              <a:avLst/>
            </a:prstGeom>
            <a:blipFill rotWithShape="0">
              <a:blip r:embed="rId9"/>
              <a:srcRect/>
              <a:tile tx="0" ty="0" sx="73404" sy="73404" algn="ctr"/>
            </a:blipFill>
            <a:ln w="0">
              <a:noFill/>
            </a:ln>
            <a:effectLst>
              <a:outerShdw blurRad="0"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97" name=""/>
            <p:cNvSpPr/>
            <p:nvPr/>
          </p:nvSpPr>
          <p:spPr>
            <a:xfrm flipV="1" rot="5395800">
              <a:off x="-144720" y="801360"/>
              <a:ext cx="181440" cy="181440"/>
            </a:xfrm>
            <a:prstGeom prst="ellipse">
              <a:avLst/>
            </a:prstGeom>
            <a:blipFill rotWithShape="0">
              <a:blip r:embed="rId10"/>
              <a:srcRect/>
              <a:tile tx="0" ty="0" sx="73404" sy="73404" algn="ctr"/>
            </a:blipFill>
            <a:ln w="0">
              <a:noFill/>
            </a:ln>
            <a:effectLst>
              <a:outerShdw blurRad="0"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98" name=""/>
            <p:cNvSpPr/>
            <p:nvPr/>
          </p:nvSpPr>
          <p:spPr>
            <a:xfrm flipV="1" rot="5395800">
              <a:off x="-145440" y="435960"/>
              <a:ext cx="181440" cy="181440"/>
            </a:xfrm>
            <a:prstGeom prst="ellipse">
              <a:avLst/>
            </a:prstGeom>
            <a:blipFill rotWithShape="0">
              <a:blip r:embed="rId11"/>
              <a:srcRect/>
              <a:tile tx="0" ty="0" sx="73404" sy="73404" algn="ctr"/>
            </a:blipFill>
            <a:ln w="0">
              <a:noFill/>
            </a:ln>
            <a:effectLst>
              <a:outerShdw blurRad="0"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399" name=""/>
            <p:cNvSpPr/>
            <p:nvPr/>
          </p:nvSpPr>
          <p:spPr>
            <a:xfrm flipV="1" rot="5395800">
              <a:off x="-145440" y="69840"/>
              <a:ext cx="181440" cy="181440"/>
            </a:xfrm>
            <a:prstGeom prst="ellipse">
              <a:avLst/>
            </a:prstGeom>
            <a:blipFill rotWithShape="0">
              <a:blip r:embed="rId12"/>
              <a:srcRect/>
              <a:tile tx="0" ty="0" sx="73404" sy="73404" algn="ctr"/>
            </a:blipFill>
            <a:ln w="0">
              <a:noFill/>
            </a:ln>
            <a:effectLst>
              <a:outerShdw blurRad="0"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400" name=""/>
            <p:cNvSpPr/>
            <p:nvPr/>
          </p:nvSpPr>
          <p:spPr>
            <a:xfrm flipV="1" rot="5395800">
              <a:off x="-145800" y="-294120"/>
              <a:ext cx="181440" cy="181440"/>
            </a:xfrm>
            <a:prstGeom prst="ellipse">
              <a:avLst/>
            </a:prstGeom>
            <a:blipFill rotWithShape="0">
              <a:blip r:embed="rId13"/>
              <a:srcRect/>
              <a:tile tx="0" ty="0" sx="73404" sy="73404" algn="ctr"/>
            </a:blipFill>
            <a:ln w="0">
              <a:noFill/>
            </a:ln>
            <a:effectLst>
              <a:outerShdw blurRad="0"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</p:grpSp>
      <p:grpSp>
        <p:nvGrpSpPr>
          <p:cNvPr id="401" name=""/>
          <p:cNvGrpSpPr/>
          <p:nvPr/>
        </p:nvGrpSpPr>
        <p:grpSpPr>
          <a:xfrm>
            <a:off x="9545040" y="4645800"/>
            <a:ext cx="914400" cy="1279800"/>
            <a:chOff x="9545040" y="4645800"/>
            <a:chExt cx="914400" cy="1279800"/>
          </a:xfrm>
        </p:grpSpPr>
        <p:sp>
          <p:nvSpPr>
            <p:cNvPr id="402" name=""/>
            <p:cNvSpPr/>
            <p:nvPr/>
          </p:nvSpPr>
          <p:spPr>
            <a:xfrm flipV="1" rot="5395800">
              <a:off x="9911880" y="5743080"/>
              <a:ext cx="181440" cy="181440"/>
            </a:xfrm>
            <a:prstGeom prst="ellipse">
              <a:avLst/>
            </a:prstGeom>
            <a:blipFill rotWithShape="0">
              <a:blip r:embed="rId14"/>
              <a:srcRect/>
              <a:tile tx="0" ty="0" sx="73404" sy="73404" algn="ctr"/>
            </a:blipFill>
            <a:ln w="0">
              <a:noFill/>
            </a:ln>
            <a:effectLst>
              <a:outerShdw blurRad="0"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403" name=""/>
            <p:cNvSpPr/>
            <p:nvPr/>
          </p:nvSpPr>
          <p:spPr>
            <a:xfrm flipV="1" rot="5395800">
              <a:off x="9911520" y="5377320"/>
              <a:ext cx="181440" cy="181440"/>
            </a:xfrm>
            <a:prstGeom prst="ellipse">
              <a:avLst/>
            </a:prstGeom>
            <a:blipFill rotWithShape="0">
              <a:blip r:embed="rId15"/>
              <a:srcRect/>
              <a:tile tx="0" ty="0" sx="73404" sy="73404" algn="ctr"/>
            </a:blipFill>
            <a:ln w="0">
              <a:noFill/>
            </a:ln>
            <a:effectLst>
              <a:outerShdw blurRad="0"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404" name=""/>
            <p:cNvSpPr/>
            <p:nvPr/>
          </p:nvSpPr>
          <p:spPr>
            <a:xfrm flipV="1" rot="5395800">
              <a:off x="9911160" y="5011920"/>
              <a:ext cx="181440" cy="181440"/>
            </a:xfrm>
            <a:prstGeom prst="ellipse">
              <a:avLst/>
            </a:prstGeom>
            <a:blipFill rotWithShape="0">
              <a:blip r:embed="rId16"/>
              <a:srcRect/>
              <a:tile tx="0" ty="0" sx="73404" sy="73404" algn="ctr"/>
            </a:blipFill>
            <a:ln w="0">
              <a:noFill/>
            </a:ln>
            <a:effectLst>
              <a:outerShdw blurRad="0"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405" name=""/>
            <p:cNvSpPr/>
            <p:nvPr/>
          </p:nvSpPr>
          <p:spPr>
            <a:xfrm flipV="1" rot="5395800">
              <a:off x="9910440" y="4645800"/>
              <a:ext cx="181440" cy="181440"/>
            </a:xfrm>
            <a:prstGeom prst="ellipse">
              <a:avLst/>
            </a:prstGeom>
            <a:blipFill rotWithShape="0">
              <a:blip r:embed="rId17"/>
              <a:srcRect/>
              <a:tile tx="0" ty="0" sx="73404" sy="73404" algn="ctr"/>
            </a:blipFill>
            <a:ln w="0">
              <a:noFill/>
            </a:ln>
            <a:effectLst>
              <a:outerShdw blurRad="0"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406" name=""/>
            <p:cNvSpPr/>
            <p:nvPr/>
          </p:nvSpPr>
          <p:spPr>
            <a:xfrm flipV="1" rot="5395800">
              <a:off x="10276560" y="4645440"/>
              <a:ext cx="181440" cy="181440"/>
            </a:xfrm>
            <a:prstGeom prst="ellipse">
              <a:avLst/>
            </a:prstGeom>
            <a:blipFill rotWithShape="0">
              <a:blip r:embed="rId18"/>
              <a:srcRect/>
              <a:tile tx="0" ty="0" sx="73404" sy="73404" algn="ctr"/>
            </a:blipFill>
            <a:ln w="0">
              <a:noFill/>
            </a:ln>
            <a:effectLst>
              <a:outerShdw blurRad="0"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407" name=""/>
            <p:cNvSpPr/>
            <p:nvPr/>
          </p:nvSpPr>
          <p:spPr>
            <a:xfrm flipV="1" rot="5395800">
              <a:off x="10276920" y="5011200"/>
              <a:ext cx="181440" cy="181440"/>
            </a:xfrm>
            <a:prstGeom prst="ellipse">
              <a:avLst/>
            </a:prstGeom>
            <a:blipFill rotWithShape="0">
              <a:blip r:embed="rId19"/>
              <a:srcRect/>
              <a:tile tx="0" ty="0" sx="73404" sy="73404" algn="ctr"/>
            </a:blipFill>
            <a:ln w="0">
              <a:noFill/>
            </a:ln>
            <a:effectLst>
              <a:outerShdw blurRad="0"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408" name=""/>
            <p:cNvSpPr/>
            <p:nvPr/>
          </p:nvSpPr>
          <p:spPr>
            <a:xfrm flipV="1" rot="5395800">
              <a:off x="10276920" y="5376960"/>
              <a:ext cx="181440" cy="181440"/>
            </a:xfrm>
            <a:prstGeom prst="ellipse">
              <a:avLst/>
            </a:prstGeom>
            <a:blipFill rotWithShape="0">
              <a:blip r:embed="rId20"/>
              <a:srcRect/>
              <a:tile tx="0" ty="0" sx="73404" sy="73404" algn="ctr"/>
            </a:blipFill>
            <a:ln w="0">
              <a:noFill/>
            </a:ln>
            <a:effectLst>
              <a:outerShdw blurRad="0"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409" name=""/>
            <p:cNvSpPr/>
            <p:nvPr/>
          </p:nvSpPr>
          <p:spPr>
            <a:xfrm flipV="1" rot="5395800">
              <a:off x="10277640" y="5743080"/>
              <a:ext cx="181440" cy="181440"/>
            </a:xfrm>
            <a:prstGeom prst="ellipse">
              <a:avLst/>
            </a:prstGeom>
            <a:blipFill rotWithShape="0">
              <a:blip r:embed="rId21"/>
              <a:srcRect/>
              <a:tile tx="0" ty="0" sx="73404" sy="73404" algn="ctr"/>
            </a:blipFill>
            <a:ln w="0">
              <a:noFill/>
            </a:ln>
            <a:effectLst>
              <a:outerShdw blurRad="0"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410" name=""/>
            <p:cNvSpPr/>
            <p:nvPr/>
          </p:nvSpPr>
          <p:spPr>
            <a:xfrm flipV="1" rot="5395800">
              <a:off x="9546120" y="5743440"/>
              <a:ext cx="181440" cy="181440"/>
            </a:xfrm>
            <a:prstGeom prst="ellipse">
              <a:avLst/>
            </a:prstGeom>
            <a:blipFill rotWithShape="0">
              <a:blip r:embed="rId22"/>
              <a:srcRect/>
              <a:tile tx="0" ty="0" sx="73404" sy="73404" algn="ctr"/>
            </a:blipFill>
            <a:ln w="0">
              <a:noFill/>
            </a:ln>
            <a:effectLst>
              <a:outerShdw blurRad="0"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411" name=""/>
            <p:cNvSpPr/>
            <p:nvPr/>
          </p:nvSpPr>
          <p:spPr>
            <a:xfrm flipV="1" rot="5395800">
              <a:off x="9545400" y="5378040"/>
              <a:ext cx="181440" cy="181440"/>
            </a:xfrm>
            <a:prstGeom prst="ellipse">
              <a:avLst/>
            </a:prstGeom>
            <a:blipFill rotWithShape="0">
              <a:blip r:embed="rId23"/>
              <a:srcRect/>
              <a:tile tx="0" ty="0" sx="73404" sy="73404" algn="ctr"/>
            </a:blipFill>
            <a:ln w="0">
              <a:noFill/>
            </a:ln>
            <a:effectLst>
              <a:outerShdw blurRad="0"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412" name=""/>
            <p:cNvSpPr/>
            <p:nvPr/>
          </p:nvSpPr>
          <p:spPr>
            <a:xfrm flipV="1" rot="5395800">
              <a:off x="9545400" y="5011920"/>
              <a:ext cx="181440" cy="181440"/>
            </a:xfrm>
            <a:prstGeom prst="ellipse">
              <a:avLst/>
            </a:prstGeom>
            <a:blipFill rotWithShape="0">
              <a:blip r:embed="rId24"/>
              <a:srcRect/>
              <a:tile tx="0" ty="0" sx="73404" sy="73404" algn="ctr"/>
            </a:blipFill>
            <a:ln w="0">
              <a:noFill/>
            </a:ln>
            <a:effectLst>
              <a:outerShdw blurRad="0"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  <p:sp>
          <p:nvSpPr>
            <p:cNvPr id="413" name=""/>
            <p:cNvSpPr/>
            <p:nvPr/>
          </p:nvSpPr>
          <p:spPr>
            <a:xfrm flipV="1" rot="5395800">
              <a:off x="9545040" y="4646160"/>
              <a:ext cx="181440" cy="181440"/>
            </a:xfrm>
            <a:prstGeom prst="ellipse">
              <a:avLst/>
            </a:prstGeom>
            <a:blipFill rotWithShape="0">
              <a:blip r:embed="rId25"/>
              <a:srcRect/>
              <a:tile tx="0" ty="0" sx="73404" sy="73404" algn="ctr"/>
            </a:blipFill>
            <a:ln w="0">
              <a:noFill/>
            </a:ln>
            <a:effectLst>
              <a:outerShdw blurRad="0" dir="2700000" dist="102841" rotWithShape="0">
                <a:srgbClr val="808080">
                  <a:alpha val="6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Noto Sans"/>
                <a:ea typeface="DejaVu Sans"/>
              </a:endParaRPr>
            </a:p>
          </p:txBody>
        </p:sp>
      </p:grpSp>
      <p:sp>
        <p:nvSpPr>
          <p:cNvPr id="414" name=""/>
          <p:cNvSpPr/>
          <p:nvPr/>
        </p:nvSpPr>
        <p:spPr>
          <a:xfrm>
            <a:off x="-146160" y="3109320"/>
            <a:ext cx="1918800" cy="1918800"/>
          </a:xfrm>
          <a:prstGeom prst="ellipse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415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PlaceHolder 2"/>
          <p:cNvSpPr>
            <a:spLocks noGrp="1"/>
          </p:cNvSpPr>
          <p:nvPr>
            <p:ph type="ftr" idx="46"/>
          </p:nvPr>
        </p:nvSpPr>
        <p:spPr>
          <a:xfrm>
            <a:off x="3442680" y="516600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Noto Sans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7" name="PlaceHolder 3"/>
          <p:cNvSpPr>
            <a:spLocks noGrp="1"/>
          </p:cNvSpPr>
          <p:nvPr>
            <p:ph type="sldNum" idx="47"/>
          </p:nvPr>
        </p:nvSpPr>
        <p:spPr>
          <a:xfrm>
            <a:off x="722736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A7B277B-57DD-438C-8E01-663DA5C0372B}" type="slidenum">
              <a:rPr b="0" lang="en-US" sz="1400" spc="-1" strike="noStrike">
                <a:solidFill>
                  <a:srgbClr val="000000"/>
                </a:solidFill>
                <a:latin typeface="Noto Sans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8" name="PlaceHolder 4"/>
          <p:cNvSpPr>
            <a:spLocks noGrp="1"/>
          </p:cNvSpPr>
          <p:nvPr>
            <p:ph type="dt" idx="48"/>
          </p:nvPr>
        </p:nvSpPr>
        <p:spPr>
          <a:xfrm>
            <a:off x="46800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9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1" r:id="rId26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"/>
          <p:cNvSpPr/>
          <p:nvPr/>
        </p:nvSpPr>
        <p:spPr>
          <a:xfrm rot="18876000">
            <a:off x="8645040" y="-404280"/>
            <a:ext cx="2894040" cy="2894040"/>
          </a:xfrm>
          <a:prstGeom prst="rect">
            <a:avLst/>
          </a:prstGeom>
          <a:solidFill>
            <a:srgbClr val="ced4d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422" name=""/>
          <p:cNvSpPr/>
          <p:nvPr/>
        </p:nvSpPr>
        <p:spPr>
          <a:xfrm rot="18876000">
            <a:off x="8665200" y="3983040"/>
            <a:ext cx="2894040" cy="2894040"/>
          </a:xfrm>
          <a:prstGeom prst="rect">
            <a:avLst/>
          </a:prstGeom>
          <a:solidFill>
            <a:srgbClr val="ced4d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423" name=""/>
          <p:cNvSpPr/>
          <p:nvPr/>
        </p:nvSpPr>
        <p:spPr>
          <a:xfrm rot="18964800">
            <a:off x="992880" y="5915880"/>
            <a:ext cx="2587320" cy="730080"/>
          </a:xfrm>
          <a:prstGeom prst="rect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424" name=""/>
          <p:cNvSpPr/>
          <p:nvPr/>
        </p:nvSpPr>
        <p:spPr>
          <a:xfrm rot="18964800">
            <a:off x="-1296720" y="5513760"/>
            <a:ext cx="2587320" cy="730080"/>
          </a:xfrm>
          <a:prstGeom prst="rect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425" name=""/>
          <p:cNvSpPr/>
          <p:nvPr/>
        </p:nvSpPr>
        <p:spPr>
          <a:xfrm rot="18964800">
            <a:off x="3681000" y="339480"/>
            <a:ext cx="3456360" cy="920880"/>
          </a:xfrm>
          <a:prstGeom prst="rect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426" name=""/>
          <p:cNvSpPr/>
          <p:nvPr/>
        </p:nvSpPr>
        <p:spPr>
          <a:xfrm rot="18964800">
            <a:off x="1444680" y="-757080"/>
            <a:ext cx="2587320" cy="730080"/>
          </a:xfrm>
          <a:prstGeom prst="rect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427" name=""/>
          <p:cNvSpPr/>
          <p:nvPr/>
        </p:nvSpPr>
        <p:spPr>
          <a:xfrm rot="18964800">
            <a:off x="-726840" y="3295080"/>
            <a:ext cx="2587320" cy="511560"/>
          </a:xfrm>
          <a:prstGeom prst="rect">
            <a:avLst/>
          </a:prstGeom>
          <a:solidFill>
            <a:srgbClr val="8d99ae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"/>
              <a:ea typeface="DejaVu Sans"/>
            </a:endParaRPr>
          </a:p>
        </p:txBody>
      </p:sp>
      <p:sp>
        <p:nvSpPr>
          <p:cNvPr id="428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PlaceHolder 2"/>
          <p:cNvSpPr>
            <a:spLocks noGrp="1"/>
          </p:cNvSpPr>
          <p:nvPr>
            <p:ph type="body"/>
          </p:nvPr>
        </p:nvSpPr>
        <p:spPr>
          <a:xfrm>
            <a:off x="468000" y="1800000"/>
            <a:ext cx="9070560" cy="32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PlaceHolder 3"/>
          <p:cNvSpPr>
            <a:spLocks noGrp="1"/>
          </p:cNvSpPr>
          <p:nvPr>
            <p:ph type="ftr" idx="49"/>
          </p:nvPr>
        </p:nvSpPr>
        <p:spPr>
          <a:xfrm>
            <a:off x="3442680" y="516600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Noto Sans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1" name="PlaceHolder 4"/>
          <p:cNvSpPr>
            <a:spLocks noGrp="1"/>
          </p:cNvSpPr>
          <p:nvPr>
            <p:ph type="sldNum" idx="50"/>
          </p:nvPr>
        </p:nvSpPr>
        <p:spPr>
          <a:xfrm>
            <a:off x="722736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Noto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DB4C87C-F041-4291-850F-0642E8B6B38E}" type="slidenum">
              <a:rPr b="0" lang="en-US" sz="1400" spc="-1" strike="noStrike">
                <a:solidFill>
                  <a:srgbClr val="000000"/>
                </a:solidFill>
                <a:latin typeface="Noto Sans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2" name="PlaceHolder 5"/>
          <p:cNvSpPr>
            <a:spLocks noGrp="1"/>
          </p:cNvSpPr>
          <p:nvPr>
            <p:ph type="dt" idx="51"/>
          </p:nvPr>
        </p:nvSpPr>
        <p:spPr>
          <a:xfrm>
            <a:off x="468000" y="516600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3" r:id="rId2"/>
    <p:sldLayoutId id="2147483684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"/>
          <p:cNvSpPr/>
          <p:nvPr/>
        </p:nvSpPr>
        <p:spPr>
          <a:xfrm>
            <a:off x="7315200" y="4706280"/>
            <a:ext cx="2376000" cy="32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rgbClr val="000000"/>
                </a:solidFill>
                <a:latin typeface="Noto Sans"/>
                <a:ea typeface="DejaVu Sans"/>
              </a:rPr>
              <a:t>Készítette: Bartos Ádám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"/>
          <p:cNvSpPr/>
          <p:nvPr/>
        </p:nvSpPr>
        <p:spPr>
          <a:xfrm>
            <a:off x="7132320" y="4375440"/>
            <a:ext cx="360" cy="1005840"/>
          </a:xfrm>
          <a:prstGeom prst="line">
            <a:avLst/>
          </a:prstGeom>
          <a:ln w="54720">
            <a:solidFill>
              <a:srgbClr val="9999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7360" rIns="117360" tIns="72360" bIns="72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"/>
              <a:ea typeface="DejaVu Sans"/>
            </a:endParaRPr>
          </a:p>
        </p:txBody>
      </p:sp>
      <p:sp>
        <p:nvSpPr>
          <p:cNvPr id="438" name="PlaceHolder 1"/>
          <p:cNvSpPr>
            <a:spLocks noGrp="1"/>
          </p:cNvSpPr>
          <p:nvPr>
            <p:ph type="title"/>
          </p:nvPr>
        </p:nvSpPr>
        <p:spPr>
          <a:xfrm>
            <a:off x="2514600" y="4230360"/>
            <a:ext cx="2741760" cy="76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400" spc="-1" strike="noStrike">
                <a:solidFill>
                  <a:srgbClr val="000000"/>
                </a:solidFill>
                <a:latin typeface="Noto Sans"/>
              </a:rPr>
              <a:t>LVL-Devil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PlaceHolder 2"/>
          <p:cNvSpPr>
            <a:spLocks noGrp="1"/>
          </p:cNvSpPr>
          <p:nvPr>
            <p:ph type="subTitle"/>
          </p:nvPr>
        </p:nvSpPr>
        <p:spPr>
          <a:xfrm>
            <a:off x="1600200" y="4994280"/>
            <a:ext cx="5294160" cy="55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Noto Sans"/>
              </a:rPr>
              <a:t>Hogyan készült?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400" spc="-1" strike="noStrike">
                <a:solidFill>
                  <a:srgbClr val="000000"/>
                </a:solidFill>
                <a:latin typeface="Noto Sans"/>
              </a:rPr>
              <a:t>Honnan jött az ötlet?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A cél egy egyszerű platform játék volt.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Tkinter használata.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Ez volt az egyik ami az egyeszrűen megvalósíthatóak közül a legszimpatikusabb volt.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>
        <p:fade thruBlk="true"/>
      </p:transition>
    </mc:Choice>
    <mc:Fallback>
      <p:transition spd="slow">
        <p:fade thruBlk="true"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title"/>
          </p:nvPr>
        </p:nvSpPr>
        <p:spPr>
          <a:xfrm>
            <a:off x="468000" y="46800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400" spc="-1" strike="noStrike">
                <a:solidFill>
                  <a:srgbClr val="000000"/>
                </a:solidFill>
                <a:latin typeface="Noto Sans"/>
              </a:rPr>
              <a:t>Hogyan kezdtem el?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A játék legeslegalapját vagyis magát az “engine”-t az AI segítségével sikerült működőképesre létrehozni.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44" name="" descr=""/>
          <p:cNvPicPr/>
          <p:nvPr/>
        </p:nvPicPr>
        <p:blipFill>
          <a:blip r:embed="rId1"/>
          <a:stretch/>
        </p:blipFill>
        <p:spPr>
          <a:xfrm>
            <a:off x="2951280" y="2944080"/>
            <a:ext cx="6142320" cy="2541600"/>
          </a:xfrm>
          <a:prstGeom prst="rect">
            <a:avLst/>
          </a:prstGeom>
          <a:ln w="0">
            <a:noFill/>
          </a:ln>
          <a:effectLst>
            <a:outerShdw blurRad="0" dir="2700000" dist="102841" rotWithShape="0">
              <a:srgbClr val="808080">
                <a:alpha val="50000"/>
              </a:srgbClr>
            </a:outerShdw>
            <a:softEdge rad="63360"/>
          </a:effectLst>
        </p:spPr>
      </p:pic>
    </p:spTree>
  </p:cSld>
  <mc:AlternateContent>
    <mc:Choice Requires="p14">
      <p:transition spd="slow" p14:dur="2000">
        <p:fade thruBlk="true"/>
      </p:transition>
    </mc:Choice>
    <mc:Fallback>
      <p:transition spd="slow">
        <p:fade thruBlk="true"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PlaceHolder 1"/>
          <p:cNvSpPr>
            <a:spLocks noGrp="1"/>
          </p:cNvSpPr>
          <p:nvPr>
            <p:ph type="subTitle"/>
          </p:nvPr>
        </p:nvSpPr>
        <p:spPr>
          <a:xfrm>
            <a:off x="468000" y="0"/>
            <a:ext cx="9070560" cy="297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Ezután még rengeteg munka várt rám.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Az AI által kapott kódot először “elemeztem” maj így átírtam minden paramétert az elvárásaimnak megfelelően.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46" name="" descr=""/>
          <p:cNvPicPr/>
          <p:nvPr/>
        </p:nvPicPr>
        <p:blipFill>
          <a:blip r:embed="rId1"/>
          <a:stretch/>
        </p:blipFill>
        <p:spPr>
          <a:xfrm>
            <a:off x="1986480" y="2971800"/>
            <a:ext cx="4870440" cy="2469240"/>
          </a:xfrm>
          <a:prstGeom prst="rect">
            <a:avLst/>
          </a:prstGeom>
          <a:ln w="0">
            <a:noFill/>
          </a:ln>
          <a:effectLst>
            <a:outerShdw blurRad="762120" dir="2700000" dist="102841" rotWithShape="0">
              <a:srgbClr val="808080">
                <a:alpha val="50000"/>
              </a:srgbClr>
            </a:outerShdw>
            <a:softEdge rad="63360"/>
          </a:effectLst>
        </p:spPr>
      </p:pic>
    </p:spTree>
  </p:cSld>
  <mc:AlternateContent>
    <mc:Choice Requires="p14">
      <p:transition spd="slow" p14:dur="2000">
        <p:wipe dir="u"/>
      </p:transition>
    </mc:Choice>
    <mc:Fallback>
      <p:transition spd="slow">
        <p:wipe dir="u"/>
      </p:transition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" dur="2000"/>
                                        <p:tgtEl>
                                          <p:spTgt spid="4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PlaceHolder 1"/>
          <p:cNvSpPr>
            <a:spLocks noGrp="1"/>
          </p:cNvSpPr>
          <p:nvPr>
            <p:ph type="subTitle"/>
          </p:nvPr>
        </p:nvSpPr>
        <p:spPr>
          <a:xfrm>
            <a:off x="468000" y="0"/>
            <a:ext cx="9070560" cy="297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Az Options menüt is létrehoztam.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Az options menüpont eredetileg semmit nem funkcionált, ezért működésre kellett bírnom. Beletettem a “sound: off” és a “sound: on” módokat.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48" name="" descr=""/>
          <p:cNvPicPr/>
          <p:nvPr/>
        </p:nvPicPr>
        <p:blipFill>
          <a:blip r:embed="rId1"/>
          <a:stretch/>
        </p:blipFill>
        <p:spPr>
          <a:xfrm>
            <a:off x="657720" y="3000600"/>
            <a:ext cx="2999880" cy="2257200"/>
          </a:xfrm>
          <a:prstGeom prst="rect">
            <a:avLst/>
          </a:prstGeom>
          <a:ln w="0">
            <a:noFill/>
          </a:ln>
          <a:effectLst>
            <a:softEdge rad="63360"/>
          </a:effectLst>
        </p:spPr>
      </p:pic>
      <p:pic>
        <p:nvPicPr>
          <p:cNvPr id="449" name="" descr=""/>
          <p:cNvPicPr/>
          <p:nvPr/>
        </p:nvPicPr>
        <p:blipFill>
          <a:blip r:embed="rId2"/>
          <a:stretch/>
        </p:blipFill>
        <p:spPr>
          <a:xfrm>
            <a:off x="3638160" y="3324600"/>
            <a:ext cx="2904840" cy="885600"/>
          </a:xfrm>
          <a:prstGeom prst="rect">
            <a:avLst/>
          </a:prstGeom>
          <a:ln w="0">
            <a:noFill/>
          </a:ln>
          <a:effectLst>
            <a:softEdge rad="63360"/>
          </a:effectLst>
        </p:spPr>
      </p:pic>
    </p:spTree>
  </p:cSld>
  <mc:AlternateContent>
    <mc:Choice Requires="p14">
      <p:transition spd="slow" p14:dur="2000">
        <p:wipe dir="u"/>
      </p:transition>
    </mc:Choice>
    <mc:Fallback>
      <p:transition spd="slow">
        <p:wipe dir="u"/>
      </p:transition>
    </mc:Fallback>
  </mc:AlternateContent>
  <p:timing>
    <p:tnLst>
      <p:par>
        <p:cTn id="8" dur="indefinite" restart="never" nodeType="tmRoot">
          <p:childTnLst>
            <p:seq>
              <p:cTn id="9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nodeType="clickEffect" fill="hold" presetClass="entr" presetID="2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down)" transition="in">
                                      <p:cBhvr additive="repl">
                                        <p:cTn id="14" dur="250"/>
                                        <p:tgtEl>
                                          <p:spTgt spid="4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nodeType="clickEffect" fill="hold" presetClass="entr" presetID="2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down)" transition="in">
                                      <p:cBhvr additive="repl">
                                        <p:cTn id="19" dur="500"/>
                                        <p:tgtEl>
                                          <p:spTgt spid="4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Ez volt az első hét tartalma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A második héten kezdem el a saját pályákat megcsinálni, kialakítani, és az ikont is ekkor adtam hozzá.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52" name="" descr=""/>
          <p:cNvPicPr/>
          <p:nvPr/>
        </p:nvPicPr>
        <p:blipFill>
          <a:blip r:embed="rId1"/>
          <a:stretch/>
        </p:blipFill>
        <p:spPr>
          <a:xfrm>
            <a:off x="1833840" y="2971800"/>
            <a:ext cx="6167160" cy="1600200"/>
          </a:xfrm>
          <a:prstGeom prst="rect">
            <a:avLst/>
          </a:prstGeom>
          <a:ln w="0">
            <a:noFill/>
          </a:ln>
          <a:effectLst>
            <a:softEdge rad="63360"/>
          </a:effectLst>
        </p:spPr>
      </p:pic>
    </p:spTree>
  </p:cSld>
  <mc:AlternateContent>
    <mc:Choice Requires="p14">
      <p:transition spd="slow" p14:dur="2000">
        <p:fade thruBlk="true"/>
      </p:transition>
    </mc:Choice>
    <mc:Fallback>
      <p:transition spd="slow">
        <p:fade thruBlk="true"/>
      </p:transition>
    </mc:Fallback>
  </mc:AlternateContent>
  <p:timing>
    <p:tnLst>
      <p:par>
        <p:cTn id="20" dur="indefinite" restart="never" nodeType="tmRoot">
          <p:childTnLst>
            <p:seq>
              <p:cTn id="21" dur="indefinite" nodeType="mainSeq">
                <p:childTnLst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nodeType="clickEffect" fill="hold" presetClass="entr" presetID="2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left)" transition="in">
                                      <p:cBhvr additive="repl">
                                        <p:cTn id="26" dur="500"/>
                                        <p:tgtEl>
                                          <p:spTgt spid="4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3" name="" descr=""/>
          <p:cNvPicPr/>
          <p:nvPr/>
        </p:nvPicPr>
        <p:blipFill>
          <a:blip r:embed="rId1">
            <a:alphaModFix amt="74000"/>
          </a:blip>
          <a:stretch/>
        </p:blipFill>
        <p:spPr>
          <a:xfrm>
            <a:off x="-138960" y="-419400"/>
            <a:ext cx="10359000" cy="6509880"/>
          </a:xfrm>
          <a:prstGeom prst="rect">
            <a:avLst/>
          </a:prstGeom>
          <a:ln w="0">
            <a:noFill/>
          </a:ln>
        </p:spPr>
      </p:pic>
      <p:sp>
        <p:nvSpPr>
          <p:cNvPr id="454" name="PlaceHolder 1"/>
          <p:cNvSpPr>
            <a:spLocks noGrp="1"/>
          </p:cNvSpPr>
          <p:nvPr>
            <p:ph type="subTitle"/>
          </p:nvPr>
        </p:nvSpPr>
        <p:spPr>
          <a:xfrm>
            <a:off x="468000" y="457200"/>
            <a:ext cx="9070560" cy="2513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Ez után mégegyszer módosítottam a hangokon, mert rendszerhangokat használt az AI először generált kódja, és ezzel a részével az első héten még foglalkoztam. A helyére saját hangeffekteket tettem.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55" name="" descr=""/>
          <p:cNvPicPr/>
          <p:nvPr/>
        </p:nvPicPr>
        <p:blipFill>
          <a:blip r:embed="rId2"/>
          <a:stretch/>
        </p:blipFill>
        <p:spPr>
          <a:xfrm>
            <a:off x="2038680" y="2743200"/>
            <a:ext cx="5962320" cy="2409480"/>
          </a:xfrm>
          <a:prstGeom prst="rect">
            <a:avLst/>
          </a:prstGeom>
          <a:ln w="0">
            <a:noFill/>
          </a:ln>
          <a:effectLst>
            <a:softEdge rad="63360"/>
          </a:effectLst>
        </p:spPr>
      </p:pic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7" dur="indefinite" restart="never" nodeType="tmRoot">
          <p:childTnLst>
            <p:seq>
              <p:cTn id="28" dur="indefinite" nodeType="mainSeq">
                <p:childTnLst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3" dur="2000"/>
                                        <p:tgtEl>
                                          <p:spTgt spid="4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2000" cy="438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Ezután, még sok tesztelés, hibakeresés után végre elkészülhetett a végleges futtatható állomány. Ezzel már csak a használati útmutató volt hátra.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>
        <p:wheel spokes="1"/>
      </p:transition>
    </mc:Choice>
    <mc:Fallback>
      <p:transition spd="slow">
        <p:wheel spokes="1"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/>
          <p:cNvSpPr>
            <a:spLocks noGrp="1"/>
          </p:cNvSpPr>
          <p:nvPr>
            <p:ph type="title"/>
          </p:nvPr>
        </p:nvSpPr>
        <p:spPr>
          <a:xfrm>
            <a:off x="505080" y="2363040"/>
            <a:ext cx="9070560" cy="94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1" lang="en-US" sz="4400" spc="-1" strike="noStrike">
                <a:solidFill>
                  <a:srgbClr val="000000"/>
                </a:solidFill>
                <a:latin typeface="Arial"/>
              </a:rPr>
              <a:t>Köszönöm a figyelmet!</a:t>
            </a:r>
            <a:endParaRPr b="1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>
        <p:fade thruBlk="true"/>
      </p:transition>
    </mc:Choice>
    <mc:Fallback>
      <p:transition spd="slow">
        <p:fade thruBlk="true"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147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2026-09-30T20:45:26Z</dcterms:created>
  <dc:creator/>
  <dc:description>Credits:
Illustrations by Pixeltrue https://icons8.com/illustrations/author/5ec7b0e101d0360016f3d1b3 on icon8 (master slide "Table of content")
Photo by Dave Hoefler https://unsplash.com/fr/@iamthedave on Unsplash https://unsplash.com/fr/licence (slide 9)
    </dc:description>
  <dc:language>en-US</dc:language>
  <cp:lastModifiedBy/>
  <dcterms:modified xsi:type="dcterms:W3CDTF">2026-10-19T18:39:37Z</dcterms:modified>
  <cp:revision>51</cp:revision>
  <dc:subject/>
  <dc:title>Grey Elegant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