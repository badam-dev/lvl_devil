
<file path=[Content_Types].xml><?xml version="1.0" encoding="utf-8"?>
<Types xmlns="http://schemas.openxmlformats.org/package/2006/content-types">
  <Default Extension="png" ContentType="image/png"/>
  <Default Extension="svg" ContentType="image/sv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slideLayouts/slideLayout5.xml" ContentType="application/vnd.openxmlformats-officedocument.presentationml.slideLayout+xml"/>
  <Override PartName="/ppt/theme/theme3.xml" ContentType="application/vnd.openxmlformats-officedocument.theme+xml"/>
  <Override PartName="/ppt/slideLayouts/slideLayout6.xml" ContentType="application/vnd.openxmlformats-officedocument.presentationml.slideLayout+xml"/>
  <Override PartName="/ppt/theme/theme4.xml" ContentType="application/vnd.openxmlformats-officedocument.theme+xml"/>
  <Override PartName="/ppt/slideLayouts/slideLayout7.xml" ContentType="application/vnd.openxmlformats-officedocument.presentationml.slideLayout+xml"/>
  <Override PartName="/ppt/theme/theme5.xml" ContentType="application/vnd.openxmlformats-officedocument.theme+xml"/>
  <Override PartName="/ppt/slideLayouts/slideLayout8.xml" ContentType="application/vnd.openxmlformats-officedocument.presentationml.slideLayout+xml"/>
  <Override PartName="/ppt/theme/theme6.xml" ContentType="application/vnd.openxmlformats-officedocument.theme+xml"/>
  <Override PartName="/ppt/slideLayouts/slideLayout9.xml" ContentType="application/vnd.openxmlformats-officedocument.presentationml.slideLayout+xml"/>
  <Override PartName="/ppt/theme/theme7.xml" ContentType="application/vnd.openxmlformats-officedocument.theme+xml"/>
  <Override PartName="/ppt/slideLayouts/slideLayout10.xml" ContentType="application/vnd.openxmlformats-officedocument.presentationml.slideLayout+xml"/>
  <Override PartName="/ppt/theme/theme8.xml" ContentType="application/vnd.openxmlformats-officedocument.theme+xml"/>
  <Override PartName="/ppt/slideLayouts/slideLayout11.xml" ContentType="application/vnd.openxmlformats-officedocument.presentationml.slideLayout+xml"/>
  <Override PartName="/ppt/theme/theme9.xml" ContentType="application/vnd.openxmlformats-officedocument.theme+xml"/>
  <Override PartName="/ppt/slideLayouts/slideLayout12.xml" ContentType="application/vnd.openxmlformats-officedocument.presentationml.slideLayout+xml"/>
  <Override PartName="/ppt/theme/theme10.xml" ContentType="application/vnd.openxmlformats-officedocument.theme+xml"/>
  <Override PartName="/ppt/slideLayouts/slideLayout13.xml" ContentType="application/vnd.openxmlformats-officedocument.presentationml.slideLayout+xml"/>
  <Override PartName="/ppt/theme/theme11.xml" ContentType="application/vnd.openxmlformats-officedocument.theme+xml"/>
  <Override PartName="/ppt/slideLayouts/slideLayout14.xml" ContentType="application/vnd.openxmlformats-officedocument.presentationml.slideLayout+xml"/>
  <Override PartName="/ppt/theme/theme12.xml" ContentType="application/vnd.openxmlformats-officedocument.theme+xml"/>
  <Override PartName="/ppt/slideLayouts/slideLayout15.xml" ContentType="application/vnd.openxmlformats-officedocument.presentationml.slideLayout+xml"/>
  <Override PartName="/ppt/theme/theme13.xml" ContentType="application/vnd.openxmlformats-officedocument.theme+xml"/>
  <Override PartName="/ppt/slideLayouts/slideLayout16.xml" ContentType="application/vnd.openxmlformats-officedocument.presentationml.slideLayout+xml"/>
  <Override PartName="/ppt/theme/theme14.xml" ContentType="application/vnd.openxmlformats-officedocument.theme+xml"/>
  <Override PartName="/ppt/slideLayouts/slideLayout17.xml" ContentType="application/vnd.openxmlformats-officedocument.presentationml.slideLayout+xml"/>
  <Override PartName="/ppt/theme/theme15.xml" ContentType="application/vnd.openxmlformats-officedocument.theme+xml"/>
  <Override PartName="/ppt/slideLayouts/slideLayout18.xml" ContentType="application/vnd.openxmlformats-officedocument.presentationml.slideLayout+xml"/>
  <Override PartName="/ppt/theme/theme16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1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4" r:id="rId3"/>
    <p:sldMasterId id="2147483656" r:id="rId4"/>
    <p:sldMasterId id="2147483658" r:id="rId5"/>
    <p:sldMasterId id="2147483660" r:id="rId6"/>
    <p:sldMasterId id="2147483662" r:id="rId7"/>
    <p:sldMasterId id="2147483664" r:id="rId8"/>
    <p:sldMasterId id="2147483666" r:id="rId9"/>
    <p:sldMasterId id="2147483668" r:id="rId10"/>
    <p:sldMasterId id="2147483670" r:id="rId11"/>
    <p:sldMasterId id="2147483672" r:id="rId12"/>
    <p:sldMasterId id="2147483674" r:id="rId13"/>
    <p:sldMasterId id="2147483676" r:id="rId14"/>
    <p:sldMasterId id="2147483678" r:id="rId15"/>
    <p:sldMasterId id="2147483680" r:id="rId16"/>
    <p:sldMasterId id="2147483682" r:id="rId17"/>
  </p:sldMasterIdLst>
  <p:sldIdLst>
    <p:sldId id="256" r:id="rId18"/>
    <p:sldId id="257" r:id="rId19"/>
    <p:sldId id="258" r:id="rId20"/>
    <p:sldId id="259" r:id="rId21"/>
    <p:sldId id="260" r:id="rId22"/>
    <p:sldId id="261" r:id="rId23"/>
    <p:sldId id="262" r:id="rId24"/>
    <p:sldId id="263" r:id="rId25"/>
    <p:sldId id="264" r:id="rId26"/>
  </p:sldIdLst>
  <p:sldSz cx="10080625" cy="5670550"/>
  <p:notesSz cx="7559675" cy="10691813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1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Master" Target="slideMasters/slideMaster13.xml"/><Relationship Id="rId18" Type="http://schemas.openxmlformats.org/officeDocument/2006/relationships/slide" Target="slides/slide1.xml"/><Relationship Id="rId26" Type="http://schemas.openxmlformats.org/officeDocument/2006/relationships/slide" Target="slides/slide9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4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8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0" Type="http://schemas.openxmlformats.org/officeDocument/2006/relationships/slide" Target="slides/slide3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7.xml"/><Relationship Id="rId5" Type="http://schemas.openxmlformats.org/officeDocument/2006/relationships/slideMaster" Target="slideMasters/slideMaster5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6.xml"/><Relationship Id="rId28" Type="http://schemas.openxmlformats.org/officeDocument/2006/relationships/viewProps" Target="viewProps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2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Master" Target="slideMasters/slideMaster14.xml"/><Relationship Id="rId22" Type="http://schemas.openxmlformats.org/officeDocument/2006/relationships/slide" Target="slides/slide5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CFFE6BC8-6BC3-401F-B78D-7493F141F739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195646F1-93BE-47D0-B46C-0AD399075ABD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subTitle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408160B-BEA9-40EC-AAB0-AAAD3BD38CA9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DEE311A8-2DA5-4328-BE9E-9FF1DB58940B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6134D970-0090-499F-B9F5-FB2E12B8CFAF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subTitle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99F26A90-B295-45BD-9CF1-30331F6EFC61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able of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C22C7E17-9143-4ADE-AD9F-4DE90E474FA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CD50445B-F70F-4192-85AA-4CB2A381B828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ulle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lstStyle/>
          <a:p>
            <a:fld id="{44E7D74E-A935-4979-88E9-7CB400A77DBF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lstStyle/>
          <a:p>
            <a:fld id="{E4A62692-5A2A-42C6-8E87-54C94797D6A1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F34B8FDB-ECF1-4DA9-939E-C548C506C3E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D01A90A5-3BD7-4D44-A057-1A36C6A0ECFC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ulle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3D8EC3F5-F682-462E-A56C-99FDA1301D9D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4CEE8633-8D05-4F6F-B4E9-15AC636F2351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Jigsa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4388BAB-51E6-4A88-B342-FCCD899B1E0A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AED6FBAA-48EB-474B-BD4F-2CF1592FBCBF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ulle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F84D213E-BA7B-4D89-B0DA-A2D10B6892D9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lstStyle/>
          <a:p>
            <a:fld id="{CB97E1FB-FF8C-4F09-9061-0FFF0C8E5367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78A4C41C-6359-4629-92C4-06DCB957673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7199275D-EA6E-4D70-A1FC-0E5B34AD1AC8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5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6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7.xml"/><Relationship Id="rId1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8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9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10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11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2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3.xml"/></Relationships>
</file>

<file path=ppt/slideMasters/_rels/slideMaster12.xml.rels><?xml version="1.0" encoding="UTF-8" standalone="yes"?>
<Relationships xmlns="http://schemas.openxmlformats.org/package/2006/relationships"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4.xml"/></Relationships>
</file>

<file path=ppt/slideMasters/_rels/slideMaster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3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3.jpeg"/></Relationships>
</file>

<file path=ppt/slideMasters/_rels/slideMaster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4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3.jpeg"/></Relationships>
</file>

<file path=ppt/slideMasters/_rels/slideMaster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5.xml"/><Relationship Id="rId1" Type="http://schemas.openxmlformats.org/officeDocument/2006/relationships/slideLayout" Target="../slideLayouts/slideLayout17.xml"/></Relationships>
</file>

<file path=ppt/slideMasters/_rels/slideMaster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6.xml"/><Relationship Id="rId1" Type="http://schemas.openxmlformats.org/officeDocument/2006/relationships/slideLayout" Target="../slideLayouts/slideLayout18.xml"/></Relationships>
</file>

<file path=ppt/slideMasters/_rels/slideMaster17.xml.rels><?xml version="1.0" encoding="UTF-8" standalone="yes"?>
<Relationships xmlns="http://schemas.openxmlformats.org/package/2006/relationships"><Relationship Id="rId3" Type="http://schemas.openxmlformats.org/officeDocument/2006/relationships/theme" Target="../theme/theme17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Csoportba foglalás 24"/>
          <p:cNvGrpSpPr/>
          <p:nvPr/>
        </p:nvGrpSpPr>
        <p:grpSpPr>
          <a:xfrm>
            <a:off x="0" y="0"/>
            <a:ext cx="10079280" cy="4113360"/>
            <a:chOff x="0" y="0"/>
            <a:chExt cx="10079280" cy="4113360"/>
          </a:xfrm>
        </p:grpSpPr>
        <p:sp>
          <p:nvSpPr>
            <p:cNvPr id="26" name="Téglalap 25"/>
            <p:cNvSpPr/>
            <p:nvPr/>
          </p:nvSpPr>
          <p:spPr>
            <a:xfrm>
              <a:off x="0" y="0"/>
              <a:ext cx="10079280" cy="411336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" name="Téglalap 1"/>
            <p:cNvSpPr/>
            <p:nvPr/>
          </p:nvSpPr>
          <p:spPr>
            <a:xfrm>
              <a:off x="0" y="0"/>
              <a:ext cx="10079280" cy="411336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" name="Téglalap 2"/>
            <p:cNvSpPr/>
            <p:nvPr/>
          </p:nvSpPr>
          <p:spPr>
            <a:xfrm>
              <a:off x="0" y="1280160"/>
              <a:ext cx="1553040" cy="638640"/>
            </a:xfrm>
            <a:prstGeom prst="rect">
              <a:avLst/>
            </a:prstGeom>
            <a:solidFill>
              <a:srgbClr val="343A40">
                <a:alpha val="2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4" name="Téglalap 3"/>
            <p:cNvSpPr/>
            <p:nvPr/>
          </p:nvSpPr>
          <p:spPr>
            <a:xfrm>
              <a:off x="914400" y="1920240"/>
              <a:ext cx="1278720" cy="182736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5" name="Téglalap 4"/>
            <p:cNvSpPr/>
            <p:nvPr/>
          </p:nvSpPr>
          <p:spPr>
            <a:xfrm>
              <a:off x="2194560" y="548640"/>
              <a:ext cx="1278720" cy="182736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" name="Téglalap 5"/>
            <p:cNvSpPr/>
            <p:nvPr/>
          </p:nvSpPr>
          <p:spPr>
            <a:xfrm>
              <a:off x="3474720" y="1188720"/>
              <a:ext cx="364320" cy="36432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7" name="Téglalap 6"/>
            <p:cNvSpPr/>
            <p:nvPr/>
          </p:nvSpPr>
          <p:spPr>
            <a:xfrm>
              <a:off x="4206240" y="0"/>
              <a:ext cx="1461600" cy="912960"/>
            </a:xfrm>
            <a:prstGeom prst="rect">
              <a:avLst/>
            </a:prstGeom>
            <a:solidFill>
              <a:srgbClr val="6C757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8" name="Téglalap 7"/>
            <p:cNvSpPr/>
            <p:nvPr/>
          </p:nvSpPr>
          <p:spPr>
            <a:xfrm>
              <a:off x="4663440" y="914400"/>
              <a:ext cx="1004400" cy="45576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9" name="Téglalap 8"/>
            <p:cNvSpPr/>
            <p:nvPr/>
          </p:nvSpPr>
          <p:spPr>
            <a:xfrm>
              <a:off x="3474720" y="1737360"/>
              <a:ext cx="3107520" cy="100440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0" name="Téglalap 9"/>
            <p:cNvSpPr/>
            <p:nvPr/>
          </p:nvSpPr>
          <p:spPr>
            <a:xfrm>
              <a:off x="4114800" y="2743200"/>
              <a:ext cx="1461600" cy="100440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1" name="Téglalap 10"/>
            <p:cNvSpPr/>
            <p:nvPr/>
          </p:nvSpPr>
          <p:spPr>
            <a:xfrm>
              <a:off x="6583680" y="1463040"/>
              <a:ext cx="1553040" cy="455760"/>
            </a:xfrm>
            <a:prstGeom prst="rect">
              <a:avLst/>
            </a:prstGeom>
            <a:solidFill>
              <a:srgbClr val="B2B2B2">
                <a:alpha val="6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2" name="Téglalap 11"/>
            <p:cNvSpPr/>
            <p:nvPr/>
          </p:nvSpPr>
          <p:spPr>
            <a:xfrm>
              <a:off x="7315200" y="1920240"/>
              <a:ext cx="1461600" cy="1644480"/>
            </a:xfrm>
            <a:prstGeom prst="rect">
              <a:avLst/>
            </a:prstGeom>
            <a:solidFill>
              <a:srgbClr val="B2B2B2">
                <a:alpha val="3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3" name="Téglalap 12"/>
            <p:cNvSpPr/>
            <p:nvPr/>
          </p:nvSpPr>
          <p:spPr>
            <a:xfrm>
              <a:off x="2743200" y="2377440"/>
              <a:ext cx="547200" cy="82152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4" name="Téglalap 13"/>
            <p:cNvSpPr/>
            <p:nvPr/>
          </p:nvSpPr>
          <p:spPr>
            <a:xfrm>
              <a:off x="8595360" y="0"/>
              <a:ext cx="1483920" cy="1461600"/>
            </a:xfrm>
            <a:prstGeom prst="rect">
              <a:avLst/>
            </a:prstGeom>
            <a:solidFill>
              <a:srgbClr val="DDDDD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5" name="Téglalap 14"/>
            <p:cNvSpPr/>
            <p:nvPr/>
          </p:nvSpPr>
          <p:spPr>
            <a:xfrm>
              <a:off x="6766560" y="0"/>
              <a:ext cx="272880" cy="1004400"/>
            </a:xfrm>
            <a:prstGeom prst="rect">
              <a:avLst/>
            </a:prstGeom>
            <a:solidFill>
              <a:srgbClr val="2F4550">
                <a:alpha val="5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16" name="Téglalap 15"/>
            <p:cNvSpPr/>
            <p:nvPr/>
          </p:nvSpPr>
          <p:spPr>
            <a:xfrm>
              <a:off x="1554480" y="0"/>
              <a:ext cx="181440" cy="912960"/>
            </a:xfrm>
            <a:prstGeom prst="rect">
              <a:avLst/>
            </a:prstGeom>
            <a:solidFill>
              <a:srgbClr val="80808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17" name="Téglalap 16"/>
            <p:cNvSpPr/>
            <p:nvPr/>
          </p:nvSpPr>
          <p:spPr>
            <a:xfrm>
              <a:off x="0" y="3017520"/>
              <a:ext cx="364320" cy="109584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8" name="Téglalap 17"/>
            <p:cNvSpPr/>
            <p:nvPr/>
          </p:nvSpPr>
          <p:spPr>
            <a:xfrm>
              <a:off x="9601200" y="2560320"/>
              <a:ext cx="364320" cy="1553040"/>
            </a:xfrm>
            <a:prstGeom prst="rect">
              <a:avLst/>
            </a:prstGeom>
            <a:solidFill>
              <a:srgbClr val="B2B2B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9" name="Téglalap 18"/>
            <p:cNvSpPr/>
            <p:nvPr/>
          </p:nvSpPr>
          <p:spPr>
            <a:xfrm>
              <a:off x="8778240" y="1828800"/>
              <a:ext cx="364320" cy="36432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ftr" idx="1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Noto Sans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sldNum" idx="2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0491267-7343-4070-B25A-EFE4EAD0C05D}" type="slidenum">
              <a:rPr lang="en-US" sz="1400" b="0" strike="noStrike" spc="-1">
                <a:solidFill>
                  <a:srgbClr val="000000"/>
                </a:solidFill>
                <a:latin typeface="Noto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dt" idx="3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Csoportba foglalás 26"/>
          <p:cNvGrpSpPr/>
          <p:nvPr/>
        </p:nvGrpSpPr>
        <p:grpSpPr>
          <a:xfrm>
            <a:off x="0" y="0"/>
            <a:ext cx="10079280" cy="4113360"/>
            <a:chOff x="0" y="0"/>
            <a:chExt cx="10079280" cy="4113360"/>
          </a:xfrm>
        </p:grpSpPr>
        <p:sp>
          <p:nvSpPr>
            <p:cNvPr id="28" name="Téglalap 27"/>
            <p:cNvSpPr/>
            <p:nvPr/>
          </p:nvSpPr>
          <p:spPr>
            <a:xfrm>
              <a:off x="0" y="0"/>
              <a:ext cx="10079280" cy="411336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9" name="Téglalap 28"/>
            <p:cNvSpPr/>
            <p:nvPr/>
          </p:nvSpPr>
          <p:spPr>
            <a:xfrm>
              <a:off x="0" y="0"/>
              <a:ext cx="10079280" cy="411336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0" name="Téglalap 29"/>
            <p:cNvSpPr/>
            <p:nvPr/>
          </p:nvSpPr>
          <p:spPr>
            <a:xfrm>
              <a:off x="0" y="1280160"/>
              <a:ext cx="1553040" cy="638640"/>
            </a:xfrm>
            <a:prstGeom prst="rect">
              <a:avLst/>
            </a:prstGeom>
            <a:solidFill>
              <a:srgbClr val="343A40">
                <a:alpha val="2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" name="Téglalap 30"/>
            <p:cNvSpPr/>
            <p:nvPr/>
          </p:nvSpPr>
          <p:spPr>
            <a:xfrm>
              <a:off x="914400" y="1920240"/>
              <a:ext cx="1278720" cy="182736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" name="Téglalap 31"/>
            <p:cNvSpPr/>
            <p:nvPr/>
          </p:nvSpPr>
          <p:spPr>
            <a:xfrm>
              <a:off x="2194560" y="548640"/>
              <a:ext cx="1278720" cy="182736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" name="Téglalap 32"/>
            <p:cNvSpPr/>
            <p:nvPr/>
          </p:nvSpPr>
          <p:spPr>
            <a:xfrm>
              <a:off x="3474720" y="1188720"/>
              <a:ext cx="364320" cy="36432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4" name="Téglalap 33"/>
            <p:cNvSpPr/>
            <p:nvPr/>
          </p:nvSpPr>
          <p:spPr>
            <a:xfrm>
              <a:off x="4206240" y="0"/>
              <a:ext cx="1461600" cy="912960"/>
            </a:xfrm>
            <a:prstGeom prst="rect">
              <a:avLst/>
            </a:prstGeom>
            <a:solidFill>
              <a:srgbClr val="6C757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5" name="Téglalap 34"/>
            <p:cNvSpPr/>
            <p:nvPr/>
          </p:nvSpPr>
          <p:spPr>
            <a:xfrm>
              <a:off x="4663440" y="914400"/>
              <a:ext cx="1004400" cy="45576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6" name="Téglalap 35"/>
            <p:cNvSpPr/>
            <p:nvPr/>
          </p:nvSpPr>
          <p:spPr>
            <a:xfrm>
              <a:off x="3474720" y="1737360"/>
              <a:ext cx="3107520" cy="100440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7" name="Téglalap 36"/>
            <p:cNvSpPr/>
            <p:nvPr/>
          </p:nvSpPr>
          <p:spPr>
            <a:xfrm>
              <a:off x="4114800" y="2743200"/>
              <a:ext cx="1461600" cy="100440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8" name="Téglalap 37"/>
            <p:cNvSpPr/>
            <p:nvPr/>
          </p:nvSpPr>
          <p:spPr>
            <a:xfrm>
              <a:off x="6583680" y="1463040"/>
              <a:ext cx="1553040" cy="455760"/>
            </a:xfrm>
            <a:prstGeom prst="rect">
              <a:avLst/>
            </a:prstGeom>
            <a:solidFill>
              <a:srgbClr val="B2B2B2">
                <a:alpha val="6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" name="Téglalap 38"/>
            <p:cNvSpPr/>
            <p:nvPr/>
          </p:nvSpPr>
          <p:spPr>
            <a:xfrm>
              <a:off x="7315200" y="1920240"/>
              <a:ext cx="1461600" cy="1644480"/>
            </a:xfrm>
            <a:prstGeom prst="rect">
              <a:avLst/>
            </a:prstGeom>
            <a:solidFill>
              <a:srgbClr val="B2B2B2">
                <a:alpha val="3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0" name="Téglalap 39"/>
            <p:cNvSpPr/>
            <p:nvPr/>
          </p:nvSpPr>
          <p:spPr>
            <a:xfrm>
              <a:off x="2743200" y="2377440"/>
              <a:ext cx="547200" cy="82152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1" name="Téglalap 40"/>
            <p:cNvSpPr/>
            <p:nvPr/>
          </p:nvSpPr>
          <p:spPr>
            <a:xfrm>
              <a:off x="8595360" y="0"/>
              <a:ext cx="1483920" cy="1461600"/>
            </a:xfrm>
            <a:prstGeom prst="rect">
              <a:avLst/>
            </a:prstGeom>
            <a:solidFill>
              <a:srgbClr val="DDDDD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2" name="Téglalap 41"/>
            <p:cNvSpPr/>
            <p:nvPr/>
          </p:nvSpPr>
          <p:spPr>
            <a:xfrm>
              <a:off x="6766560" y="0"/>
              <a:ext cx="272880" cy="1004400"/>
            </a:xfrm>
            <a:prstGeom prst="rect">
              <a:avLst/>
            </a:prstGeom>
            <a:solidFill>
              <a:srgbClr val="2F4550">
                <a:alpha val="5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43" name="Téglalap 42"/>
            <p:cNvSpPr/>
            <p:nvPr/>
          </p:nvSpPr>
          <p:spPr>
            <a:xfrm>
              <a:off x="1554480" y="0"/>
              <a:ext cx="181440" cy="912960"/>
            </a:xfrm>
            <a:prstGeom prst="rect">
              <a:avLst/>
            </a:prstGeom>
            <a:solidFill>
              <a:srgbClr val="80808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44" name="Téglalap 43"/>
            <p:cNvSpPr/>
            <p:nvPr/>
          </p:nvSpPr>
          <p:spPr>
            <a:xfrm>
              <a:off x="0" y="3017520"/>
              <a:ext cx="364320" cy="109584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5" name="Téglalap 44"/>
            <p:cNvSpPr/>
            <p:nvPr/>
          </p:nvSpPr>
          <p:spPr>
            <a:xfrm>
              <a:off x="9601200" y="2560320"/>
              <a:ext cx="364320" cy="1553040"/>
            </a:xfrm>
            <a:prstGeom prst="rect">
              <a:avLst/>
            </a:prstGeom>
            <a:solidFill>
              <a:srgbClr val="B2B2B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6" name="Téglalap 45"/>
            <p:cNvSpPr/>
            <p:nvPr/>
          </p:nvSpPr>
          <p:spPr>
            <a:xfrm>
              <a:off x="8778240" y="1828800"/>
              <a:ext cx="364320" cy="36432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47" name="PlaceHolder 1"/>
          <p:cNvSpPr>
            <a:spLocks noGrp="1"/>
          </p:cNvSpPr>
          <p:nvPr>
            <p:ph type="ftr" idx="4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Noto Sans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5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68A21F9-DD3C-4378-83AD-7D081F1B748E}" type="slidenum">
              <a:rPr lang="en-US" sz="1400" b="0" strike="noStrike" spc="-1">
                <a:solidFill>
                  <a:srgbClr val="000000"/>
                </a:solidFill>
                <a:latin typeface="Noto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6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50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Csoportba foglalás 53"/>
          <p:cNvGrpSpPr/>
          <p:nvPr/>
        </p:nvGrpSpPr>
        <p:grpSpPr>
          <a:xfrm>
            <a:off x="0" y="0"/>
            <a:ext cx="10079280" cy="4113360"/>
            <a:chOff x="0" y="0"/>
            <a:chExt cx="10079280" cy="4113360"/>
          </a:xfrm>
        </p:grpSpPr>
        <p:sp>
          <p:nvSpPr>
            <p:cNvPr id="55" name="Téglalap 54"/>
            <p:cNvSpPr/>
            <p:nvPr/>
          </p:nvSpPr>
          <p:spPr>
            <a:xfrm>
              <a:off x="0" y="0"/>
              <a:ext cx="10079280" cy="411336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56" name="Téglalap 55"/>
            <p:cNvSpPr/>
            <p:nvPr/>
          </p:nvSpPr>
          <p:spPr>
            <a:xfrm>
              <a:off x="0" y="0"/>
              <a:ext cx="10079280" cy="411336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57" name="Téglalap 56"/>
            <p:cNvSpPr/>
            <p:nvPr/>
          </p:nvSpPr>
          <p:spPr>
            <a:xfrm>
              <a:off x="0" y="1280160"/>
              <a:ext cx="1553040" cy="638640"/>
            </a:xfrm>
            <a:prstGeom prst="rect">
              <a:avLst/>
            </a:prstGeom>
            <a:solidFill>
              <a:srgbClr val="343A40">
                <a:alpha val="2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58" name="Téglalap 57"/>
            <p:cNvSpPr/>
            <p:nvPr/>
          </p:nvSpPr>
          <p:spPr>
            <a:xfrm>
              <a:off x="914400" y="1920240"/>
              <a:ext cx="1278720" cy="182736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59" name="Téglalap 58"/>
            <p:cNvSpPr/>
            <p:nvPr/>
          </p:nvSpPr>
          <p:spPr>
            <a:xfrm>
              <a:off x="2194560" y="548640"/>
              <a:ext cx="1278720" cy="182736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0" name="Téglalap 59"/>
            <p:cNvSpPr/>
            <p:nvPr/>
          </p:nvSpPr>
          <p:spPr>
            <a:xfrm>
              <a:off x="3474720" y="1188720"/>
              <a:ext cx="364320" cy="36432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1" name="Téglalap 60"/>
            <p:cNvSpPr/>
            <p:nvPr/>
          </p:nvSpPr>
          <p:spPr>
            <a:xfrm>
              <a:off x="4206240" y="0"/>
              <a:ext cx="1461600" cy="912960"/>
            </a:xfrm>
            <a:prstGeom prst="rect">
              <a:avLst/>
            </a:prstGeom>
            <a:solidFill>
              <a:srgbClr val="6C757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62" name="Téglalap 61"/>
            <p:cNvSpPr/>
            <p:nvPr/>
          </p:nvSpPr>
          <p:spPr>
            <a:xfrm>
              <a:off x="4663440" y="914400"/>
              <a:ext cx="1004400" cy="45576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3" name="Téglalap 62"/>
            <p:cNvSpPr/>
            <p:nvPr/>
          </p:nvSpPr>
          <p:spPr>
            <a:xfrm>
              <a:off x="3474720" y="1737360"/>
              <a:ext cx="3107520" cy="100440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4" name="Téglalap 63"/>
            <p:cNvSpPr/>
            <p:nvPr/>
          </p:nvSpPr>
          <p:spPr>
            <a:xfrm>
              <a:off x="4114800" y="2743200"/>
              <a:ext cx="1461600" cy="100440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5" name="Téglalap 64"/>
            <p:cNvSpPr/>
            <p:nvPr/>
          </p:nvSpPr>
          <p:spPr>
            <a:xfrm>
              <a:off x="6583680" y="1463040"/>
              <a:ext cx="1553040" cy="455760"/>
            </a:xfrm>
            <a:prstGeom prst="rect">
              <a:avLst/>
            </a:prstGeom>
            <a:solidFill>
              <a:srgbClr val="B2B2B2">
                <a:alpha val="6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6" name="Téglalap 65"/>
            <p:cNvSpPr/>
            <p:nvPr/>
          </p:nvSpPr>
          <p:spPr>
            <a:xfrm>
              <a:off x="7315200" y="1920240"/>
              <a:ext cx="1461600" cy="1644480"/>
            </a:xfrm>
            <a:prstGeom prst="rect">
              <a:avLst/>
            </a:prstGeom>
            <a:solidFill>
              <a:srgbClr val="B2B2B2">
                <a:alpha val="3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7" name="Téglalap 66"/>
            <p:cNvSpPr/>
            <p:nvPr/>
          </p:nvSpPr>
          <p:spPr>
            <a:xfrm>
              <a:off x="2743200" y="2377440"/>
              <a:ext cx="547200" cy="82152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8" name="Téglalap 67"/>
            <p:cNvSpPr/>
            <p:nvPr/>
          </p:nvSpPr>
          <p:spPr>
            <a:xfrm>
              <a:off x="8595360" y="0"/>
              <a:ext cx="1483920" cy="1461600"/>
            </a:xfrm>
            <a:prstGeom prst="rect">
              <a:avLst/>
            </a:prstGeom>
            <a:solidFill>
              <a:srgbClr val="DDDDD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9" name="Téglalap 68"/>
            <p:cNvSpPr/>
            <p:nvPr/>
          </p:nvSpPr>
          <p:spPr>
            <a:xfrm>
              <a:off x="6766560" y="0"/>
              <a:ext cx="272880" cy="1004400"/>
            </a:xfrm>
            <a:prstGeom prst="rect">
              <a:avLst/>
            </a:prstGeom>
            <a:solidFill>
              <a:srgbClr val="2F4550">
                <a:alpha val="5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70" name="Téglalap 69"/>
            <p:cNvSpPr/>
            <p:nvPr/>
          </p:nvSpPr>
          <p:spPr>
            <a:xfrm>
              <a:off x="1554480" y="0"/>
              <a:ext cx="181440" cy="912960"/>
            </a:xfrm>
            <a:prstGeom prst="rect">
              <a:avLst/>
            </a:prstGeom>
            <a:solidFill>
              <a:srgbClr val="80808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71" name="Téglalap 70"/>
            <p:cNvSpPr/>
            <p:nvPr/>
          </p:nvSpPr>
          <p:spPr>
            <a:xfrm>
              <a:off x="0" y="3017520"/>
              <a:ext cx="364320" cy="109584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72" name="Téglalap 71"/>
            <p:cNvSpPr/>
            <p:nvPr/>
          </p:nvSpPr>
          <p:spPr>
            <a:xfrm>
              <a:off x="9601200" y="2560320"/>
              <a:ext cx="364320" cy="1553040"/>
            </a:xfrm>
            <a:prstGeom prst="rect">
              <a:avLst/>
            </a:prstGeom>
            <a:solidFill>
              <a:srgbClr val="B2B2B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73" name="Téglalap 72"/>
            <p:cNvSpPr/>
            <p:nvPr/>
          </p:nvSpPr>
          <p:spPr>
            <a:xfrm>
              <a:off x="8778240" y="1828800"/>
              <a:ext cx="364320" cy="36432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6" name="PlaceHolder 3"/>
          <p:cNvSpPr>
            <a:spLocks noGrp="1"/>
          </p:cNvSpPr>
          <p:nvPr>
            <p:ph type="ftr" idx="7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Noto Sans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sldNum" idx="8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E8B2B74-F34F-45A3-BD7F-FD49B2C25C78}" type="slidenum">
              <a:rPr lang="en-US" sz="1400" b="0" strike="noStrike" spc="-1">
                <a:solidFill>
                  <a:srgbClr val="000000"/>
                </a:solidFill>
                <a:latin typeface="Noto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dt" idx="9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Csoportba foglalás 80"/>
          <p:cNvGrpSpPr/>
          <p:nvPr/>
        </p:nvGrpSpPr>
        <p:grpSpPr>
          <a:xfrm>
            <a:off x="0" y="0"/>
            <a:ext cx="10079280" cy="4113360"/>
            <a:chOff x="0" y="0"/>
            <a:chExt cx="10079280" cy="4113360"/>
          </a:xfrm>
        </p:grpSpPr>
        <p:sp>
          <p:nvSpPr>
            <p:cNvPr id="82" name="Téglalap 81"/>
            <p:cNvSpPr/>
            <p:nvPr/>
          </p:nvSpPr>
          <p:spPr>
            <a:xfrm>
              <a:off x="0" y="0"/>
              <a:ext cx="10079280" cy="411336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83" name="Téglalap 82"/>
            <p:cNvSpPr/>
            <p:nvPr/>
          </p:nvSpPr>
          <p:spPr>
            <a:xfrm>
              <a:off x="0" y="0"/>
              <a:ext cx="10079280" cy="411336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84" name="Téglalap 83"/>
            <p:cNvSpPr/>
            <p:nvPr/>
          </p:nvSpPr>
          <p:spPr>
            <a:xfrm>
              <a:off x="0" y="1280160"/>
              <a:ext cx="1553040" cy="638640"/>
            </a:xfrm>
            <a:prstGeom prst="rect">
              <a:avLst/>
            </a:prstGeom>
            <a:solidFill>
              <a:srgbClr val="343A40">
                <a:alpha val="2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85" name="Téglalap 84"/>
            <p:cNvSpPr/>
            <p:nvPr/>
          </p:nvSpPr>
          <p:spPr>
            <a:xfrm>
              <a:off x="914400" y="1920240"/>
              <a:ext cx="1278720" cy="182736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86" name="Téglalap 85"/>
            <p:cNvSpPr/>
            <p:nvPr/>
          </p:nvSpPr>
          <p:spPr>
            <a:xfrm>
              <a:off x="2194560" y="548640"/>
              <a:ext cx="1278720" cy="182736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87" name="Téglalap 86"/>
            <p:cNvSpPr/>
            <p:nvPr/>
          </p:nvSpPr>
          <p:spPr>
            <a:xfrm>
              <a:off x="3474720" y="1188720"/>
              <a:ext cx="364320" cy="36432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88" name="Téglalap 87"/>
            <p:cNvSpPr/>
            <p:nvPr/>
          </p:nvSpPr>
          <p:spPr>
            <a:xfrm>
              <a:off x="4206240" y="0"/>
              <a:ext cx="1461600" cy="912960"/>
            </a:xfrm>
            <a:prstGeom prst="rect">
              <a:avLst/>
            </a:prstGeom>
            <a:solidFill>
              <a:srgbClr val="6C757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89" name="Téglalap 88"/>
            <p:cNvSpPr/>
            <p:nvPr/>
          </p:nvSpPr>
          <p:spPr>
            <a:xfrm>
              <a:off x="4663440" y="914400"/>
              <a:ext cx="1004400" cy="45576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90" name="Téglalap 89"/>
            <p:cNvSpPr/>
            <p:nvPr/>
          </p:nvSpPr>
          <p:spPr>
            <a:xfrm>
              <a:off x="3474720" y="1737360"/>
              <a:ext cx="3107520" cy="100440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91" name="Téglalap 90"/>
            <p:cNvSpPr/>
            <p:nvPr/>
          </p:nvSpPr>
          <p:spPr>
            <a:xfrm>
              <a:off x="4114800" y="2743200"/>
              <a:ext cx="1461600" cy="100440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92" name="Téglalap 91"/>
            <p:cNvSpPr/>
            <p:nvPr/>
          </p:nvSpPr>
          <p:spPr>
            <a:xfrm>
              <a:off x="6583680" y="1463040"/>
              <a:ext cx="1553040" cy="455760"/>
            </a:xfrm>
            <a:prstGeom prst="rect">
              <a:avLst/>
            </a:prstGeom>
            <a:solidFill>
              <a:srgbClr val="B2B2B2">
                <a:alpha val="6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93" name="Téglalap 92"/>
            <p:cNvSpPr/>
            <p:nvPr/>
          </p:nvSpPr>
          <p:spPr>
            <a:xfrm>
              <a:off x="7315200" y="1920240"/>
              <a:ext cx="1461600" cy="1644480"/>
            </a:xfrm>
            <a:prstGeom prst="rect">
              <a:avLst/>
            </a:prstGeom>
            <a:solidFill>
              <a:srgbClr val="B2B2B2">
                <a:alpha val="3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94" name="Téglalap 93"/>
            <p:cNvSpPr/>
            <p:nvPr/>
          </p:nvSpPr>
          <p:spPr>
            <a:xfrm>
              <a:off x="2743200" y="2377440"/>
              <a:ext cx="547200" cy="82152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95" name="Téglalap 94"/>
            <p:cNvSpPr/>
            <p:nvPr/>
          </p:nvSpPr>
          <p:spPr>
            <a:xfrm>
              <a:off x="8595360" y="0"/>
              <a:ext cx="1483920" cy="1461600"/>
            </a:xfrm>
            <a:prstGeom prst="rect">
              <a:avLst/>
            </a:prstGeom>
            <a:solidFill>
              <a:srgbClr val="DDDDD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96" name="Téglalap 95"/>
            <p:cNvSpPr/>
            <p:nvPr/>
          </p:nvSpPr>
          <p:spPr>
            <a:xfrm>
              <a:off x="6766560" y="0"/>
              <a:ext cx="272880" cy="1004400"/>
            </a:xfrm>
            <a:prstGeom prst="rect">
              <a:avLst/>
            </a:prstGeom>
            <a:solidFill>
              <a:srgbClr val="2F4550">
                <a:alpha val="5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97" name="Téglalap 96"/>
            <p:cNvSpPr/>
            <p:nvPr/>
          </p:nvSpPr>
          <p:spPr>
            <a:xfrm>
              <a:off x="1554480" y="0"/>
              <a:ext cx="181440" cy="912960"/>
            </a:xfrm>
            <a:prstGeom prst="rect">
              <a:avLst/>
            </a:prstGeom>
            <a:solidFill>
              <a:srgbClr val="80808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98" name="Téglalap 97"/>
            <p:cNvSpPr/>
            <p:nvPr/>
          </p:nvSpPr>
          <p:spPr>
            <a:xfrm>
              <a:off x="0" y="3017520"/>
              <a:ext cx="364320" cy="109584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99" name="Téglalap 98"/>
            <p:cNvSpPr/>
            <p:nvPr/>
          </p:nvSpPr>
          <p:spPr>
            <a:xfrm>
              <a:off x="9601200" y="2560320"/>
              <a:ext cx="364320" cy="1553040"/>
            </a:xfrm>
            <a:prstGeom prst="rect">
              <a:avLst/>
            </a:prstGeom>
            <a:solidFill>
              <a:srgbClr val="B2B2B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00" name="Téglalap 99"/>
            <p:cNvSpPr/>
            <p:nvPr/>
          </p:nvSpPr>
          <p:spPr>
            <a:xfrm>
              <a:off x="8778240" y="1828800"/>
              <a:ext cx="364320" cy="36432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02" name="PlaceHolder 2"/>
          <p:cNvSpPr>
            <a:spLocks noGrp="1"/>
          </p:cNvSpPr>
          <p:nvPr>
            <p:ph type="ftr" idx="10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Noto Sans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sldNum" idx="11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9D52F5-C896-4145-9293-5C422FC16536}" type="slidenum">
              <a:rPr lang="en-US" sz="1400" b="0" strike="noStrike" spc="-1">
                <a:solidFill>
                  <a:srgbClr val="000000"/>
                </a:solidFill>
                <a:latin typeface="Noto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 type="dt" idx="12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105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Csoportba foglalás 107"/>
          <p:cNvGrpSpPr/>
          <p:nvPr/>
        </p:nvGrpSpPr>
        <p:grpSpPr>
          <a:xfrm>
            <a:off x="8540280" y="5064480"/>
            <a:ext cx="1279080" cy="913320"/>
            <a:chOff x="8540280" y="5064480"/>
            <a:chExt cx="1279080" cy="913320"/>
          </a:xfrm>
        </p:grpSpPr>
        <p:grpSp>
          <p:nvGrpSpPr>
            <p:cNvPr id="109" name="Csoportba foglalás 108"/>
            <p:cNvGrpSpPr/>
            <p:nvPr/>
          </p:nvGrpSpPr>
          <p:grpSpPr>
            <a:xfrm>
              <a:off x="8540280" y="5064480"/>
              <a:ext cx="1279080" cy="913320"/>
              <a:chOff x="8540280" y="5064480"/>
              <a:chExt cx="1279080" cy="913320"/>
            </a:xfrm>
          </p:grpSpPr>
          <p:sp>
            <p:nvSpPr>
              <p:cNvPr id="110" name="Ellipszis 109"/>
              <p:cNvSpPr/>
              <p:nvPr/>
            </p:nvSpPr>
            <p:spPr>
              <a:xfrm rot="21598800" flipV="1">
                <a:off x="9637560" y="5430240"/>
                <a:ext cx="181440" cy="181440"/>
              </a:xfrm>
              <a:prstGeom prst="ellipse">
                <a:avLst/>
              </a:prstGeom>
              <a:blipFill rotWithShape="0">
                <a:blip r:embed="rId3"/>
                <a:srcRect/>
                <a:tile tx="0" ty="0" sx="73404" sy="73404" algn="ctr"/>
              </a:blipFill>
              <a:ln w="0">
                <a:noFill/>
              </a:ln>
              <a:effectLst>
                <a:outerShdw dist="102841" dir="2700000" rotWithShape="0">
                  <a:srgbClr val="808080">
                    <a:alpha val="65000"/>
                  </a:srgb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>
                  <a:lnSpc>
                    <a:spcPct val="100000"/>
                  </a:lnSpc>
                </a:pPr>
                <a:endParaRPr lang="en-US" sz="1800" b="0" strike="noStrike" spc="-1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11" name="Ellipszis 110"/>
              <p:cNvSpPr/>
              <p:nvPr/>
            </p:nvSpPr>
            <p:spPr>
              <a:xfrm rot="21598800" flipV="1">
                <a:off x="9271800" y="5430240"/>
                <a:ext cx="181440" cy="181440"/>
              </a:xfrm>
              <a:prstGeom prst="ellipse">
                <a:avLst/>
              </a:prstGeom>
              <a:blipFill rotWithShape="0">
                <a:blip r:embed="rId3"/>
                <a:srcRect/>
                <a:tile tx="0" ty="0" sx="73404" sy="73404" algn="ctr"/>
              </a:blipFill>
              <a:ln w="0">
                <a:noFill/>
              </a:ln>
              <a:effectLst>
                <a:outerShdw dist="102841" dir="2700000" rotWithShape="0">
                  <a:srgbClr val="808080">
                    <a:alpha val="65000"/>
                  </a:srgb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>
                  <a:lnSpc>
                    <a:spcPct val="100000"/>
                  </a:lnSpc>
                </a:pPr>
                <a:endParaRPr lang="en-US" sz="1800" b="0" strike="noStrike" spc="-1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12" name="Ellipszis 111"/>
              <p:cNvSpPr/>
              <p:nvPr/>
            </p:nvSpPr>
            <p:spPr>
              <a:xfrm rot="21598800" flipV="1">
                <a:off x="8906400" y="5430240"/>
                <a:ext cx="181440" cy="181440"/>
              </a:xfrm>
              <a:prstGeom prst="ellipse">
                <a:avLst/>
              </a:prstGeom>
              <a:blipFill rotWithShape="0">
                <a:blip r:embed="rId3"/>
                <a:srcRect/>
                <a:tile tx="0" ty="0" sx="73404" sy="73404" algn="ctr"/>
              </a:blipFill>
              <a:ln w="0">
                <a:noFill/>
              </a:ln>
              <a:effectLst>
                <a:outerShdw dist="102841" dir="2700000" rotWithShape="0">
                  <a:srgbClr val="808080">
                    <a:alpha val="65000"/>
                  </a:srgb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>
                  <a:lnSpc>
                    <a:spcPct val="100000"/>
                  </a:lnSpc>
                </a:pPr>
                <a:endParaRPr lang="en-US" sz="1800" b="0" strike="noStrike" spc="-1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13" name="Ellipszis 112"/>
              <p:cNvSpPr/>
              <p:nvPr/>
            </p:nvSpPr>
            <p:spPr>
              <a:xfrm rot="21598800" flipV="1">
                <a:off x="8540280" y="5430600"/>
                <a:ext cx="181440" cy="181440"/>
              </a:xfrm>
              <a:prstGeom prst="ellipse">
                <a:avLst/>
              </a:prstGeom>
              <a:blipFill rotWithShape="0">
                <a:blip r:embed="rId3"/>
                <a:srcRect/>
                <a:tile tx="0" ty="0" sx="73404" sy="73404" algn="ctr"/>
              </a:blipFill>
              <a:ln w="0">
                <a:noFill/>
              </a:ln>
              <a:effectLst>
                <a:outerShdw dist="102841" dir="2700000" rotWithShape="0">
                  <a:srgbClr val="808080">
                    <a:alpha val="65000"/>
                  </a:srgb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>
                  <a:lnSpc>
                    <a:spcPct val="100000"/>
                  </a:lnSpc>
                </a:pPr>
                <a:endParaRPr lang="en-US" sz="1800" b="0" strike="noStrike" spc="-1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14" name="Ellipszis 113"/>
              <p:cNvSpPr/>
              <p:nvPr/>
            </p:nvSpPr>
            <p:spPr>
              <a:xfrm rot="21598800" flipV="1">
                <a:off x="8540280" y="5064480"/>
                <a:ext cx="181440" cy="181440"/>
              </a:xfrm>
              <a:prstGeom prst="ellipse">
                <a:avLst/>
              </a:prstGeom>
              <a:blipFill rotWithShape="0">
                <a:blip r:embed="rId3"/>
                <a:srcRect/>
                <a:tile tx="0" ty="0" sx="73404" sy="73404" algn="ctr"/>
              </a:blipFill>
              <a:ln w="0">
                <a:noFill/>
              </a:ln>
              <a:effectLst>
                <a:outerShdw dist="102841" dir="2700000" rotWithShape="0">
                  <a:srgbClr val="808080">
                    <a:alpha val="65000"/>
                  </a:srgb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>
                  <a:lnSpc>
                    <a:spcPct val="100000"/>
                  </a:lnSpc>
                </a:pPr>
                <a:endParaRPr lang="en-US" sz="1800" b="0" strike="noStrike" spc="-1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15" name="Ellipszis 114"/>
              <p:cNvSpPr/>
              <p:nvPr/>
            </p:nvSpPr>
            <p:spPr>
              <a:xfrm rot="21598800" flipV="1">
                <a:off x="8906040" y="5064480"/>
                <a:ext cx="181440" cy="181440"/>
              </a:xfrm>
              <a:prstGeom prst="ellipse">
                <a:avLst/>
              </a:prstGeom>
              <a:blipFill rotWithShape="0">
                <a:blip r:embed="rId3"/>
                <a:srcRect/>
                <a:tile tx="0" ty="0" sx="73404" sy="73404" algn="ctr"/>
              </a:blipFill>
              <a:ln w="0">
                <a:noFill/>
              </a:ln>
              <a:effectLst>
                <a:outerShdw dist="102841" dir="2700000" rotWithShape="0">
                  <a:srgbClr val="808080">
                    <a:alpha val="65000"/>
                  </a:srgb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>
                  <a:lnSpc>
                    <a:spcPct val="100000"/>
                  </a:lnSpc>
                </a:pPr>
                <a:endParaRPr lang="en-US" sz="1800" b="0" strike="noStrike" spc="-1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16" name="Ellipszis 115"/>
              <p:cNvSpPr/>
              <p:nvPr/>
            </p:nvSpPr>
            <p:spPr>
              <a:xfrm rot="21598800" flipV="1">
                <a:off x="9271800" y="5064840"/>
                <a:ext cx="181440" cy="181440"/>
              </a:xfrm>
              <a:prstGeom prst="ellipse">
                <a:avLst/>
              </a:prstGeom>
              <a:blipFill rotWithShape="0">
                <a:blip r:embed="rId3"/>
                <a:srcRect/>
                <a:tile tx="0" ty="0" sx="73404" sy="73404" algn="ctr"/>
              </a:blipFill>
              <a:ln w="0">
                <a:noFill/>
              </a:ln>
              <a:effectLst>
                <a:outerShdw dist="102841" dir="2700000" rotWithShape="0">
                  <a:srgbClr val="808080">
                    <a:alpha val="65000"/>
                  </a:srgb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>
                  <a:lnSpc>
                    <a:spcPct val="100000"/>
                  </a:lnSpc>
                </a:pPr>
                <a:endParaRPr lang="en-US" sz="1800" b="0" strike="noStrike" spc="-1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17" name="Ellipszis 116"/>
              <p:cNvSpPr/>
              <p:nvPr/>
            </p:nvSpPr>
            <p:spPr>
              <a:xfrm rot="21598800" flipV="1">
                <a:off x="9637920" y="5064480"/>
                <a:ext cx="181440" cy="181440"/>
              </a:xfrm>
              <a:prstGeom prst="ellipse">
                <a:avLst/>
              </a:prstGeom>
              <a:blipFill rotWithShape="0">
                <a:blip r:embed="rId3"/>
                <a:srcRect/>
                <a:tile tx="0" ty="0" sx="73404" sy="73404" algn="ctr"/>
              </a:blipFill>
              <a:ln w="0">
                <a:noFill/>
              </a:ln>
              <a:effectLst>
                <a:outerShdw dist="102841" dir="2700000" rotWithShape="0">
                  <a:srgbClr val="808080">
                    <a:alpha val="65000"/>
                  </a:srgb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>
                  <a:lnSpc>
                    <a:spcPct val="100000"/>
                  </a:lnSpc>
                </a:pPr>
                <a:endParaRPr lang="en-US" sz="1800" b="0" strike="noStrike" spc="-1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18" name="Ellipszis 117"/>
              <p:cNvSpPr/>
              <p:nvPr/>
            </p:nvSpPr>
            <p:spPr>
              <a:xfrm rot="21598800" flipV="1">
                <a:off x="9637560" y="5796000"/>
                <a:ext cx="181440" cy="181440"/>
              </a:xfrm>
              <a:prstGeom prst="ellipse">
                <a:avLst/>
              </a:prstGeom>
              <a:blipFill rotWithShape="0">
                <a:blip r:embed="rId3"/>
                <a:srcRect/>
                <a:tile tx="0" ty="0" sx="73404" sy="73404" algn="ctr"/>
              </a:blipFill>
              <a:ln w="0">
                <a:noFill/>
              </a:ln>
              <a:effectLst>
                <a:outerShdw dist="102841" dir="2700000" rotWithShape="0">
                  <a:srgbClr val="808080">
                    <a:alpha val="65000"/>
                  </a:srgb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>
                  <a:lnSpc>
                    <a:spcPct val="100000"/>
                  </a:lnSpc>
                </a:pPr>
                <a:endParaRPr lang="en-US" sz="1800" b="0" strike="noStrike" spc="-1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19" name="Ellipszis 118"/>
              <p:cNvSpPr/>
              <p:nvPr/>
            </p:nvSpPr>
            <p:spPr>
              <a:xfrm rot="21598800" flipV="1">
                <a:off x="9272160" y="5796360"/>
                <a:ext cx="181440" cy="181440"/>
              </a:xfrm>
              <a:prstGeom prst="ellipse">
                <a:avLst/>
              </a:prstGeom>
              <a:blipFill rotWithShape="0">
                <a:blip r:embed="rId3"/>
                <a:srcRect/>
                <a:tile tx="0" ty="0" sx="73404" sy="73404" algn="ctr"/>
              </a:blipFill>
              <a:ln w="0">
                <a:noFill/>
              </a:ln>
              <a:effectLst>
                <a:outerShdw dist="102841" dir="2700000" rotWithShape="0">
                  <a:srgbClr val="808080">
                    <a:alpha val="65000"/>
                  </a:srgb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>
                  <a:lnSpc>
                    <a:spcPct val="100000"/>
                  </a:lnSpc>
                </a:pPr>
                <a:endParaRPr lang="en-US" sz="1800" b="0" strike="noStrike" spc="-1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20" name="Ellipszis 119"/>
              <p:cNvSpPr/>
              <p:nvPr/>
            </p:nvSpPr>
            <p:spPr>
              <a:xfrm rot="21598800" flipV="1">
                <a:off x="8906040" y="5796000"/>
                <a:ext cx="181440" cy="181440"/>
              </a:xfrm>
              <a:prstGeom prst="ellipse">
                <a:avLst/>
              </a:prstGeom>
              <a:blipFill rotWithShape="0">
                <a:blip r:embed="rId3"/>
                <a:srcRect/>
                <a:tile tx="0" ty="0" sx="73404" sy="73404" algn="ctr"/>
              </a:blipFill>
              <a:ln w="0">
                <a:noFill/>
              </a:ln>
              <a:effectLst>
                <a:outerShdw dist="102841" dir="2700000" rotWithShape="0">
                  <a:srgbClr val="808080">
                    <a:alpha val="65000"/>
                  </a:srgb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>
                  <a:lnSpc>
                    <a:spcPct val="100000"/>
                  </a:lnSpc>
                </a:pPr>
                <a:endParaRPr lang="en-US" sz="1800" b="0" strike="noStrike" spc="-1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21" name="Ellipszis 120"/>
              <p:cNvSpPr/>
              <p:nvPr/>
            </p:nvSpPr>
            <p:spPr>
              <a:xfrm rot="21598800" flipV="1">
                <a:off x="8540280" y="5796000"/>
                <a:ext cx="181440" cy="181440"/>
              </a:xfrm>
              <a:prstGeom prst="ellipse">
                <a:avLst/>
              </a:prstGeom>
              <a:blipFill rotWithShape="0">
                <a:blip r:embed="rId3"/>
                <a:srcRect/>
                <a:tile tx="0" ty="0" sx="73404" sy="73404" algn="ctr"/>
              </a:blipFill>
              <a:ln w="0">
                <a:noFill/>
              </a:ln>
              <a:effectLst>
                <a:outerShdw dist="102841" dir="2700000" rotWithShape="0">
                  <a:srgbClr val="808080">
                    <a:alpha val="65000"/>
                  </a:srgb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>
                  <a:lnSpc>
                    <a:spcPct val="100000"/>
                  </a:lnSpc>
                </a:pPr>
                <a:endParaRPr lang="en-US" sz="1800" b="0" strike="noStrike" spc="-1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</p:grpSp>
      </p:grpSp>
      <p:sp>
        <p:nvSpPr>
          <p:cNvPr id="122" name="Ellipszis 121"/>
          <p:cNvSpPr/>
          <p:nvPr/>
        </p:nvSpPr>
        <p:spPr>
          <a:xfrm>
            <a:off x="1499760" y="1774080"/>
            <a:ext cx="2924640" cy="2924640"/>
          </a:xfrm>
          <a:prstGeom prst="ellipse">
            <a:avLst/>
          </a:prstGeom>
          <a:solidFill>
            <a:srgbClr val="CCCCCC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23" name="Ellipszis 122"/>
          <p:cNvSpPr/>
          <p:nvPr/>
        </p:nvSpPr>
        <p:spPr>
          <a:xfrm>
            <a:off x="1225080" y="1134360"/>
            <a:ext cx="1187640" cy="1186920"/>
          </a:xfrm>
          <a:prstGeom prst="ellipse">
            <a:avLst/>
          </a:prstGeom>
          <a:solidFill>
            <a:srgbClr val="CCCCCC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24" name="Ellipszis 123"/>
          <p:cNvSpPr/>
          <p:nvPr/>
        </p:nvSpPr>
        <p:spPr>
          <a:xfrm>
            <a:off x="3420000" y="4242960"/>
            <a:ext cx="638640" cy="638640"/>
          </a:xfrm>
          <a:prstGeom prst="ellipse">
            <a:avLst/>
          </a:prstGeom>
          <a:solidFill>
            <a:srgbClr val="CCCCCC">
              <a:alpha val="2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pic>
        <p:nvPicPr>
          <p:cNvPr id="125" name="Kép 124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:mc="http://schemas.openxmlformats.org/markup-compatibility/2006" xmlns:p15="http://schemas.microsoft.com/office/powerpoint/2012/main" xmlns:p14="http://schemas.microsoft.com/office/powerpoint/2010/main" xmlns="" r:embed="rId15"/>
              </a:ext>
            </a:extLst>
          </a:blip>
          <a:stretch/>
        </p:blipFill>
        <p:spPr>
          <a:xfrm>
            <a:off x="4349520" y="792360"/>
            <a:ext cx="5524560" cy="4143960"/>
          </a:xfrm>
          <a:prstGeom prst="rect">
            <a:avLst/>
          </a:prstGeom>
          <a:ln w="0">
            <a:noFill/>
          </a:ln>
          <a:effectLst>
            <a:outerShdw blurRad="762120" dist="102841" dir="2700000" rotWithShape="0">
              <a:srgbClr val="808080">
                <a:alpha val="50000"/>
              </a:srgbClr>
            </a:outerShdw>
          </a:effectLst>
        </p:spPr>
      </p:pic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28" name="PlaceHolder 3"/>
          <p:cNvSpPr>
            <a:spLocks noGrp="1"/>
          </p:cNvSpPr>
          <p:nvPr>
            <p:ph type="ftr" idx="13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Noto Sans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 type="sldNum" idx="14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45AF37D-3F42-4E5D-9C58-3B0EBE2AF1CC}" type="slidenum">
              <a:rPr lang="en-US" sz="1400" b="0" strike="noStrike" spc="-1">
                <a:solidFill>
                  <a:srgbClr val="000000"/>
                </a:solidFill>
                <a:latin typeface="Noto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 type="dt" idx="15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Csoportba foglalás 132"/>
          <p:cNvGrpSpPr/>
          <p:nvPr/>
        </p:nvGrpSpPr>
        <p:grpSpPr>
          <a:xfrm>
            <a:off x="7406640" y="3566160"/>
            <a:ext cx="2376000" cy="4296240"/>
            <a:chOff x="7406640" y="3566160"/>
            <a:chExt cx="2376000" cy="4296240"/>
          </a:xfrm>
        </p:grpSpPr>
        <p:sp>
          <p:nvSpPr>
            <p:cNvPr id="134" name="Téglalap 133"/>
            <p:cNvSpPr/>
            <p:nvPr/>
          </p:nvSpPr>
          <p:spPr>
            <a:xfrm>
              <a:off x="8138160" y="4754880"/>
              <a:ext cx="455760" cy="2558880"/>
            </a:xfrm>
            <a:prstGeom prst="rect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35" name="Téglalap 134"/>
            <p:cNvSpPr/>
            <p:nvPr/>
          </p:nvSpPr>
          <p:spPr>
            <a:xfrm>
              <a:off x="8961120" y="3566160"/>
              <a:ext cx="455760" cy="2558880"/>
            </a:xfrm>
            <a:prstGeom prst="rect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36" name="Téglalap 135"/>
            <p:cNvSpPr/>
            <p:nvPr/>
          </p:nvSpPr>
          <p:spPr>
            <a:xfrm>
              <a:off x="8503920" y="5120640"/>
              <a:ext cx="1278720" cy="9000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37" name="Téglalap 136"/>
            <p:cNvSpPr/>
            <p:nvPr/>
          </p:nvSpPr>
          <p:spPr>
            <a:xfrm>
              <a:off x="8321040" y="5303520"/>
              <a:ext cx="912960" cy="9000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38" name="Téglalap 137"/>
            <p:cNvSpPr/>
            <p:nvPr/>
          </p:nvSpPr>
          <p:spPr>
            <a:xfrm>
              <a:off x="8869680" y="5486400"/>
              <a:ext cx="912960" cy="9000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39" name="Téglalap 138"/>
            <p:cNvSpPr/>
            <p:nvPr/>
          </p:nvSpPr>
          <p:spPr>
            <a:xfrm>
              <a:off x="7406640" y="5303520"/>
              <a:ext cx="455760" cy="2558880"/>
            </a:xfrm>
            <a:prstGeom prst="rect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140" name="Téglalap 139"/>
          <p:cNvSpPr/>
          <p:nvPr/>
        </p:nvSpPr>
        <p:spPr>
          <a:xfrm flipH="1" flipV="1">
            <a:off x="1459800" y="-1555920"/>
            <a:ext cx="455760" cy="2558880"/>
          </a:xfrm>
          <a:prstGeom prst="rect">
            <a:avLst/>
          </a:prstGeom>
          <a:blipFill rotWithShape="0">
            <a:blip r:embed="rId3"/>
            <a:srcRect/>
            <a:tile tx="0" ty="0" sx="73404" sy="73404" algn="ctr"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41" name="Téglalap 140"/>
          <p:cNvSpPr/>
          <p:nvPr/>
        </p:nvSpPr>
        <p:spPr>
          <a:xfrm flipH="1" flipV="1">
            <a:off x="636840" y="-365400"/>
            <a:ext cx="455760" cy="2558880"/>
          </a:xfrm>
          <a:prstGeom prst="rect">
            <a:avLst/>
          </a:prstGeom>
          <a:blipFill rotWithShape="0">
            <a:blip r:embed="rId3"/>
            <a:srcRect/>
            <a:tile tx="0" ty="0" sx="73404" sy="73404" algn="ctr"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42" name="Téglalap 141"/>
          <p:cNvSpPr/>
          <p:nvPr/>
        </p:nvSpPr>
        <p:spPr>
          <a:xfrm flipH="1" flipV="1">
            <a:off x="272880" y="547200"/>
            <a:ext cx="1278720" cy="90000"/>
          </a:xfrm>
          <a:prstGeom prst="rect">
            <a:avLst/>
          </a:prstGeom>
          <a:solidFill>
            <a:srgbClr val="CCCCCC">
              <a:alpha val="7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43" name="Téglalap 142"/>
          <p:cNvSpPr/>
          <p:nvPr/>
        </p:nvSpPr>
        <p:spPr>
          <a:xfrm flipH="1" flipV="1">
            <a:off x="821520" y="364320"/>
            <a:ext cx="912960" cy="90000"/>
          </a:xfrm>
          <a:prstGeom prst="rect">
            <a:avLst/>
          </a:prstGeom>
          <a:solidFill>
            <a:srgbClr val="CCCCCC">
              <a:alpha val="7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44" name="Téglalap 143"/>
          <p:cNvSpPr/>
          <p:nvPr/>
        </p:nvSpPr>
        <p:spPr>
          <a:xfrm flipH="1" flipV="1">
            <a:off x="272880" y="181440"/>
            <a:ext cx="912960" cy="90000"/>
          </a:xfrm>
          <a:prstGeom prst="rect">
            <a:avLst/>
          </a:prstGeom>
          <a:solidFill>
            <a:srgbClr val="CCCCCC">
              <a:alpha val="7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45" name="Téglalap 144"/>
          <p:cNvSpPr/>
          <p:nvPr/>
        </p:nvSpPr>
        <p:spPr>
          <a:xfrm flipH="1" flipV="1">
            <a:off x="2193120" y="-2104560"/>
            <a:ext cx="455760" cy="2558880"/>
          </a:xfrm>
          <a:prstGeom prst="rect">
            <a:avLst/>
          </a:prstGeom>
          <a:blipFill rotWithShape="0">
            <a:blip r:embed="rId3"/>
            <a:srcRect/>
            <a:tile tx="0" ty="0" sx="73404" sy="73404" algn="ctr"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46" name="Ellipszis 145"/>
          <p:cNvSpPr/>
          <p:nvPr/>
        </p:nvSpPr>
        <p:spPr>
          <a:xfrm>
            <a:off x="3474720" y="2560320"/>
            <a:ext cx="2741760" cy="274176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9" name="PlaceHolder 3"/>
          <p:cNvSpPr>
            <a:spLocks noGrp="1"/>
          </p:cNvSpPr>
          <p:nvPr>
            <p:ph type="ftr" idx="16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Noto Sans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PlaceHolder 4"/>
          <p:cNvSpPr>
            <a:spLocks noGrp="1"/>
          </p:cNvSpPr>
          <p:nvPr>
            <p:ph type="sldNum" idx="17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4DC320B-E237-4869-AAC8-8ADF9B0A7603}" type="slidenum">
              <a:rPr lang="en-US" sz="1400" b="0" strike="noStrike" spc="-1">
                <a:solidFill>
                  <a:srgbClr val="000000"/>
                </a:solidFill>
                <a:latin typeface="Noto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PlaceHolder 5"/>
          <p:cNvSpPr>
            <a:spLocks noGrp="1"/>
          </p:cNvSpPr>
          <p:nvPr>
            <p:ph type="dt" idx="18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Ellipszis 153"/>
          <p:cNvSpPr/>
          <p:nvPr/>
        </p:nvSpPr>
        <p:spPr>
          <a:xfrm>
            <a:off x="822960" y="2468880"/>
            <a:ext cx="1461600" cy="146160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dist="102841" dir="2700000" rotWithShape="0">
              <a:srgbClr val="808080">
                <a:alpha val="2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55" name="Ellipszis 154"/>
          <p:cNvSpPr/>
          <p:nvPr/>
        </p:nvSpPr>
        <p:spPr>
          <a:xfrm>
            <a:off x="4480560" y="1554480"/>
            <a:ext cx="1461600" cy="146160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dist="102841" dir="2700000" rotWithShape="0">
              <a:srgbClr val="808080">
                <a:alpha val="2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56" name="Ellipszis 155"/>
          <p:cNvSpPr/>
          <p:nvPr/>
        </p:nvSpPr>
        <p:spPr>
          <a:xfrm>
            <a:off x="6583680" y="3108960"/>
            <a:ext cx="1461600" cy="146160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dist="102841" dir="2700000" rotWithShape="0">
              <a:srgbClr val="808080">
                <a:alpha val="2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57" name="Szabadkézi sokszög 156"/>
          <p:cNvSpPr/>
          <p:nvPr/>
        </p:nvSpPr>
        <p:spPr>
          <a:xfrm>
            <a:off x="1554480" y="4114800"/>
            <a:ext cx="912960" cy="655920"/>
          </a:xfrm>
          <a:custGeom>
            <a:avLst/>
            <a:gdLst>
              <a:gd name="textAreaLeft" fmla="*/ 0 w 912960"/>
              <a:gd name="textAreaRight" fmla="*/ 914400 w 912960"/>
              <a:gd name="textAreaTop" fmla="*/ 0 h 655920"/>
              <a:gd name="textAreaBottom" fmla="*/ 657360 h 655920"/>
            </a:gdLst>
            <a:ahLst/>
            <a:cxnLst/>
            <a:rect l="textAreaLeft" t="textAreaTop" r="textAreaRight" b="textAreaBottom"/>
            <a:pathLst>
              <a:path w="2540" h="1826" fill="none">
                <a:moveTo>
                  <a:pt x="0" y="0"/>
                </a:moveTo>
                <a:cubicBezTo>
                  <a:pt x="508" y="2286"/>
                  <a:pt x="2540" y="1778"/>
                  <a:pt x="2540" y="1778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360" tIns="63360" rIns="108360" bIns="6336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58" name="Szabadkézi sokszög 157"/>
          <p:cNvSpPr/>
          <p:nvPr/>
        </p:nvSpPr>
        <p:spPr>
          <a:xfrm>
            <a:off x="3657600" y="1188720"/>
            <a:ext cx="821520" cy="638640"/>
          </a:xfrm>
          <a:custGeom>
            <a:avLst/>
            <a:gdLst>
              <a:gd name="textAreaLeft" fmla="*/ 0 w 821520"/>
              <a:gd name="textAreaRight" fmla="*/ 822960 w 821520"/>
              <a:gd name="textAreaTop" fmla="*/ 0 h 638640"/>
              <a:gd name="textAreaBottom" fmla="*/ 640080 h 638640"/>
            </a:gdLst>
            <a:ahLst/>
            <a:cxnLst/>
            <a:rect l="textAreaLeft" t="textAreaTop" r="textAreaRight" b="textAreaBottom"/>
            <a:pathLst>
              <a:path w="2286" h="1778" fill="none">
                <a:moveTo>
                  <a:pt x="2286" y="1778"/>
                </a:moveTo>
                <a:cubicBezTo>
                  <a:pt x="1016" y="1778"/>
                  <a:pt x="2033" y="0"/>
                  <a:pt x="0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360" tIns="63360" rIns="108360" bIns="6336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59" name="Szabadkézi sokszög 158"/>
          <p:cNvSpPr/>
          <p:nvPr/>
        </p:nvSpPr>
        <p:spPr>
          <a:xfrm>
            <a:off x="7955280" y="2011680"/>
            <a:ext cx="1462680" cy="1187280"/>
          </a:xfrm>
          <a:custGeom>
            <a:avLst/>
            <a:gdLst>
              <a:gd name="textAreaLeft" fmla="*/ 0 w 1462680"/>
              <a:gd name="textAreaRight" fmla="*/ 1464120 w 1462680"/>
              <a:gd name="textAreaTop" fmla="*/ 0 h 1187280"/>
              <a:gd name="textAreaBottom" fmla="*/ 1188720 h 1187280"/>
            </a:gdLst>
            <a:ahLst/>
            <a:cxnLst/>
            <a:rect l="textAreaLeft" t="textAreaTop" r="textAreaRight" b="textAreaBottom"/>
            <a:pathLst>
              <a:path w="4067" h="3302" fill="none">
                <a:moveTo>
                  <a:pt x="3302" y="0"/>
                </a:moveTo>
                <a:cubicBezTo>
                  <a:pt x="4826" y="1016"/>
                  <a:pt x="3810" y="2286"/>
                  <a:pt x="2540" y="2286"/>
                </a:cubicBezTo>
                <a:cubicBezTo>
                  <a:pt x="1269" y="2286"/>
                  <a:pt x="253" y="2540"/>
                  <a:pt x="0" y="3302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360" tIns="63360" rIns="108360" bIns="6336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60" name="Ellipszis 159"/>
          <p:cNvSpPr/>
          <p:nvPr/>
        </p:nvSpPr>
        <p:spPr>
          <a:xfrm>
            <a:off x="2468880" y="822960"/>
            <a:ext cx="1409040" cy="137016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61" name="Ellipszis 160"/>
          <p:cNvSpPr/>
          <p:nvPr/>
        </p:nvSpPr>
        <p:spPr>
          <a:xfrm>
            <a:off x="3931920" y="4663440"/>
            <a:ext cx="168336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62" name="Ellipszis 161"/>
          <p:cNvSpPr/>
          <p:nvPr/>
        </p:nvSpPr>
        <p:spPr>
          <a:xfrm>
            <a:off x="8412480" y="1280160"/>
            <a:ext cx="1095840" cy="10044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65" name="PlaceHolder 3"/>
          <p:cNvSpPr>
            <a:spLocks noGrp="1"/>
          </p:cNvSpPr>
          <p:nvPr>
            <p:ph type="ftr" idx="19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Noto Sans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sldNum" idx="20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A26BA99-D12F-479D-9F6E-5587710F5FB2}" type="slidenum">
              <a:rPr lang="en-US" sz="1400" b="0" strike="noStrike" spc="-1">
                <a:solidFill>
                  <a:srgbClr val="000000"/>
                </a:solidFill>
                <a:latin typeface="Noto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5"/>
          <p:cNvSpPr>
            <a:spLocks noGrp="1"/>
          </p:cNvSpPr>
          <p:nvPr>
            <p:ph type="dt" idx="21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Ellipszis 169"/>
          <p:cNvSpPr/>
          <p:nvPr/>
        </p:nvSpPr>
        <p:spPr>
          <a:xfrm>
            <a:off x="822960" y="2468880"/>
            <a:ext cx="1461600" cy="146160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dist="102841" dir="2700000" rotWithShape="0">
              <a:srgbClr val="808080">
                <a:alpha val="2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71" name="Ellipszis 170"/>
          <p:cNvSpPr/>
          <p:nvPr/>
        </p:nvSpPr>
        <p:spPr>
          <a:xfrm>
            <a:off x="4480560" y="1554480"/>
            <a:ext cx="1461600" cy="146160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dist="102841" dir="2700000" rotWithShape="0">
              <a:srgbClr val="808080">
                <a:alpha val="2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72" name="Ellipszis 171"/>
          <p:cNvSpPr/>
          <p:nvPr/>
        </p:nvSpPr>
        <p:spPr>
          <a:xfrm>
            <a:off x="6583680" y="3108960"/>
            <a:ext cx="1461600" cy="146160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dist="102841" dir="2700000" rotWithShape="0">
              <a:srgbClr val="808080">
                <a:alpha val="2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73" name="Szabadkézi sokszög 172"/>
          <p:cNvSpPr/>
          <p:nvPr/>
        </p:nvSpPr>
        <p:spPr>
          <a:xfrm>
            <a:off x="1554480" y="4114800"/>
            <a:ext cx="912960" cy="655920"/>
          </a:xfrm>
          <a:custGeom>
            <a:avLst/>
            <a:gdLst>
              <a:gd name="textAreaLeft" fmla="*/ 0 w 912960"/>
              <a:gd name="textAreaRight" fmla="*/ 914400 w 912960"/>
              <a:gd name="textAreaTop" fmla="*/ 0 h 655920"/>
              <a:gd name="textAreaBottom" fmla="*/ 657360 h 655920"/>
            </a:gdLst>
            <a:ahLst/>
            <a:cxnLst/>
            <a:rect l="textAreaLeft" t="textAreaTop" r="textAreaRight" b="textAreaBottom"/>
            <a:pathLst>
              <a:path w="2540" h="1826" fill="none">
                <a:moveTo>
                  <a:pt x="0" y="0"/>
                </a:moveTo>
                <a:cubicBezTo>
                  <a:pt x="508" y="2286"/>
                  <a:pt x="2540" y="1778"/>
                  <a:pt x="2540" y="1778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360" tIns="63360" rIns="108360" bIns="6336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74" name="Szabadkézi sokszög 173"/>
          <p:cNvSpPr/>
          <p:nvPr/>
        </p:nvSpPr>
        <p:spPr>
          <a:xfrm>
            <a:off x="3657600" y="1188720"/>
            <a:ext cx="821520" cy="638640"/>
          </a:xfrm>
          <a:custGeom>
            <a:avLst/>
            <a:gdLst>
              <a:gd name="textAreaLeft" fmla="*/ 0 w 821520"/>
              <a:gd name="textAreaRight" fmla="*/ 822960 w 821520"/>
              <a:gd name="textAreaTop" fmla="*/ 0 h 638640"/>
              <a:gd name="textAreaBottom" fmla="*/ 640080 h 638640"/>
            </a:gdLst>
            <a:ahLst/>
            <a:cxnLst/>
            <a:rect l="textAreaLeft" t="textAreaTop" r="textAreaRight" b="textAreaBottom"/>
            <a:pathLst>
              <a:path w="2286" h="1778" fill="none">
                <a:moveTo>
                  <a:pt x="2286" y="1778"/>
                </a:moveTo>
                <a:cubicBezTo>
                  <a:pt x="1016" y="1778"/>
                  <a:pt x="2033" y="0"/>
                  <a:pt x="0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360" tIns="63360" rIns="108360" bIns="6336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75" name="Szabadkézi sokszög 174"/>
          <p:cNvSpPr/>
          <p:nvPr/>
        </p:nvSpPr>
        <p:spPr>
          <a:xfrm>
            <a:off x="7955280" y="2011680"/>
            <a:ext cx="1462680" cy="1187280"/>
          </a:xfrm>
          <a:custGeom>
            <a:avLst/>
            <a:gdLst>
              <a:gd name="textAreaLeft" fmla="*/ 0 w 1462680"/>
              <a:gd name="textAreaRight" fmla="*/ 1464120 w 1462680"/>
              <a:gd name="textAreaTop" fmla="*/ 0 h 1187280"/>
              <a:gd name="textAreaBottom" fmla="*/ 1188720 h 1187280"/>
            </a:gdLst>
            <a:ahLst/>
            <a:cxnLst/>
            <a:rect l="textAreaLeft" t="textAreaTop" r="textAreaRight" b="textAreaBottom"/>
            <a:pathLst>
              <a:path w="4067" h="3302" fill="none">
                <a:moveTo>
                  <a:pt x="3302" y="0"/>
                </a:moveTo>
                <a:cubicBezTo>
                  <a:pt x="4826" y="1016"/>
                  <a:pt x="3810" y="2286"/>
                  <a:pt x="2540" y="2286"/>
                </a:cubicBezTo>
                <a:cubicBezTo>
                  <a:pt x="1269" y="2286"/>
                  <a:pt x="253" y="2540"/>
                  <a:pt x="0" y="3302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360" tIns="63360" rIns="108360" bIns="6336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76" name="Ellipszis 175"/>
          <p:cNvSpPr/>
          <p:nvPr/>
        </p:nvSpPr>
        <p:spPr>
          <a:xfrm>
            <a:off x="2468880" y="822960"/>
            <a:ext cx="1409040" cy="137016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77" name="Ellipszis 176"/>
          <p:cNvSpPr/>
          <p:nvPr/>
        </p:nvSpPr>
        <p:spPr>
          <a:xfrm>
            <a:off x="3931920" y="4663440"/>
            <a:ext cx="168336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78" name="Ellipszis 177"/>
          <p:cNvSpPr/>
          <p:nvPr/>
        </p:nvSpPr>
        <p:spPr>
          <a:xfrm>
            <a:off x="8412480" y="1280160"/>
            <a:ext cx="1095840" cy="10044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79" name="PlaceHolder 1"/>
          <p:cNvSpPr>
            <a:spLocks noGrp="1"/>
          </p:cNvSpPr>
          <p:nvPr>
            <p:ph type="ftr" idx="22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Noto Sans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sldNum" idx="23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E2E2A24-D110-4169-A0F2-E858E73A7949}" type="slidenum">
              <a:rPr lang="en-US" sz="1400" b="0" strike="noStrike" spc="-1">
                <a:solidFill>
                  <a:srgbClr val="000000"/>
                </a:solidFill>
                <a:latin typeface="Noto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dt" idx="24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182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3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Ellipszis 183"/>
          <p:cNvSpPr/>
          <p:nvPr/>
        </p:nvSpPr>
        <p:spPr>
          <a:xfrm>
            <a:off x="2103480" y="3658320"/>
            <a:ext cx="164448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85" name="Ellipszis 184"/>
          <p:cNvSpPr/>
          <p:nvPr/>
        </p:nvSpPr>
        <p:spPr>
          <a:xfrm>
            <a:off x="823320" y="-273240"/>
            <a:ext cx="2193120" cy="21931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86" name="Ellipszis 185"/>
          <p:cNvSpPr/>
          <p:nvPr/>
        </p:nvSpPr>
        <p:spPr>
          <a:xfrm>
            <a:off x="7955640" y="3109680"/>
            <a:ext cx="2193120" cy="21931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87" name="Ellipszis 186"/>
          <p:cNvSpPr/>
          <p:nvPr/>
        </p:nvSpPr>
        <p:spPr>
          <a:xfrm>
            <a:off x="9601560" y="915120"/>
            <a:ext cx="164448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grpSp>
        <p:nvGrpSpPr>
          <p:cNvPr id="188" name="Csoportba foglalás 187"/>
          <p:cNvGrpSpPr/>
          <p:nvPr/>
        </p:nvGrpSpPr>
        <p:grpSpPr>
          <a:xfrm>
            <a:off x="3916800" y="1133640"/>
            <a:ext cx="2432160" cy="4337640"/>
            <a:chOff x="3916800" y="1133640"/>
            <a:chExt cx="2432160" cy="4337640"/>
          </a:xfrm>
        </p:grpSpPr>
        <p:sp>
          <p:nvSpPr>
            <p:cNvPr id="189" name="Romboid 188"/>
            <p:cNvSpPr/>
            <p:nvPr/>
          </p:nvSpPr>
          <p:spPr>
            <a:xfrm rot="5330400" flipH="1" flipV="1">
              <a:off x="4852440" y="373608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DEE2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90" name="Romboid 189"/>
            <p:cNvSpPr/>
            <p:nvPr/>
          </p:nvSpPr>
          <p:spPr>
            <a:xfrm rot="5330400" flipH="1" flipV="1">
              <a:off x="4021920" y="269784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CED4D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91" name="Romboid 190"/>
            <p:cNvSpPr/>
            <p:nvPr/>
          </p:nvSpPr>
          <p:spPr>
            <a:xfrm rot="5330400" flipH="1" flipV="1">
              <a:off x="4919040" y="243360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92" name="Romboid 191"/>
            <p:cNvSpPr/>
            <p:nvPr/>
          </p:nvSpPr>
          <p:spPr>
            <a:xfrm rot="5330400" flipH="1" flipV="1">
              <a:off x="3975840" y="133992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6C757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193" name="Romboid 192"/>
            <p:cNvSpPr/>
            <p:nvPr/>
          </p:nvSpPr>
          <p:spPr>
            <a:xfrm rot="5330400" flipH="1" flipV="1">
              <a:off x="4910040" y="110196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343A4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194" name="Romboid 193"/>
            <p:cNvSpPr/>
            <p:nvPr/>
          </p:nvSpPr>
          <p:spPr>
            <a:xfrm rot="5330400" flipH="1" flipV="1">
              <a:off x="4030560" y="404028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7" name="PlaceHolder 3"/>
          <p:cNvSpPr>
            <a:spLocks noGrp="1"/>
          </p:cNvSpPr>
          <p:nvPr>
            <p:ph type="ftr" idx="25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Noto Sans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 type="sldNum" idx="26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9F25B64-E84B-43BB-8590-3894F72DBF7C}" type="slidenum">
              <a:rPr lang="en-US" sz="1400" b="0" strike="noStrike" spc="-1">
                <a:solidFill>
                  <a:srgbClr val="000000"/>
                </a:solidFill>
                <a:latin typeface="Noto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 type="dt" idx="27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Ellipszis 201"/>
          <p:cNvSpPr/>
          <p:nvPr/>
        </p:nvSpPr>
        <p:spPr>
          <a:xfrm>
            <a:off x="2103480" y="3658320"/>
            <a:ext cx="164448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03" name="Ellipszis 202"/>
          <p:cNvSpPr/>
          <p:nvPr/>
        </p:nvSpPr>
        <p:spPr>
          <a:xfrm>
            <a:off x="823320" y="-273240"/>
            <a:ext cx="2193120" cy="21931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04" name="Ellipszis 203"/>
          <p:cNvSpPr/>
          <p:nvPr/>
        </p:nvSpPr>
        <p:spPr>
          <a:xfrm>
            <a:off x="7955640" y="3109680"/>
            <a:ext cx="2193120" cy="21931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05" name="Ellipszis 204"/>
          <p:cNvSpPr/>
          <p:nvPr/>
        </p:nvSpPr>
        <p:spPr>
          <a:xfrm>
            <a:off x="9601560" y="915120"/>
            <a:ext cx="164448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grpSp>
        <p:nvGrpSpPr>
          <p:cNvPr id="206" name="Csoportba foglalás 205"/>
          <p:cNvGrpSpPr/>
          <p:nvPr/>
        </p:nvGrpSpPr>
        <p:grpSpPr>
          <a:xfrm>
            <a:off x="3916800" y="1133640"/>
            <a:ext cx="2432160" cy="4337640"/>
            <a:chOff x="3916800" y="1133640"/>
            <a:chExt cx="2432160" cy="4337640"/>
          </a:xfrm>
        </p:grpSpPr>
        <p:sp>
          <p:nvSpPr>
            <p:cNvPr id="207" name="Romboid 206"/>
            <p:cNvSpPr/>
            <p:nvPr/>
          </p:nvSpPr>
          <p:spPr>
            <a:xfrm rot="5330400" flipH="1" flipV="1">
              <a:off x="4852440" y="373608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DEE2E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08" name="Romboid 207"/>
            <p:cNvSpPr/>
            <p:nvPr/>
          </p:nvSpPr>
          <p:spPr>
            <a:xfrm rot="5330400" flipH="1" flipV="1">
              <a:off x="4021920" y="269784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CED4D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09" name="Romboid 208"/>
            <p:cNvSpPr/>
            <p:nvPr/>
          </p:nvSpPr>
          <p:spPr>
            <a:xfrm rot="5330400" flipH="1" flipV="1">
              <a:off x="4919040" y="243360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ADB5B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10" name="Romboid 209"/>
            <p:cNvSpPr/>
            <p:nvPr/>
          </p:nvSpPr>
          <p:spPr>
            <a:xfrm rot="5330400" flipH="1" flipV="1">
              <a:off x="3975840" y="133992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6C757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11" name="Romboid 210"/>
            <p:cNvSpPr/>
            <p:nvPr/>
          </p:nvSpPr>
          <p:spPr>
            <a:xfrm rot="5330400" flipH="1" flipV="1">
              <a:off x="4910040" y="110196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343A4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12" name="Romboid 211"/>
            <p:cNvSpPr/>
            <p:nvPr/>
          </p:nvSpPr>
          <p:spPr>
            <a:xfrm rot="5330400" flipH="1" flipV="1">
              <a:off x="4030560" y="404028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213" name="PlaceHolder 1"/>
          <p:cNvSpPr>
            <a:spLocks noGrp="1"/>
          </p:cNvSpPr>
          <p:nvPr>
            <p:ph type="ftr" idx="28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Noto Sans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sldNum" idx="29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9595337-FEB3-4EA7-B240-3D37B82A8B95}" type="slidenum">
              <a:rPr lang="en-US" sz="1400" b="0" strike="noStrike" spc="-1">
                <a:solidFill>
                  <a:srgbClr val="000000"/>
                </a:solidFill>
                <a:latin typeface="Noto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dt" idx="30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216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17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églalap 217"/>
          <p:cNvSpPr/>
          <p:nvPr/>
        </p:nvSpPr>
        <p:spPr>
          <a:xfrm>
            <a:off x="6771960" y="1300320"/>
            <a:ext cx="860400" cy="18144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19" name="Téglalap 218"/>
          <p:cNvSpPr/>
          <p:nvPr/>
        </p:nvSpPr>
        <p:spPr>
          <a:xfrm>
            <a:off x="5813280" y="3854880"/>
            <a:ext cx="860400" cy="18144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20" name="Ellipszis 219"/>
          <p:cNvSpPr/>
          <p:nvPr/>
        </p:nvSpPr>
        <p:spPr>
          <a:xfrm>
            <a:off x="7589520" y="2560320"/>
            <a:ext cx="2193120" cy="21931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21" name="Ellipszis 220"/>
          <p:cNvSpPr/>
          <p:nvPr/>
        </p:nvSpPr>
        <p:spPr>
          <a:xfrm>
            <a:off x="3200400" y="731520"/>
            <a:ext cx="168336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22" name="Ellipszis 221"/>
          <p:cNvSpPr/>
          <p:nvPr/>
        </p:nvSpPr>
        <p:spPr>
          <a:xfrm>
            <a:off x="1424160" y="3489120"/>
            <a:ext cx="168336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23" name="Szabadkézi sokszög 222"/>
          <p:cNvSpPr/>
          <p:nvPr/>
        </p:nvSpPr>
        <p:spPr>
          <a:xfrm>
            <a:off x="700920" y="1900080"/>
            <a:ext cx="1400760" cy="1847520"/>
          </a:xfrm>
          <a:custGeom>
            <a:avLst/>
            <a:gdLst>
              <a:gd name="textAreaLeft" fmla="*/ 0 w 1400760"/>
              <a:gd name="textAreaRight" fmla="*/ 1402200 w 1400760"/>
              <a:gd name="textAreaTop" fmla="*/ 0 h 1847520"/>
              <a:gd name="textAreaBottom" fmla="*/ 1848960 h 1847520"/>
            </a:gdLst>
            <a:ahLst/>
            <a:cxnLst/>
            <a:rect l="textAreaLeft" t="textAreaTop" r="textAreaRight" b="textAreaBottom"/>
            <a:pathLst>
              <a:path w="3895" h="5136" fill="none">
                <a:moveTo>
                  <a:pt x="339" y="0"/>
                </a:moveTo>
                <a:cubicBezTo>
                  <a:pt x="-931" y="2540"/>
                  <a:pt x="1609" y="5588"/>
                  <a:pt x="3895" y="508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type="triangl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360" tIns="63360" rIns="108360" bIns="6336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24" name="Szabadkézi sokszög 223"/>
          <p:cNvSpPr/>
          <p:nvPr/>
        </p:nvSpPr>
        <p:spPr>
          <a:xfrm>
            <a:off x="3931920" y="2011680"/>
            <a:ext cx="974520" cy="1370160"/>
          </a:xfrm>
          <a:custGeom>
            <a:avLst/>
            <a:gdLst>
              <a:gd name="textAreaLeft" fmla="*/ 0 w 974520"/>
              <a:gd name="textAreaRight" fmla="*/ 975960 w 974520"/>
              <a:gd name="textAreaTop" fmla="*/ 0 h 1370160"/>
              <a:gd name="textAreaBottom" fmla="*/ 1371600 h 1370160"/>
            </a:gdLst>
            <a:ahLst/>
            <a:cxnLst/>
            <a:rect l="textAreaLeft" t="textAreaTop" r="textAreaRight" b="textAreaBottom"/>
            <a:pathLst>
              <a:path w="2711" h="3810" fill="none">
                <a:moveTo>
                  <a:pt x="0" y="3810"/>
                </a:moveTo>
                <a:cubicBezTo>
                  <a:pt x="762" y="3048"/>
                  <a:pt x="1271" y="3556"/>
                  <a:pt x="1270" y="2795"/>
                </a:cubicBezTo>
                <a:cubicBezTo>
                  <a:pt x="1270" y="2032"/>
                  <a:pt x="3301" y="2286"/>
                  <a:pt x="2540" y="3048"/>
                </a:cubicBezTo>
                <a:cubicBezTo>
                  <a:pt x="1778" y="3810"/>
                  <a:pt x="1524" y="508"/>
                  <a:pt x="2540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type="triangl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360" tIns="63360" rIns="108360" bIns="6336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25" name="Szabadkézi sokszög 224"/>
          <p:cNvSpPr/>
          <p:nvPr/>
        </p:nvSpPr>
        <p:spPr>
          <a:xfrm>
            <a:off x="7724880" y="2103120"/>
            <a:ext cx="777600" cy="1461600"/>
          </a:xfrm>
          <a:custGeom>
            <a:avLst/>
            <a:gdLst>
              <a:gd name="textAreaLeft" fmla="*/ 0 w 777600"/>
              <a:gd name="textAreaRight" fmla="*/ 779040 w 777600"/>
              <a:gd name="textAreaTop" fmla="*/ 0 h 1461600"/>
              <a:gd name="textAreaBottom" fmla="*/ 1463040 h 1461600"/>
            </a:gdLst>
            <a:ahLst/>
            <a:cxnLst/>
            <a:rect l="textAreaLeft" t="textAreaTop" r="textAreaRight" b="textAreaBottom"/>
            <a:pathLst>
              <a:path w="2164" h="4064" fill="none">
                <a:moveTo>
                  <a:pt x="132" y="4064"/>
                </a:moveTo>
                <a:cubicBezTo>
                  <a:pt x="-630" y="3301"/>
                  <a:pt x="2164" y="3555"/>
                  <a:pt x="2164" y="2794"/>
                </a:cubicBezTo>
                <a:cubicBezTo>
                  <a:pt x="2164" y="2032"/>
                  <a:pt x="-630" y="1778"/>
                  <a:pt x="132" y="2540"/>
                </a:cubicBezTo>
                <a:cubicBezTo>
                  <a:pt x="894" y="3302"/>
                  <a:pt x="1910" y="508"/>
                  <a:pt x="894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type="triangl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360" tIns="63360" rIns="108360" bIns="6336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26" name="Téglalap 225"/>
          <p:cNvSpPr/>
          <p:nvPr/>
        </p:nvSpPr>
        <p:spPr>
          <a:xfrm>
            <a:off x="1424160" y="4754880"/>
            <a:ext cx="860400" cy="18144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27" name="Téglalap 226"/>
          <p:cNvSpPr/>
          <p:nvPr/>
        </p:nvSpPr>
        <p:spPr>
          <a:xfrm>
            <a:off x="2887200" y="1300320"/>
            <a:ext cx="860400" cy="18144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0" name="PlaceHolder 3"/>
          <p:cNvSpPr>
            <a:spLocks noGrp="1"/>
          </p:cNvSpPr>
          <p:nvPr>
            <p:ph type="ftr" idx="31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Noto Sans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PlaceHolder 4"/>
          <p:cNvSpPr>
            <a:spLocks noGrp="1"/>
          </p:cNvSpPr>
          <p:nvPr>
            <p:ph type="sldNum" idx="32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BD6A649-24DB-4421-B063-11B0E8539163}" type="slidenum">
              <a:rPr lang="en-US" sz="1400" b="0" strike="noStrike" spc="-1">
                <a:solidFill>
                  <a:srgbClr val="000000"/>
                </a:solidFill>
                <a:latin typeface="Noto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PlaceHolder 5"/>
          <p:cNvSpPr>
            <a:spLocks noGrp="1"/>
          </p:cNvSpPr>
          <p:nvPr>
            <p:ph type="dt" idx="33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Téglalap 234"/>
          <p:cNvSpPr/>
          <p:nvPr/>
        </p:nvSpPr>
        <p:spPr>
          <a:xfrm>
            <a:off x="6771960" y="1300320"/>
            <a:ext cx="860400" cy="18144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36" name="Téglalap 235"/>
          <p:cNvSpPr/>
          <p:nvPr/>
        </p:nvSpPr>
        <p:spPr>
          <a:xfrm>
            <a:off x="5813280" y="3854880"/>
            <a:ext cx="860400" cy="18144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37" name="Ellipszis 236"/>
          <p:cNvSpPr/>
          <p:nvPr/>
        </p:nvSpPr>
        <p:spPr>
          <a:xfrm>
            <a:off x="7589520" y="2560320"/>
            <a:ext cx="2193120" cy="21931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38" name="Ellipszis 237"/>
          <p:cNvSpPr/>
          <p:nvPr/>
        </p:nvSpPr>
        <p:spPr>
          <a:xfrm>
            <a:off x="3200400" y="731520"/>
            <a:ext cx="168336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39" name="Ellipszis 238"/>
          <p:cNvSpPr/>
          <p:nvPr/>
        </p:nvSpPr>
        <p:spPr>
          <a:xfrm>
            <a:off x="1424160" y="3489120"/>
            <a:ext cx="168336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40" name="Szabadkézi sokszög 239"/>
          <p:cNvSpPr/>
          <p:nvPr/>
        </p:nvSpPr>
        <p:spPr>
          <a:xfrm>
            <a:off x="700920" y="1900080"/>
            <a:ext cx="1400760" cy="1847520"/>
          </a:xfrm>
          <a:custGeom>
            <a:avLst/>
            <a:gdLst>
              <a:gd name="textAreaLeft" fmla="*/ 0 w 1400760"/>
              <a:gd name="textAreaRight" fmla="*/ 1402200 w 1400760"/>
              <a:gd name="textAreaTop" fmla="*/ 0 h 1847520"/>
              <a:gd name="textAreaBottom" fmla="*/ 1848960 h 1847520"/>
            </a:gdLst>
            <a:ahLst/>
            <a:cxnLst/>
            <a:rect l="textAreaLeft" t="textAreaTop" r="textAreaRight" b="textAreaBottom"/>
            <a:pathLst>
              <a:path w="3895" h="5136" fill="none">
                <a:moveTo>
                  <a:pt x="339" y="0"/>
                </a:moveTo>
                <a:cubicBezTo>
                  <a:pt x="-931" y="2540"/>
                  <a:pt x="1609" y="5588"/>
                  <a:pt x="3895" y="508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type="triangl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360" tIns="63360" rIns="108360" bIns="6336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41" name="Szabadkézi sokszög 240"/>
          <p:cNvSpPr/>
          <p:nvPr/>
        </p:nvSpPr>
        <p:spPr>
          <a:xfrm>
            <a:off x="3931920" y="2011680"/>
            <a:ext cx="974520" cy="1370160"/>
          </a:xfrm>
          <a:custGeom>
            <a:avLst/>
            <a:gdLst>
              <a:gd name="textAreaLeft" fmla="*/ 0 w 974520"/>
              <a:gd name="textAreaRight" fmla="*/ 975960 w 974520"/>
              <a:gd name="textAreaTop" fmla="*/ 0 h 1370160"/>
              <a:gd name="textAreaBottom" fmla="*/ 1371600 h 1370160"/>
            </a:gdLst>
            <a:ahLst/>
            <a:cxnLst/>
            <a:rect l="textAreaLeft" t="textAreaTop" r="textAreaRight" b="textAreaBottom"/>
            <a:pathLst>
              <a:path w="2711" h="3810" fill="none">
                <a:moveTo>
                  <a:pt x="0" y="3810"/>
                </a:moveTo>
                <a:cubicBezTo>
                  <a:pt x="762" y="3048"/>
                  <a:pt x="1271" y="3556"/>
                  <a:pt x="1270" y="2795"/>
                </a:cubicBezTo>
                <a:cubicBezTo>
                  <a:pt x="1270" y="2032"/>
                  <a:pt x="3301" y="2286"/>
                  <a:pt x="2540" y="3048"/>
                </a:cubicBezTo>
                <a:cubicBezTo>
                  <a:pt x="1778" y="3810"/>
                  <a:pt x="1524" y="508"/>
                  <a:pt x="2540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type="triangl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360" tIns="63360" rIns="108360" bIns="6336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42" name="Szabadkézi sokszög 241"/>
          <p:cNvSpPr/>
          <p:nvPr/>
        </p:nvSpPr>
        <p:spPr>
          <a:xfrm>
            <a:off x="7724880" y="2103120"/>
            <a:ext cx="777600" cy="1461600"/>
          </a:xfrm>
          <a:custGeom>
            <a:avLst/>
            <a:gdLst>
              <a:gd name="textAreaLeft" fmla="*/ 0 w 777600"/>
              <a:gd name="textAreaRight" fmla="*/ 779040 w 777600"/>
              <a:gd name="textAreaTop" fmla="*/ 0 h 1461600"/>
              <a:gd name="textAreaBottom" fmla="*/ 1463040 h 1461600"/>
            </a:gdLst>
            <a:ahLst/>
            <a:cxnLst/>
            <a:rect l="textAreaLeft" t="textAreaTop" r="textAreaRight" b="textAreaBottom"/>
            <a:pathLst>
              <a:path w="2164" h="4064" fill="none">
                <a:moveTo>
                  <a:pt x="132" y="4064"/>
                </a:moveTo>
                <a:cubicBezTo>
                  <a:pt x="-630" y="3301"/>
                  <a:pt x="2164" y="3555"/>
                  <a:pt x="2164" y="2794"/>
                </a:cubicBezTo>
                <a:cubicBezTo>
                  <a:pt x="2164" y="2032"/>
                  <a:pt x="-630" y="1778"/>
                  <a:pt x="132" y="2540"/>
                </a:cubicBezTo>
                <a:cubicBezTo>
                  <a:pt x="894" y="3302"/>
                  <a:pt x="1910" y="508"/>
                  <a:pt x="894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type="triangl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360" tIns="63360" rIns="108360" bIns="6336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43" name="Téglalap 242"/>
          <p:cNvSpPr/>
          <p:nvPr/>
        </p:nvSpPr>
        <p:spPr>
          <a:xfrm>
            <a:off x="1424160" y="4754880"/>
            <a:ext cx="860400" cy="18144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44" name="Téglalap 243"/>
          <p:cNvSpPr/>
          <p:nvPr/>
        </p:nvSpPr>
        <p:spPr>
          <a:xfrm>
            <a:off x="2887200" y="1300320"/>
            <a:ext cx="860400" cy="18144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45" name="PlaceHolder 1"/>
          <p:cNvSpPr>
            <a:spLocks noGrp="1"/>
          </p:cNvSpPr>
          <p:nvPr>
            <p:ph type="ftr" idx="34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Noto Sans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sldNum" idx="35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9945B22-40B1-4CA2-BAF4-1EFFF3169304}" type="slidenum">
              <a:rPr lang="en-US" sz="1400" b="0" strike="noStrike" spc="-1">
                <a:solidFill>
                  <a:srgbClr val="000000"/>
                </a:solidFill>
                <a:latin typeface="Noto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dt" idx="36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248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49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0" name="Csoportba foglalás 249"/>
          <p:cNvGrpSpPr/>
          <p:nvPr/>
        </p:nvGrpSpPr>
        <p:grpSpPr>
          <a:xfrm>
            <a:off x="2982960" y="1585440"/>
            <a:ext cx="5981040" cy="3148560"/>
            <a:chOff x="2982960" y="1585440"/>
            <a:chExt cx="5981040" cy="3148560"/>
          </a:xfrm>
        </p:grpSpPr>
        <p:sp>
          <p:nvSpPr>
            <p:cNvPr id="251" name="Téglalap 250"/>
            <p:cNvSpPr/>
            <p:nvPr/>
          </p:nvSpPr>
          <p:spPr>
            <a:xfrm>
              <a:off x="3570480" y="1888200"/>
              <a:ext cx="4925880" cy="262188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52" name="Téglalap 251"/>
            <p:cNvSpPr/>
            <p:nvPr/>
          </p:nvSpPr>
          <p:spPr>
            <a:xfrm>
              <a:off x="3763800" y="1585440"/>
              <a:ext cx="4925880" cy="2621880"/>
            </a:xfrm>
            <a:prstGeom prst="rect">
              <a:avLst/>
            </a:prstGeom>
            <a:noFill/>
            <a:ln w="1836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9000" tIns="54000" rIns="99000" bIns="54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53" name="Téglalap 252"/>
            <p:cNvSpPr/>
            <p:nvPr/>
          </p:nvSpPr>
          <p:spPr>
            <a:xfrm>
              <a:off x="3844800" y="1768320"/>
              <a:ext cx="1095840" cy="147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8000" b="0" strike="noStrike" spc="-1">
                  <a:solidFill>
                    <a:srgbClr val="000000"/>
                  </a:solidFill>
                  <a:latin typeface="Noto Sans"/>
                  <a:ea typeface="DejaVu Sans"/>
                </a:rPr>
                <a:t>“</a:t>
              </a:r>
              <a:endParaRPr lang="en-US" sz="80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4" name="Téglalap 253"/>
            <p:cNvSpPr/>
            <p:nvPr/>
          </p:nvSpPr>
          <p:spPr>
            <a:xfrm>
              <a:off x="7868160" y="3399840"/>
              <a:ext cx="1095840" cy="1334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7200" b="0" strike="noStrike" spc="-1">
                  <a:solidFill>
                    <a:srgbClr val="000000"/>
                  </a:solidFill>
                  <a:latin typeface="Noto Sans"/>
                  <a:ea typeface="DejaVu Sans"/>
                </a:rPr>
                <a:t>”</a:t>
              </a:r>
              <a:endParaRPr lang="en-US" sz="7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5" name="Téglalap 254"/>
            <p:cNvSpPr/>
            <p:nvPr/>
          </p:nvSpPr>
          <p:spPr>
            <a:xfrm>
              <a:off x="2982960" y="4117320"/>
              <a:ext cx="1043280" cy="301320"/>
            </a:xfrm>
            <a:prstGeom prst="rect">
              <a:avLst/>
            </a:prstGeom>
            <a:pattFill prst="wdUpDiag">
              <a:fgClr>
                <a:srgbClr val="000000"/>
              </a:fgClr>
              <a:bgClr>
                <a:srgbClr val="FFFFFF">
                  <a:alpha val="0"/>
                </a:srgbClr>
              </a:bgClr>
            </a:patt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grpSp>
        <p:nvGrpSpPr>
          <p:cNvPr id="256" name="Csoportba foglalás 255"/>
          <p:cNvGrpSpPr/>
          <p:nvPr/>
        </p:nvGrpSpPr>
        <p:grpSpPr>
          <a:xfrm>
            <a:off x="-2091240" y="-402120"/>
            <a:ext cx="4942440" cy="8520120"/>
            <a:chOff x="-2091240" y="-402120"/>
            <a:chExt cx="4942440" cy="8520120"/>
          </a:xfrm>
        </p:grpSpPr>
        <p:sp>
          <p:nvSpPr>
            <p:cNvPr id="257" name="Szabadkézi sokszög 256"/>
            <p:cNvSpPr/>
            <p:nvPr/>
          </p:nvSpPr>
          <p:spPr>
            <a:xfrm>
              <a:off x="-893160" y="44866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58" name="Szabadkézi sokszög 257"/>
            <p:cNvSpPr/>
            <p:nvPr/>
          </p:nvSpPr>
          <p:spPr>
            <a:xfrm rot="5358000">
              <a:off x="-894600" y="51519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59" name="Szabadkézi sokszög 258"/>
            <p:cNvSpPr/>
            <p:nvPr/>
          </p:nvSpPr>
          <p:spPr>
            <a:xfrm>
              <a:off x="-228960" y="51616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F8F9FA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0" name="Szabadkézi sokszög 259"/>
            <p:cNvSpPr/>
            <p:nvPr/>
          </p:nvSpPr>
          <p:spPr>
            <a:xfrm rot="5358000">
              <a:off x="-218520" y="4488840"/>
              <a:ext cx="1067040" cy="765000"/>
            </a:xfrm>
            <a:custGeom>
              <a:avLst/>
              <a:gdLst>
                <a:gd name="textAreaLeft" fmla="*/ 276840 w 1067040"/>
                <a:gd name="textAreaRight" fmla="*/ 791640 w 106704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1" name="Szabadkézi sokszög 260"/>
            <p:cNvSpPr/>
            <p:nvPr/>
          </p:nvSpPr>
          <p:spPr>
            <a:xfrm>
              <a:off x="-228960" y="38260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3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2" name="Szabadkézi sokszög 261"/>
            <p:cNvSpPr/>
            <p:nvPr/>
          </p:nvSpPr>
          <p:spPr>
            <a:xfrm rot="5358000">
              <a:off x="-1583280" y="44931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4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3" name="Szabadkézi sokszög 262"/>
            <p:cNvSpPr/>
            <p:nvPr/>
          </p:nvSpPr>
          <p:spPr>
            <a:xfrm rot="5358000">
              <a:off x="-2235600" y="516924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4" name="Szabadkézi sokszög 263"/>
            <p:cNvSpPr/>
            <p:nvPr/>
          </p:nvSpPr>
          <p:spPr>
            <a:xfrm rot="5358000">
              <a:off x="-894240" y="38199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5" name="Szabadkézi sokszög 264"/>
            <p:cNvSpPr/>
            <p:nvPr/>
          </p:nvSpPr>
          <p:spPr>
            <a:xfrm rot="5358000">
              <a:off x="-219240" y="315324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6" name="Szabadkézi sokszög 265"/>
            <p:cNvSpPr/>
            <p:nvPr/>
          </p:nvSpPr>
          <p:spPr>
            <a:xfrm>
              <a:off x="455040" y="44776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7" name="Szabadkézi sokszög 266"/>
            <p:cNvSpPr/>
            <p:nvPr/>
          </p:nvSpPr>
          <p:spPr>
            <a:xfrm rot="5358000">
              <a:off x="471960" y="38199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E9ECEF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8" name="Szabadkézi sokszög 267"/>
            <p:cNvSpPr/>
            <p:nvPr/>
          </p:nvSpPr>
          <p:spPr>
            <a:xfrm>
              <a:off x="1158840" y="51706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9" name="Szabadkézi sokszög 268"/>
            <p:cNvSpPr/>
            <p:nvPr/>
          </p:nvSpPr>
          <p:spPr>
            <a:xfrm>
              <a:off x="-1561680" y="516276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0" name="Szabadkézi sokszög 269"/>
            <p:cNvSpPr/>
            <p:nvPr/>
          </p:nvSpPr>
          <p:spPr>
            <a:xfrm rot="5358000">
              <a:off x="462960" y="516924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1" name="Szabadkézi sokszög 270"/>
            <p:cNvSpPr/>
            <p:nvPr/>
          </p:nvSpPr>
          <p:spPr>
            <a:xfrm rot="16242000" flipH="1">
              <a:off x="-231120" y="1792440"/>
              <a:ext cx="1067400" cy="765000"/>
            </a:xfrm>
            <a:custGeom>
              <a:avLst/>
              <a:gdLst>
                <a:gd name="textAreaLeft" fmla="*/ 276120 w 1067400"/>
                <a:gd name="textAreaRight" fmla="*/ 79092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212529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2" name="Szabadkézi sokszög 271"/>
            <p:cNvSpPr/>
            <p:nvPr/>
          </p:nvSpPr>
          <p:spPr>
            <a:xfrm rot="16242000" flipH="1">
              <a:off x="419400" y="2468520"/>
              <a:ext cx="1067400" cy="765000"/>
            </a:xfrm>
            <a:custGeom>
              <a:avLst/>
              <a:gdLst>
                <a:gd name="textAreaLeft" fmla="*/ 276120 w 1067400"/>
                <a:gd name="textAreaRight" fmla="*/ 79092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3" name="Szabadkézi sokszög 272"/>
            <p:cNvSpPr/>
            <p:nvPr/>
          </p:nvSpPr>
          <p:spPr>
            <a:xfrm flipH="1">
              <a:off x="-248040" y="2462040"/>
              <a:ext cx="1071720" cy="765000"/>
            </a:xfrm>
            <a:custGeom>
              <a:avLst/>
              <a:gdLst>
                <a:gd name="textAreaLeft" fmla="*/ 279000 w 1071720"/>
                <a:gd name="textAreaRight" fmla="*/ 79560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4" name="Szabadkézi sokszög 273"/>
            <p:cNvSpPr/>
            <p:nvPr/>
          </p:nvSpPr>
          <p:spPr>
            <a:xfrm>
              <a:off x="1107720" y="11350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5" name="Szabadkézi sokszög 274"/>
            <p:cNvSpPr/>
            <p:nvPr/>
          </p:nvSpPr>
          <p:spPr>
            <a:xfrm rot="5358000">
              <a:off x="1104480" y="18003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6" name="Szabadkézi sokszög 275"/>
            <p:cNvSpPr/>
            <p:nvPr/>
          </p:nvSpPr>
          <p:spPr>
            <a:xfrm rot="5358000">
              <a:off x="415800" y="11415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4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7" name="Szabadkézi sokszög 276"/>
            <p:cNvSpPr/>
            <p:nvPr/>
          </p:nvSpPr>
          <p:spPr>
            <a:xfrm>
              <a:off x="439200" y="181116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8" name="Szabadkézi sokszög 277"/>
            <p:cNvSpPr/>
            <p:nvPr/>
          </p:nvSpPr>
          <p:spPr>
            <a:xfrm>
              <a:off x="423720" y="4510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9" name="Szabadkézi sokszög 278"/>
            <p:cNvSpPr/>
            <p:nvPr/>
          </p:nvSpPr>
          <p:spPr>
            <a:xfrm rot="5358000">
              <a:off x="-243720" y="43740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0" name="Szabadkézi sokszög 279"/>
            <p:cNvSpPr/>
            <p:nvPr/>
          </p:nvSpPr>
          <p:spPr>
            <a:xfrm rot="5358000">
              <a:off x="436320" y="-24624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1" name="Szabadkézi sokszög 280"/>
            <p:cNvSpPr/>
            <p:nvPr/>
          </p:nvSpPr>
          <p:spPr>
            <a:xfrm>
              <a:off x="1779480" y="179460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2" name="Szabadkézi sokszög 281"/>
            <p:cNvSpPr/>
            <p:nvPr/>
          </p:nvSpPr>
          <p:spPr>
            <a:xfrm>
              <a:off x="1106280" y="-25704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3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3" name="Szabadkézi sokszög 282"/>
            <p:cNvSpPr/>
            <p:nvPr/>
          </p:nvSpPr>
          <p:spPr>
            <a:xfrm>
              <a:off x="-908280" y="179064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3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4" name="Szabadkézi sokszög 283"/>
            <p:cNvSpPr/>
            <p:nvPr/>
          </p:nvSpPr>
          <p:spPr>
            <a:xfrm rot="5358000">
              <a:off x="-243000" y="582372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5" name="Szabadkézi sokszög 284"/>
            <p:cNvSpPr/>
            <p:nvPr/>
          </p:nvSpPr>
          <p:spPr>
            <a:xfrm>
              <a:off x="427320" y="585396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3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6" name="Szabadkézi sokszög 285"/>
            <p:cNvSpPr/>
            <p:nvPr/>
          </p:nvSpPr>
          <p:spPr>
            <a:xfrm>
              <a:off x="-236880" y="649404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7" name="Szabadkézi sokszög 286"/>
            <p:cNvSpPr/>
            <p:nvPr/>
          </p:nvSpPr>
          <p:spPr>
            <a:xfrm rot="5358000">
              <a:off x="-927000" y="650052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E9ECEF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8" name="Szabadkézi sokszög 287"/>
            <p:cNvSpPr/>
            <p:nvPr/>
          </p:nvSpPr>
          <p:spPr>
            <a:xfrm rot="5358000">
              <a:off x="-245160" y="7197120"/>
              <a:ext cx="1067040" cy="765000"/>
            </a:xfrm>
            <a:custGeom>
              <a:avLst/>
              <a:gdLst>
                <a:gd name="textAreaLeft" fmla="*/ 276840 w 1067040"/>
                <a:gd name="textAreaRight" fmla="*/ 791640 w 106704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9" name="Szabadkézi sokszög 288"/>
            <p:cNvSpPr/>
            <p:nvPr/>
          </p:nvSpPr>
          <p:spPr>
            <a:xfrm rot="5358000">
              <a:off x="428040" y="651708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90" name="Szabadkézi sokszög 289"/>
            <p:cNvSpPr/>
            <p:nvPr/>
          </p:nvSpPr>
          <p:spPr>
            <a:xfrm>
              <a:off x="1103400" y="653004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291" name="Szabadkézi sokszög 290"/>
          <p:cNvSpPr/>
          <p:nvPr/>
        </p:nvSpPr>
        <p:spPr>
          <a:xfrm>
            <a:off x="8538120" y="3877200"/>
            <a:ext cx="974520" cy="1370160"/>
          </a:xfrm>
          <a:custGeom>
            <a:avLst/>
            <a:gdLst>
              <a:gd name="textAreaLeft" fmla="*/ 0 w 974520"/>
              <a:gd name="textAreaRight" fmla="*/ 975960 w 974520"/>
              <a:gd name="textAreaTop" fmla="*/ 0 h 1370160"/>
              <a:gd name="textAreaBottom" fmla="*/ 1371600 h 1370160"/>
            </a:gdLst>
            <a:ahLst/>
            <a:cxnLst/>
            <a:rect l="textAreaLeft" t="textAreaTop" r="textAreaRight" b="textAreaBottom"/>
            <a:pathLst>
              <a:path w="2711" h="3810" fill="none">
                <a:moveTo>
                  <a:pt x="0" y="3810"/>
                </a:moveTo>
                <a:cubicBezTo>
                  <a:pt x="762" y="3048"/>
                  <a:pt x="1271" y="3556"/>
                  <a:pt x="1270" y="2795"/>
                </a:cubicBezTo>
                <a:cubicBezTo>
                  <a:pt x="1270" y="2032"/>
                  <a:pt x="3301" y="2286"/>
                  <a:pt x="2540" y="3048"/>
                </a:cubicBezTo>
                <a:cubicBezTo>
                  <a:pt x="1778" y="3810"/>
                  <a:pt x="1524" y="508"/>
                  <a:pt x="2540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type="oval" w="lg" len="sm"/>
            <a:tailEnd type="oval" w="lg" len="sm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360" tIns="63360" rIns="108360" bIns="6336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92" name="Ellipszis 291"/>
          <p:cNvSpPr/>
          <p:nvPr/>
        </p:nvSpPr>
        <p:spPr>
          <a:xfrm>
            <a:off x="7372080" y="4974480"/>
            <a:ext cx="168336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93" name="Ellipszis 292"/>
          <p:cNvSpPr/>
          <p:nvPr/>
        </p:nvSpPr>
        <p:spPr>
          <a:xfrm>
            <a:off x="7868160" y="-329040"/>
            <a:ext cx="2010240" cy="20102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96" name="PlaceHolder 3"/>
          <p:cNvSpPr>
            <a:spLocks noGrp="1"/>
          </p:cNvSpPr>
          <p:nvPr>
            <p:ph type="ftr" idx="37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Noto Sans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PlaceHolder 4"/>
          <p:cNvSpPr>
            <a:spLocks noGrp="1"/>
          </p:cNvSpPr>
          <p:nvPr>
            <p:ph type="sldNum" idx="38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42AE24B-4515-4F28-B28F-D6FEFD4BA895}" type="slidenum">
              <a:rPr lang="en-US" sz="1400" b="0" strike="noStrike" spc="-1">
                <a:solidFill>
                  <a:srgbClr val="000000"/>
                </a:solidFill>
                <a:latin typeface="Noto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PlaceHolder 5"/>
          <p:cNvSpPr>
            <a:spLocks noGrp="1"/>
          </p:cNvSpPr>
          <p:nvPr>
            <p:ph type="dt" idx="39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1" name="Csoportba foglalás 300"/>
          <p:cNvGrpSpPr/>
          <p:nvPr/>
        </p:nvGrpSpPr>
        <p:grpSpPr>
          <a:xfrm>
            <a:off x="2982960" y="1585440"/>
            <a:ext cx="5981040" cy="3148560"/>
            <a:chOff x="2982960" y="1585440"/>
            <a:chExt cx="5981040" cy="3148560"/>
          </a:xfrm>
        </p:grpSpPr>
        <p:sp>
          <p:nvSpPr>
            <p:cNvPr id="302" name="Téglalap 301"/>
            <p:cNvSpPr/>
            <p:nvPr/>
          </p:nvSpPr>
          <p:spPr>
            <a:xfrm>
              <a:off x="3570480" y="1888200"/>
              <a:ext cx="4925880" cy="262188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03" name="Téglalap 302"/>
            <p:cNvSpPr/>
            <p:nvPr/>
          </p:nvSpPr>
          <p:spPr>
            <a:xfrm>
              <a:off x="3763800" y="1585440"/>
              <a:ext cx="4925880" cy="2621880"/>
            </a:xfrm>
            <a:prstGeom prst="rect">
              <a:avLst/>
            </a:prstGeom>
            <a:noFill/>
            <a:ln w="1836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9000" tIns="54000" rIns="99000" bIns="54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04" name="Téglalap 303"/>
            <p:cNvSpPr/>
            <p:nvPr/>
          </p:nvSpPr>
          <p:spPr>
            <a:xfrm>
              <a:off x="3844800" y="1768320"/>
              <a:ext cx="1095840" cy="147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8000" b="0" strike="noStrike" spc="-1">
                  <a:solidFill>
                    <a:srgbClr val="000000"/>
                  </a:solidFill>
                  <a:latin typeface="Noto Sans"/>
                  <a:ea typeface="DejaVu Sans"/>
                </a:rPr>
                <a:t>“</a:t>
              </a:r>
              <a:endParaRPr lang="en-US" sz="80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5" name="Téglalap 304"/>
            <p:cNvSpPr/>
            <p:nvPr/>
          </p:nvSpPr>
          <p:spPr>
            <a:xfrm>
              <a:off x="7868160" y="3399840"/>
              <a:ext cx="1095840" cy="1334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7200" b="0" strike="noStrike" spc="-1">
                  <a:solidFill>
                    <a:srgbClr val="000000"/>
                  </a:solidFill>
                  <a:latin typeface="Noto Sans"/>
                  <a:ea typeface="DejaVu Sans"/>
                </a:rPr>
                <a:t>”</a:t>
              </a:r>
              <a:endParaRPr lang="en-US" sz="7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6" name="Téglalap 305"/>
            <p:cNvSpPr/>
            <p:nvPr/>
          </p:nvSpPr>
          <p:spPr>
            <a:xfrm>
              <a:off x="2982960" y="4117320"/>
              <a:ext cx="1043280" cy="301320"/>
            </a:xfrm>
            <a:prstGeom prst="rect">
              <a:avLst/>
            </a:prstGeom>
            <a:pattFill prst="wdUpDiag">
              <a:fgClr>
                <a:srgbClr val="000000"/>
              </a:fgClr>
              <a:bgClr>
                <a:srgbClr val="FFFFFF">
                  <a:alpha val="0"/>
                </a:srgbClr>
              </a:bgClr>
            </a:patt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grpSp>
        <p:nvGrpSpPr>
          <p:cNvPr id="307" name="Csoportba foglalás 306"/>
          <p:cNvGrpSpPr/>
          <p:nvPr/>
        </p:nvGrpSpPr>
        <p:grpSpPr>
          <a:xfrm>
            <a:off x="-2091240" y="-402120"/>
            <a:ext cx="4942440" cy="8520120"/>
            <a:chOff x="-2091240" y="-402120"/>
            <a:chExt cx="4942440" cy="8520120"/>
          </a:xfrm>
        </p:grpSpPr>
        <p:sp>
          <p:nvSpPr>
            <p:cNvPr id="308" name="Szabadkézi sokszög 307"/>
            <p:cNvSpPr/>
            <p:nvPr/>
          </p:nvSpPr>
          <p:spPr>
            <a:xfrm>
              <a:off x="-893160" y="44866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09" name="Szabadkézi sokszög 308"/>
            <p:cNvSpPr/>
            <p:nvPr/>
          </p:nvSpPr>
          <p:spPr>
            <a:xfrm rot="5358000">
              <a:off x="-894600" y="51519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0" name="Szabadkézi sokszög 309"/>
            <p:cNvSpPr/>
            <p:nvPr/>
          </p:nvSpPr>
          <p:spPr>
            <a:xfrm>
              <a:off x="-228960" y="51616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F8F9FA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1" name="Szabadkézi sokszög 310"/>
            <p:cNvSpPr/>
            <p:nvPr/>
          </p:nvSpPr>
          <p:spPr>
            <a:xfrm rot="5358000">
              <a:off x="-218520" y="4488840"/>
              <a:ext cx="1067040" cy="765000"/>
            </a:xfrm>
            <a:custGeom>
              <a:avLst/>
              <a:gdLst>
                <a:gd name="textAreaLeft" fmla="*/ 276840 w 1067040"/>
                <a:gd name="textAreaRight" fmla="*/ 791640 w 106704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2" name="Szabadkézi sokszög 311"/>
            <p:cNvSpPr/>
            <p:nvPr/>
          </p:nvSpPr>
          <p:spPr>
            <a:xfrm>
              <a:off x="-228960" y="38260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3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3" name="Szabadkézi sokszög 312"/>
            <p:cNvSpPr/>
            <p:nvPr/>
          </p:nvSpPr>
          <p:spPr>
            <a:xfrm rot="5358000">
              <a:off x="-1583280" y="44931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4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4" name="Szabadkézi sokszög 313"/>
            <p:cNvSpPr/>
            <p:nvPr/>
          </p:nvSpPr>
          <p:spPr>
            <a:xfrm rot="5358000">
              <a:off x="-2235600" y="516924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5" name="Szabadkézi sokszög 314"/>
            <p:cNvSpPr/>
            <p:nvPr/>
          </p:nvSpPr>
          <p:spPr>
            <a:xfrm rot="5358000">
              <a:off x="-894240" y="38199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6" name="Szabadkézi sokszög 315"/>
            <p:cNvSpPr/>
            <p:nvPr/>
          </p:nvSpPr>
          <p:spPr>
            <a:xfrm rot="5358000">
              <a:off x="-219240" y="315324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7" name="Szabadkézi sokszög 316"/>
            <p:cNvSpPr/>
            <p:nvPr/>
          </p:nvSpPr>
          <p:spPr>
            <a:xfrm>
              <a:off x="455040" y="44776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8" name="Szabadkézi sokszög 317"/>
            <p:cNvSpPr/>
            <p:nvPr/>
          </p:nvSpPr>
          <p:spPr>
            <a:xfrm rot="5358000">
              <a:off x="471960" y="38199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E9ECEF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9" name="Szabadkézi sokszög 318"/>
            <p:cNvSpPr/>
            <p:nvPr/>
          </p:nvSpPr>
          <p:spPr>
            <a:xfrm>
              <a:off x="1158840" y="51706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0" name="Szabadkézi sokszög 319"/>
            <p:cNvSpPr/>
            <p:nvPr/>
          </p:nvSpPr>
          <p:spPr>
            <a:xfrm>
              <a:off x="-1561680" y="516276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1" name="Szabadkézi sokszög 320"/>
            <p:cNvSpPr/>
            <p:nvPr/>
          </p:nvSpPr>
          <p:spPr>
            <a:xfrm rot="5358000">
              <a:off x="462960" y="516924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2" name="Szabadkézi sokszög 321"/>
            <p:cNvSpPr/>
            <p:nvPr/>
          </p:nvSpPr>
          <p:spPr>
            <a:xfrm rot="16242000" flipH="1">
              <a:off x="-231120" y="1792440"/>
              <a:ext cx="1067400" cy="765000"/>
            </a:xfrm>
            <a:custGeom>
              <a:avLst/>
              <a:gdLst>
                <a:gd name="textAreaLeft" fmla="*/ 276120 w 1067400"/>
                <a:gd name="textAreaRight" fmla="*/ 79092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212529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3" name="Szabadkézi sokszög 322"/>
            <p:cNvSpPr/>
            <p:nvPr/>
          </p:nvSpPr>
          <p:spPr>
            <a:xfrm rot="16242000" flipH="1">
              <a:off x="419400" y="2468520"/>
              <a:ext cx="1067400" cy="765000"/>
            </a:xfrm>
            <a:custGeom>
              <a:avLst/>
              <a:gdLst>
                <a:gd name="textAreaLeft" fmla="*/ 276120 w 1067400"/>
                <a:gd name="textAreaRight" fmla="*/ 79092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4" name="Szabadkézi sokszög 323"/>
            <p:cNvSpPr/>
            <p:nvPr/>
          </p:nvSpPr>
          <p:spPr>
            <a:xfrm flipH="1">
              <a:off x="-248040" y="2462040"/>
              <a:ext cx="1071720" cy="765000"/>
            </a:xfrm>
            <a:custGeom>
              <a:avLst/>
              <a:gdLst>
                <a:gd name="textAreaLeft" fmla="*/ 279000 w 1071720"/>
                <a:gd name="textAreaRight" fmla="*/ 79560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5" name="Szabadkézi sokszög 324"/>
            <p:cNvSpPr/>
            <p:nvPr/>
          </p:nvSpPr>
          <p:spPr>
            <a:xfrm>
              <a:off x="1107720" y="11350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6" name="Szabadkézi sokszög 325"/>
            <p:cNvSpPr/>
            <p:nvPr/>
          </p:nvSpPr>
          <p:spPr>
            <a:xfrm rot="5358000">
              <a:off x="1104480" y="18003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7" name="Szabadkézi sokszög 326"/>
            <p:cNvSpPr/>
            <p:nvPr/>
          </p:nvSpPr>
          <p:spPr>
            <a:xfrm rot="5358000">
              <a:off x="415800" y="11415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4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8" name="Szabadkézi sokszög 327"/>
            <p:cNvSpPr/>
            <p:nvPr/>
          </p:nvSpPr>
          <p:spPr>
            <a:xfrm>
              <a:off x="439200" y="181116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9" name="Szabadkézi sokszög 328"/>
            <p:cNvSpPr/>
            <p:nvPr/>
          </p:nvSpPr>
          <p:spPr>
            <a:xfrm>
              <a:off x="423720" y="4510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0" name="Szabadkézi sokszög 329"/>
            <p:cNvSpPr/>
            <p:nvPr/>
          </p:nvSpPr>
          <p:spPr>
            <a:xfrm rot="5358000">
              <a:off x="-243720" y="43740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1" name="Szabadkézi sokszög 330"/>
            <p:cNvSpPr/>
            <p:nvPr/>
          </p:nvSpPr>
          <p:spPr>
            <a:xfrm rot="5358000">
              <a:off x="436320" y="-24624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2" name="Szabadkézi sokszög 331"/>
            <p:cNvSpPr/>
            <p:nvPr/>
          </p:nvSpPr>
          <p:spPr>
            <a:xfrm>
              <a:off x="1779480" y="179460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3" name="Szabadkézi sokszög 332"/>
            <p:cNvSpPr/>
            <p:nvPr/>
          </p:nvSpPr>
          <p:spPr>
            <a:xfrm>
              <a:off x="1106280" y="-25704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3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4" name="Szabadkézi sokszög 333"/>
            <p:cNvSpPr/>
            <p:nvPr/>
          </p:nvSpPr>
          <p:spPr>
            <a:xfrm>
              <a:off x="-908280" y="179064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3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5" name="Szabadkézi sokszög 334"/>
            <p:cNvSpPr/>
            <p:nvPr/>
          </p:nvSpPr>
          <p:spPr>
            <a:xfrm rot="5358000">
              <a:off x="-243000" y="582372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6" name="Szabadkézi sokszög 335"/>
            <p:cNvSpPr/>
            <p:nvPr/>
          </p:nvSpPr>
          <p:spPr>
            <a:xfrm>
              <a:off x="427320" y="585396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3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7" name="Szabadkézi sokszög 336"/>
            <p:cNvSpPr/>
            <p:nvPr/>
          </p:nvSpPr>
          <p:spPr>
            <a:xfrm>
              <a:off x="-236880" y="649404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8" name="Szabadkézi sokszög 337"/>
            <p:cNvSpPr/>
            <p:nvPr/>
          </p:nvSpPr>
          <p:spPr>
            <a:xfrm rot="5358000">
              <a:off x="-927000" y="650052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E9ECEF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9" name="Szabadkézi sokszög 338"/>
            <p:cNvSpPr/>
            <p:nvPr/>
          </p:nvSpPr>
          <p:spPr>
            <a:xfrm rot="5358000">
              <a:off x="-245160" y="7197120"/>
              <a:ext cx="1067040" cy="765000"/>
            </a:xfrm>
            <a:custGeom>
              <a:avLst/>
              <a:gdLst>
                <a:gd name="textAreaLeft" fmla="*/ 276840 w 1067040"/>
                <a:gd name="textAreaRight" fmla="*/ 791640 w 106704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40" name="Szabadkézi sokszög 339"/>
            <p:cNvSpPr/>
            <p:nvPr/>
          </p:nvSpPr>
          <p:spPr>
            <a:xfrm rot="5358000">
              <a:off x="428040" y="651708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41" name="Szabadkézi sokszög 340"/>
            <p:cNvSpPr/>
            <p:nvPr/>
          </p:nvSpPr>
          <p:spPr>
            <a:xfrm>
              <a:off x="1103400" y="653004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st="102841" dir="2700000" rotWithShape="0">
                <a:srgbClr val="808080">
                  <a:alpha val="2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342" name="Szabadkézi sokszög 341"/>
          <p:cNvSpPr/>
          <p:nvPr/>
        </p:nvSpPr>
        <p:spPr>
          <a:xfrm>
            <a:off x="8538120" y="3877200"/>
            <a:ext cx="974520" cy="1370160"/>
          </a:xfrm>
          <a:custGeom>
            <a:avLst/>
            <a:gdLst>
              <a:gd name="textAreaLeft" fmla="*/ 0 w 974520"/>
              <a:gd name="textAreaRight" fmla="*/ 975960 w 974520"/>
              <a:gd name="textAreaTop" fmla="*/ 0 h 1370160"/>
              <a:gd name="textAreaBottom" fmla="*/ 1371600 h 1370160"/>
            </a:gdLst>
            <a:ahLst/>
            <a:cxnLst/>
            <a:rect l="textAreaLeft" t="textAreaTop" r="textAreaRight" b="textAreaBottom"/>
            <a:pathLst>
              <a:path w="2711" h="3810" fill="none">
                <a:moveTo>
                  <a:pt x="0" y="3810"/>
                </a:moveTo>
                <a:cubicBezTo>
                  <a:pt x="762" y="3048"/>
                  <a:pt x="1271" y="3556"/>
                  <a:pt x="1270" y="2795"/>
                </a:cubicBezTo>
                <a:cubicBezTo>
                  <a:pt x="1270" y="2032"/>
                  <a:pt x="3301" y="2286"/>
                  <a:pt x="2540" y="3048"/>
                </a:cubicBezTo>
                <a:cubicBezTo>
                  <a:pt x="1778" y="3810"/>
                  <a:pt x="1524" y="508"/>
                  <a:pt x="2540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type="oval" w="lg" len="sm"/>
            <a:tailEnd type="oval" w="lg" len="sm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360" tIns="63360" rIns="108360" bIns="6336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343" name="Ellipszis 342"/>
          <p:cNvSpPr/>
          <p:nvPr/>
        </p:nvSpPr>
        <p:spPr>
          <a:xfrm>
            <a:off x="7372080" y="4974480"/>
            <a:ext cx="168336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344" name="Ellipszis 343"/>
          <p:cNvSpPr/>
          <p:nvPr/>
        </p:nvSpPr>
        <p:spPr>
          <a:xfrm>
            <a:off x="7868160" y="-329040"/>
            <a:ext cx="2010240" cy="20102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345" name="PlaceHolder 1"/>
          <p:cNvSpPr>
            <a:spLocks noGrp="1"/>
          </p:cNvSpPr>
          <p:nvPr>
            <p:ph type="ftr" idx="40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Noto Sans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sldNum" idx="41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631B769-3315-402C-80FD-83B6E9F22052}" type="slidenum">
              <a:rPr lang="en-US" sz="1400" b="0" strike="noStrike" spc="-1">
                <a:solidFill>
                  <a:srgbClr val="000000"/>
                </a:solidFill>
                <a:latin typeface="Noto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dt" idx="42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348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49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Ellipszis 349"/>
          <p:cNvSpPr/>
          <p:nvPr/>
        </p:nvSpPr>
        <p:spPr>
          <a:xfrm>
            <a:off x="8266320" y="4115520"/>
            <a:ext cx="1918800" cy="19188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351" name="Ellipszis 350"/>
          <p:cNvSpPr/>
          <p:nvPr/>
        </p:nvSpPr>
        <p:spPr>
          <a:xfrm>
            <a:off x="7717680" y="-548280"/>
            <a:ext cx="1918800" cy="19188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grpSp>
        <p:nvGrpSpPr>
          <p:cNvPr id="352" name="Csoportba foglalás 351"/>
          <p:cNvGrpSpPr/>
          <p:nvPr/>
        </p:nvGrpSpPr>
        <p:grpSpPr>
          <a:xfrm>
            <a:off x="-146160" y="-294840"/>
            <a:ext cx="912960" cy="1278360"/>
            <a:chOff x="-146160" y="-294840"/>
            <a:chExt cx="912960" cy="1278360"/>
          </a:xfrm>
        </p:grpSpPr>
        <p:sp>
          <p:nvSpPr>
            <p:cNvPr id="353" name="Ellipszis 352"/>
            <p:cNvSpPr/>
            <p:nvPr/>
          </p:nvSpPr>
          <p:spPr>
            <a:xfrm rot="5395800" flipV="1">
              <a:off x="219240" y="80100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54" name="Ellipszis 353"/>
            <p:cNvSpPr/>
            <p:nvPr/>
          </p:nvSpPr>
          <p:spPr>
            <a:xfrm rot="5395800" flipV="1">
              <a:off x="218880" y="43524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55" name="Ellipszis 354"/>
            <p:cNvSpPr/>
            <p:nvPr/>
          </p:nvSpPr>
          <p:spPr>
            <a:xfrm rot="5395800" flipV="1">
              <a:off x="218520" y="6984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56" name="Ellipszis 355"/>
            <p:cNvSpPr/>
            <p:nvPr/>
          </p:nvSpPr>
          <p:spPr>
            <a:xfrm rot="5395800" flipV="1">
              <a:off x="217800" y="-29448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57" name="Ellipszis 356"/>
            <p:cNvSpPr/>
            <p:nvPr/>
          </p:nvSpPr>
          <p:spPr>
            <a:xfrm rot="5395800" flipV="1">
              <a:off x="583920" y="-29484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58" name="Ellipszis 357"/>
            <p:cNvSpPr/>
            <p:nvPr/>
          </p:nvSpPr>
          <p:spPr>
            <a:xfrm rot="5395800" flipV="1">
              <a:off x="584280" y="6912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59" name="Ellipszis 358"/>
            <p:cNvSpPr/>
            <p:nvPr/>
          </p:nvSpPr>
          <p:spPr>
            <a:xfrm rot="5395800" flipV="1">
              <a:off x="584280" y="43488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60" name="Ellipszis 359"/>
            <p:cNvSpPr/>
            <p:nvPr/>
          </p:nvSpPr>
          <p:spPr>
            <a:xfrm rot="5395800" flipV="1">
              <a:off x="585000" y="80100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61" name="Ellipszis 360"/>
            <p:cNvSpPr/>
            <p:nvPr/>
          </p:nvSpPr>
          <p:spPr>
            <a:xfrm rot="5395800" flipV="1">
              <a:off x="-144720" y="80136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62" name="Ellipszis 361"/>
            <p:cNvSpPr/>
            <p:nvPr/>
          </p:nvSpPr>
          <p:spPr>
            <a:xfrm rot="5395800" flipV="1">
              <a:off x="-145440" y="43596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63" name="Ellipszis 362"/>
            <p:cNvSpPr/>
            <p:nvPr/>
          </p:nvSpPr>
          <p:spPr>
            <a:xfrm rot="5395800" flipV="1">
              <a:off x="-145440" y="6984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64" name="Ellipszis 363"/>
            <p:cNvSpPr/>
            <p:nvPr/>
          </p:nvSpPr>
          <p:spPr>
            <a:xfrm rot="5395800" flipV="1">
              <a:off x="-145800" y="-29412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grpSp>
        <p:nvGrpSpPr>
          <p:cNvPr id="365" name="Csoportba foglalás 364"/>
          <p:cNvGrpSpPr/>
          <p:nvPr/>
        </p:nvGrpSpPr>
        <p:grpSpPr>
          <a:xfrm>
            <a:off x="9545040" y="4645800"/>
            <a:ext cx="914400" cy="1279800"/>
            <a:chOff x="9545040" y="4645800"/>
            <a:chExt cx="914400" cy="1279800"/>
          </a:xfrm>
        </p:grpSpPr>
        <p:sp>
          <p:nvSpPr>
            <p:cNvPr id="366" name="Ellipszis 365"/>
            <p:cNvSpPr/>
            <p:nvPr/>
          </p:nvSpPr>
          <p:spPr>
            <a:xfrm rot="5395800" flipV="1">
              <a:off x="9911880" y="574308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67" name="Ellipszis 366"/>
            <p:cNvSpPr/>
            <p:nvPr/>
          </p:nvSpPr>
          <p:spPr>
            <a:xfrm rot="5395800" flipV="1">
              <a:off x="9911520" y="537732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68" name="Ellipszis 367"/>
            <p:cNvSpPr/>
            <p:nvPr/>
          </p:nvSpPr>
          <p:spPr>
            <a:xfrm rot="5395800" flipV="1">
              <a:off x="9911160" y="501192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69" name="Ellipszis 368"/>
            <p:cNvSpPr/>
            <p:nvPr/>
          </p:nvSpPr>
          <p:spPr>
            <a:xfrm rot="5395800" flipV="1">
              <a:off x="9910440" y="464580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70" name="Ellipszis 369"/>
            <p:cNvSpPr/>
            <p:nvPr/>
          </p:nvSpPr>
          <p:spPr>
            <a:xfrm rot="5395800" flipV="1">
              <a:off x="10276560" y="464544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71" name="Ellipszis 370"/>
            <p:cNvSpPr/>
            <p:nvPr/>
          </p:nvSpPr>
          <p:spPr>
            <a:xfrm rot="5395800" flipV="1">
              <a:off x="10276920" y="501120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72" name="Ellipszis 371"/>
            <p:cNvSpPr/>
            <p:nvPr/>
          </p:nvSpPr>
          <p:spPr>
            <a:xfrm rot="5395800" flipV="1">
              <a:off x="10276920" y="537696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73" name="Ellipszis 372"/>
            <p:cNvSpPr/>
            <p:nvPr/>
          </p:nvSpPr>
          <p:spPr>
            <a:xfrm rot="5395800" flipV="1">
              <a:off x="10277640" y="574308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74" name="Ellipszis 373"/>
            <p:cNvSpPr/>
            <p:nvPr/>
          </p:nvSpPr>
          <p:spPr>
            <a:xfrm rot="5395800" flipV="1">
              <a:off x="9546120" y="574344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75" name="Ellipszis 374"/>
            <p:cNvSpPr/>
            <p:nvPr/>
          </p:nvSpPr>
          <p:spPr>
            <a:xfrm rot="5395800" flipV="1">
              <a:off x="9545400" y="537804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76" name="Ellipszis 375"/>
            <p:cNvSpPr/>
            <p:nvPr/>
          </p:nvSpPr>
          <p:spPr>
            <a:xfrm rot="5395800" flipV="1">
              <a:off x="9545400" y="501192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77" name="Ellipszis 376"/>
            <p:cNvSpPr/>
            <p:nvPr/>
          </p:nvSpPr>
          <p:spPr>
            <a:xfrm rot="5395800" flipV="1">
              <a:off x="9545040" y="464616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378" name="Ellipszis 377"/>
          <p:cNvSpPr/>
          <p:nvPr/>
        </p:nvSpPr>
        <p:spPr>
          <a:xfrm>
            <a:off x="-146160" y="3109320"/>
            <a:ext cx="1918800" cy="19188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81" name="PlaceHolder 3"/>
          <p:cNvSpPr>
            <a:spLocks noGrp="1"/>
          </p:cNvSpPr>
          <p:nvPr>
            <p:ph type="ftr" idx="43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Noto Sans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PlaceHolder 4"/>
          <p:cNvSpPr>
            <a:spLocks noGrp="1"/>
          </p:cNvSpPr>
          <p:nvPr>
            <p:ph type="sldNum" idx="44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567B9A9-2484-4920-8C47-1C0CB4EA5890}" type="slidenum">
              <a:rPr lang="en-US" sz="1400" b="0" strike="noStrike" spc="-1">
                <a:solidFill>
                  <a:srgbClr val="000000"/>
                </a:solidFill>
                <a:latin typeface="Noto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PlaceHolder 5"/>
          <p:cNvSpPr>
            <a:spLocks noGrp="1"/>
          </p:cNvSpPr>
          <p:nvPr>
            <p:ph type="dt" idx="45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Ellipszis 385"/>
          <p:cNvSpPr/>
          <p:nvPr/>
        </p:nvSpPr>
        <p:spPr>
          <a:xfrm>
            <a:off x="8266320" y="4115520"/>
            <a:ext cx="1918800" cy="19188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387" name="Ellipszis 386"/>
          <p:cNvSpPr/>
          <p:nvPr/>
        </p:nvSpPr>
        <p:spPr>
          <a:xfrm>
            <a:off x="7717680" y="-548280"/>
            <a:ext cx="1918800" cy="19188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grpSp>
        <p:nvGrpSpPr>
          <p:cNvPr id="388" name="Csoportba foglalás 387"/>
          <p:cNvGrpSpPr/>
          <p:nvPr/>
        </p:nvGrpSpPr>
        <p:grpSpPr>
          <a:xfrm>
            <a:off x="-146160" y="-294840"/>
            <a:ext cx="912960" cy="1278360"/>
            <a:chOff x="-146160" y="-294840"/>
            <a:chExt cx="912960" cy="1278360"/>
          </a:xfrm>
        </p:grpSpPr>
        <p:sp>
          <p:nvSpPr>
            <p:cNvPr id="389" name="Ellipszis 388"/>
            <p:cNvSpPr/>
            <p:nvPr/>
          </p:nvSpPr>
          <p:spPr>
            <a:xfrm rot="5395800" flipV="1">
              <a:off x="219240" y="80100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0" name="Ellipszis 389"/>
            <p:cNvSpPr/>
            <p:nvPr/>
          </p:nvSpPr>
          <p:spPr>
            <a:xfrm rot="5395800" flipV="1">
              <a:off x="218880" y="43524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1" name="Ellipszis 390"/>
            <p:cNvSpPr/>
            <p:nvPr/>
          </p:nvSpPr>
          <p:spPr>
            <a:xfrm rot="5395800" flipV="1">
              <a:off x="218520" y="6984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2" name="Ellipszis 391"/>
            <p:cNvSpPr/>
            <p:nvPr/>
          </p:nvSpPr>
          <p:spPr>
            <a:xfrm rot="5395800" flipV="1">
              <a:off x="217800" y="-29448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3" name="Ellipszis 392"/>
            <p:cNvSpPr/>
            <p:nvPr/>
          </p:nvSpPr>
          <p:spPr>
            <a:xfrm rot="5395800" flipV="1">
              <a:off x="583920" y="-29484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4" name="Ellipszis 393"/>
            <p:cNvSpPr/>
            <p:nvPr/>
          </p:nvSpPr>
          <p:spPr>
            <a:xfrm rot="5395800" flipV="1">
              <a:off x="584280" y="6912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5" name="Ellipszis 394"/>
            <p:cNvSpPr/>
            <p:nvPr/>
          </p:nvSpPr>
          <p:spPr>
            <a:xfrm rot="5395800" flipV="1">
              <a:off x="584280" y="43488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6" name="Ellipszis 395"/>
            <p:cNvSpPr/>
            <p:nvPr/>
          </p:nvSpPr>
          <p:spPr>
            <a:xfrm rot="5395800" flipV="1">
              <a:off x="585000" y="80100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7" name="Ellipszis 396"/>
            <p:cNvSpPr/>
            <p:nvPr/>
          </p:nvSpPr>
          <p:spPr>
            <a:xfrm rot="5395800" flipV="1">
              <a:off x="-144720" y="80136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8" name="Ellipszis 397"/>
            <p:cNvSpPr/>
            <p:nvPr/>
          </p:nvSpPr>
          <p:spPr>
            <a:xfrm rot="5395800" flipV="1">
              <a:off x="-145440" y="43596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9" name="Ellipszis 398"/>
            <p:cNvSpPr/>
            <p:nvPr/>
          </p:nvSpPr>
          <p:spPr>
            <a:xfrm rot="5395800" flipV="1">
              <a:off x="-145440" y="6984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00" name="Ellipszis 399"/>
            <p:cNvSpPr/>
            <p:nvPr/>
          </p:nvSpPr>
          <p:spPr>
            <a:xfrm rot="5395800" flipV="1">
              <a:off x="-145800" y="-29412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grpSp>
        <p:nvGrpSpPr>
          <p:cNvPr id="401" name="Csoportba foglalás 400"/>
          <p:cNvGrpSpPr/>
          <p:nvPr/>
        </p:nvGrpSpPr>
        <p:grpSpPr>
          <a:xfrm>
            <a:off x="9545040" y="4645800"/>
            <a:ext cx="914400" cy="1279800"/>
            <a:chOff x="9545040" y="4645800"/>
            <a:chExt cx="914400" cy="1279800"/>
          </a:xfrm>
        </p:grpSpPr>
        <p:sp>
          <p:nvSpPr>
            <p:cNvPr id="402" name="Ellipszis 401"/>
            <p:cNvSpPr/>
            <p:nvPr/>
          </p:nvSpPr>
          <p:spPr>
            <a:xfrm rot="5395800" flipV="1">
              <a:off x="9911880" y="574308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03" name="Ellipszis 402"/>
            <p:cNvSpPr/>
            <p:nvPr/>
          </p:nvSpPr>
          <p:spPr>
            <a:xfrm rot="5395800" flipV="1">
              <a:off x="9911520" y="537732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04" name="Ellipszis 403"/>
            <p:cNvSpPr/>
            <p:nvPr/>
          </p:nvSpPr>
          <p:spPr>
            <a:xfrm rot="5395800" flipV="1">
              <a:off x="9911160" y="501192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05" name="Ellipszis 404"/>
            <p:cNvSpPr/>
            <p:nvPr/>
          </p:nvSpPr>
          <p:spPr>
            <a:xfrm rot="5395800" flipV="1">
              <a:off x="9910440" y="464580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06" name="Ellipszis 405"/>
            <p:cNvSpPr/>
            <p:nvPr/>
          </p:nvSpPr>
          <p:spPr>
            <a:xfrm rot="5395800" flipV="1">
              <a:off x="10276560" y="464544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07" name="Ellipszis 406"/>
            <p:cNvSpPr/>
            <p:nvPr/>
          </p:nvSpPr>
          <p:spPr>
            <a:xfrm rot="5395800" flipV="1">
              <a:off x="10276920" y="501120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08" name="Ellipszis 407"/>
            <p:cNvSpPr/>
            <p:nvPr/>
          </p:nvSpPr>
          <p:spPr>
            <a:xfrm rot="5395800" flipV="1">
              <a:off x="10276920" y="537696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09" name="Ellipszis 408"/>
            <p:cNvSpPr/>
            <p:nvPr/>
          </p:nvSpPr>
          <p:spPr>
            <a:xfrm rot="5395800" flipV="1">
              <a:off x="10277640" y="574308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10" name="Ellipszis 409"/>
            <p:cNvSpPr/>
            <p:nvPr/>
          </p:nvSpPr>
          <p:spPr>
            <a:xfrm rot="5395800" flipV="1">
              <a:off x="9546120" y="574344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11" name="Ellipszis 410"/>
            <p:cNvSpPr/>
            <p:nvPr/>
          </p:nvSpPr>
          <p:spPr>
            <a:xfrm rot="5395800" flipV="1">
              <a:off x="9545400" y="537804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12" name="Ellipszis 411"/>
            <p:cNvSpPr/>
            <p:nvPr/>
          </p:nvSpPr>
          <p:spPr>
            <a:xfrm rot="5395800" flipV="1">
              <a:off x="9545400" y="501192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13" name="Ellipszis 412"/>
            <p:cNvSpPr/>
            <p:nvPr/>
          </p:nvSpPr>
          <p:spPr>
            <a:xfrm rot="5395800" flipV="1">
              <a:off x="9545040" y="464616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dist="102841" dir="2700000" rotWithShape="0">
                <a:srgbClr val="808080">
                  <a:alpha val="65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strike="noStrike" spc="-1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414" name="Ellipszis 413"/>
          <p:cNvSpPr/>
          <p:nvPr/>
        </p:nvSpPr>
        <p:spPr>
          <a:xfrm>
            <a:off x="-146160" y="3109320"/>
            <a:ext cx="1918800" cy="19188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16" name="PlaceHolder 2"/>
          <p:cNvSpPr>
            <a:spLocks noGrp="1"/>
          </p:cNvSpPr>
          <p:nvPr>
            <p:ph type="ftr" idx="46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Noto Sans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sldNum" idx="47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A7B277B-57DD-438C-8E01-663DA5C0372B}" type="slidenum">
              <a:rPr lang="en-US" sz="1400" b="0" strike="noStrike" spc="-1">
                <a:solidFill>
                  <a:srgbClr val="000000"/>
                </a:solidFill>
                <a:latin typeface="Noto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PlaceHolder 4"/>
          <p:cNvSpPr>
            <a:spLocks noGrp="1"/>
          </p:cNvSpPr>
          <p:nvPr>
            <p:ph type="dt" idx="48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419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Téglalap 420"/>
          <p:cNvSpPr/>
          <p:nvPr/>
        </p:nvSpPr>
        <p:spPr>
          <a:xfrm rot="18876000">
            <a:off x="8645040" y="-404280"/>
            <a:ext cx="2894040" cy="2894040"/>
          </a:xfrm>
          <a:prstGeom prst="rect">
            <a:avLst/>
          </a:prstGeom>
          <a:solidFill>
            <a:srgbClr val="CED4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422" name="Téglalap 421"/>
          <p:cNvSpPr/>
          <p:nvPr/>
        </p:nvSpPr>
        <p:spPr>
          <a:xfrm rot="18876000">
            <a:off x="8665200" y="3983040"/>
            <a:ext cx="2894040" cy="2894040"/>
          </a:xfrm>
          <a:prstGeom prst="rect">
            <a:avLst/>
          </a:prstGeom>
          <a:solidFill>
            <a:srgbClr val="CED4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423" name="Téglalap 422"/>
          <p:cNvSpPr/>
          <p:nvPr/>
        </p:nvSpPr>
        <p:spPr>
          <a:xfrm rot="18964800">
            <a:off x="992880" y="5915880"/>
            <a:ext cx="2587320" cy="73008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424" name="Téglalap 423"/>
          <p:cNvSpPr/>
          <p:nvPr/>
        </p:nvSpPr>
        <p:spPr>
          <a:xfrm rot="18964800">
            <a:off x="-1296720" y="5513760"/>
            <a:ext cx="2587320" cy="73008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425" name="Téglalap 424"/>
          <p:cNvSpPr/>
          <p:nvPr/>
        </p:nvSpPr>
        <p:spPr>
          <a:xfrm rot="18964800">
            <a:off x="3681000" y="339480"/>
            <a:ext cx="3456360" cy="92088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426" name="Téglalap 425"/>
          <p:cNvSpPr/>
          <p:nvPr/>
        </p:nvSpPr>
        <p:spPr>
          <a:xfrm rot="18964800">
            <a:off x="1444680" y="-757080"/>
            <a:ext cx="2587320" cy="73008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427" name="Téglalap 426"/>
          <p:cNvSpPr/>
          <p:nvPr/>
        </p:nvSpPr>
        <p:spPr>
          <a:xfrm rot="18964800">
            <a:off x="-726840" y="3295080"/>
            <a:ext cx="2587320" cy="51156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30" name="PlaceHolder 3"/>
          <p:cNvSpPr>
            <a:spLocks noGrp="1"/>
          </p:cNvSpPr>
          <p:nvPr>
            <p:ph type="ftr" idx="49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Noto Sans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PlaceHolder 4"/>
          <p:cNvSpPr>
            <a:spLocks noGrp="1"/>
          </p:cNvSpPr>
          <p:nvPr>
            <p:ph type="sldNum" idx="50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DB4C87C-F041-4291-850F-0642E8B6B38E}" type="slidenum">
              <a:rPr lang="en-US" sz="1400" b="0" strike="noStrike" spc="-1">
                <a:solidFill>
                  <a:srgbClr val="000000"/>
                </a:solidFill>
                <a:latin typeface="Noto Sans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PlaceHolder 5"/>
          <p:cNvSpPr>
            <a:spLocks noGrp="1"/>
          </p:cNvSpPr>
          <p:nvPr>
            <p:ph type="dt" idx="51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Téglalap 435"/>
          <p:cNvSpPr/>
          <p:nvPr/>
        </p:nvSpPr>
        <p:spPr>
          <a:xfrm>
            <a:off x="7315200" y="4706280"/>
            <a:ext cx="2376000" cy="321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300" b="0" strike="noStrike" spc="-1">
                <a:solidFill>
                  <a:srgbClr val="000000"/>
                </a:solidFill>
                <a:latin typeface="Noto Sans"/>
                <a:ea typeface="DejaVu Sans"/>
              </a:rPr>
              <a:t>Készítette: Bartos Ádám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Egyenes összekötő 436"/>
          <p:cNvSpPr/>
          <p:nvPr/>
        </p:nvSpPr>
        <p:spPr>
          <a:xfrm>
            <a:off x="7132320" y="4375440"/>
            <a:ext cx="360" cy="1005840"/>
          </a:xfrm>
          <a:prstGeom prst="line">
            <a:avLst/>
          </a:prstGeom>
          <a:ln w="54720">
            <a:solidFill>
              <a:srgbClr val="99999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7360" tIns="72360" rIns="117360" bIns="7236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2514600" y="4230360"/>
            <a:ext cx="2741760" cy="76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strike="noStrike" spc="-1">
                <a:solidFill>
                  <a:srgbClr val="000000"/>
                </a:solidFill>
                <a:latin typeface="Noto Sans"/>
              </a:rPr>
              <a:t>LVL-Devil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 type="subTitle"/>
          </p:nvPr>
        </p:nvSpPr>
        <p:spPr>
          <a:xfrm>
            <a:off x="1600200" y="4994280"/>
            <a:ext cx="5294160" cy="55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strike="noStrike" spc="-1">
                <a:solidFill>
                  <a:srgbClr val="000000"/>
                </a:solidFill>
                <a:latin typeface="Noto Sans"/>
              </a:rPr>
              <a:t>Hogyan készült?</a:t>
            </a: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strike="noStrike" spc="-1">
                <a:solidFill>
                  <a:srgbClr val="000000"/>
                </a:solidFill>
                <a:latin typeface="Noto Sans"/>
              </a:rPr>
              <a:t>Honnan jött az ötlet?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A cél egy egyszerű platform játék volt.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Tkinter használata.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Ez volt az egyik ami az egyeszrűen megvalósíthatóak közül a legszimpatikusabb volt.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 thruBlk="1"/>
      </p:transition>
    </mc:Choice>
    <mc:Fallback xmlns:p15="http://schemas.microsoft.com/office/powerpoint/2012/main" xmlns="">
      <p:transition spd="slow">
        <p:fade thruBlk="true"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strike="noStrike" spc="-1">
                <a:solidFill>
                  <a:srgbClr val="000000"/>
                </a:solidFill>
                <a:latin typeface="Noto Sans"/>
              </a:rPr>
              <a:t>Hogyan kezdtem el?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A játék legeslegalapját vagyis magát az “engine”-t az AI segítségével sikerült működőképesre létrehozni.</a:t>
            </a:r>
          </a:p>
        </p:txBody>
      </p:sp>
      <p:pic>
        <p:nvPicPr>
          <p:cNvPr id="444" name="Kép 443"/>
          <p:cNvPicPr/>
          <p:nvPr/>
        </p:nvPicPr>
        <p:blipFill>
          <a:blip r:embed="rId2"/>
          <a:stretch/>
        </p:blipFill>
        <p:spPr>
          <a:xfrm>
            <a:off x="2951280" y="2944080"/>
            <a:ext cx="6142320" cy="2541600"/>
          </a:xfrm>
          <a:prstGeom prst="rect">
            <a:avLst/>
          </a:prstGeom>
          <a:ln w="0">
            <a:noFill/>
          </a:ln>
          <a:effectLst>
            <a:outerShdw dist="102841" dir="2700000" rotWithShape="0">
              <a:srgbClr val="808080">
                <a:alpha val="50000"/>
              </a:srgbClr>
            </a:outerShdw>
            <a:softEdge rad="63360"/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 thruBlk="1"/>
      </p:transition>
    </mc:Choice>
    <mc:Fallback xmlns:p15="http://schemas.microsoft.com/office/powerpoint/2012/main" xmlns="">
      <p:transition spd="slow">
        <p:fade thruBlk="true"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subTitle"/>
          </p:nvPr>
        </p:nvSpPr>
        <p:spPr>
          <a:xfrm>
            <a:off x="468000" y="0"/>
            <a:ext cx="9070560" cy="297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Ezután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még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rengeteg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munka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várt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rám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.</a:t>
            </a:r>
          </a:p>
          <a:p>
            <a:pPr>
              <a:lnSpc>
                <a:spcPct val="100000"/>
              </a:lnSpc>
            </a:pPr>
            <a:endParaRPr lang="en-US" sz="3200" b="0" strike="noStrike" spc="-1" dirty="0">
              <a:solidFill>
                <a:srgbClr val="000000"/>
              </a:solidFill>
              <a:latin typeface="Arial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Az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AI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által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kapott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kódot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először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“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elemeztem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”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maj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így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átírtam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minden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paramétert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az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elvárásaimnak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megfelelően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pic>
        <p:nvPicPr>
          <p:cNvPr id="446" name="Kép 445"/>
          <p:cNvPicPr/>
          <p:nvPr/>
        </p:nvPicPr>
        <p:blipFill>
          <a:blip r:embed="rId2"/>
          <a:stretch/>
        </p:blipFill>
        <p:spPr>
          <a:xfrm>
            <a:off x="1986480" y="2971800"/>
            <a:ext cx="4870440" cy="2469240"/>
          </a:xfrm>
          <a:prstGeom prst="rect">
            <a:avLst/>
          </a:prstGeom>
          <a:ln w="0">
            <a:noFill/>
          </a:ln>
          <a:effectLst>
            <a:outerShdw blurRad="762120" dist="102841" dir="2700000" rotWithShape="0">
              <a:srgbClr val="808080">
                <a:alpha val="50000"/>
              </a:srgbClr>
            </a:outerShdw>
            <a:softEdge rad="63360"/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wipe dir="u"/>
      </p:transition>
    </mc:Choice>
    <mc:Fallback xmlns:p15="http://schemas.microsoft.com/office/powerpoint/2012/main" xmlns="">
      <p:transition spd="slow">
        <p:wipe dir="u"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2000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ubTitle"/>
          </p:nvPr>
        </p:nvSpPr>
        <p:spPr>
          <a:xfrm>
            <a:off x="468000" y="0"/>
            <a:ext cx="9070560" cy="297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Az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Options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menüt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is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létrehoztam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.</a:t>
            </a:r>
          </a:p>
          <a:p>
            <a:pPr>
              <a:lnSpc>
                <a:spcPct val="100000"/>
              </a:lnSpc>
            </a:pPr>
            <a:endParaRPr lang="en-US" sz="3200" b="0" strike="noStrike" spc="-1" dirty="0">
              <a:solidFill>
                <a:srgbClr val="000000"/>
              </a:solidFill>
              <a:latin typeface="Arial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Az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options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menüpont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eredetileg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semmit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nem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funkcionált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,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ezért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működésre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kellett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bírnom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.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Beletettem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a “sound: off”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és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a “sound: on”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rial"/>
              </a:rPr>
              <a:t>módokat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pic>
        <p:nvPicPr>
          <p:cNvPr id="448" name="Kép 447"/>
          <p:cNvPicPr/>
          <p:nvPr/>
        </p:nvPicPr>
        <p:blipFill>
          <a:blip r:embed="rId2"/>
          <a:stretch/>
        </p:blipFill>
        <p:spPr>
          <a:xfrm>
            <a:off x="657720" y="3000600"/>
            <a:ext cx="2999880" cy="2257200"/>
          </a:xfrm>
          <a:prstGeom prst="rect">
            <a:avLst/>
          </a:prstGeom>
          <a:ln w="0">
            <a:noFill/>
          </a:ln>
          <a:effectLst>
            <a:softEdge rad="63360"/>
          </a:effectLst>
        </p:spPr>
      </p:pic>
      <p:pic>
        <p:nvPicPr>
          <p:cNvPr id="449" name="Kép 448"/>
          <p:cNvPicPr/>
          <p:nvPr/>
        </p:nvPicPr>
        <p:blipFill>
          <a:blip r:embed="rId3"/>
          <a:stretch/>
        </p:blipFill>
        <p:spPr>
          <a:xfrm>
            <a:off x="3638160" y="3324600"/>
            <a:ext cx="2904840" cy="885600"/>
          </a:xfrm>
          <a:prstGeom prst="rect">
            <a:avLst/>
          </a:prstGeom>
          <a:ln w="0">
            <a:noFill/>
          </a:ln>
          <a:effectLst>
            <a:softEdge rad="63360"/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wipe dir="u"/>
      </p:transition>
    </mc:Choice>
    <mc:Fallback xmlns:p15="http://schemas.microsoft.com/office/powerpoint/2012/main" xmlns="">
      <p:transition spd="slow">
        <p:wipe dir="u"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250"/>
                                        <p:tgtEl>
                                          <p:spTgt spid="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4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Ez volt az első hét tartalma</a:t>
            </a:r>
          </a:p>
        </p:txBody>
      </p:sp>
      <p:sp>
        <p:nvSpPr>
          <p:cNvPr id="451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A második héten kezdem el a saját pályákat megcsinálni, kialakítani, és az ikont is ekkor adtam hozzá.</a:t>
            </a:r>
          </a:p>
        </p:txBody>
      </p:sp>
      <p:pic>
        <p:nvPicPr>
          <p:cNvPr id="452" name="Kép 451"/>
          <p:cNvPicPr/>
          <p:nvPr/>
        </p:nvPicPr>
        <p:blipFill>
          <a:blip r:embed="rId2"/>
          <a:stretch/>
        </p:blipFill>
        <p:spPr>
          <a:xfrm>
            <a:off x="1833840" y="2971800"/>
            <a:ext cx="6167160" cy="1600200"/>
          </a:xfrm>
          <a:prstGeom prst="rect">
            <a:avLst/>
          </a:prstGeom>
          <a:ln w="0">
            <a:noFill/>
          </a:ln>
          <a:effectLst>
            <a:softEdge rad="63360"/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 thruBlk="1"/>
      </p:transition>
    </mc:Choice>
    <mc:Fallback xmlns:p15="http://schemas.microsoft.com/office/powerpoint/2012/main" xmlns="">
      <p:transition spd="slow">
        <p:fade thruBlk="true"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 additive="repl">
                                        <p:cTn id="7" dur="500"/>
                                        <p:tgtEl>
                                          <p:spTgt spid="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Kép 452"/>
          <p:cNvPicPr/>
          <p:nvPr/>
        </p:nvPicPr>
        <p:blipFill>
          <a:blip r:embed="rId2">
            <a:alphaModFix amt="74000"/>
          </a:blip>
          <a:stretch/>
        </p:blipFill>
        <p:spPr>
          <a:xfrm>
            <a:off x="-138960" y="-419400"/>
            <a:ext cx="10359000" cy="6509880"/>
          </a:xfrm>
          <a:prstGeom prst="rect">
            <a:avLst/>
          </a:prstGeom>
          <a:ln w="0">
            <a:noFill/>
          </a:ln>
        </p:spPr>
      </p:pic>
      <p:sp>
        <p:nvSpPr>
          <p:cNvPr id="454" name="PlaceHolder 1"/>
          <p:cNvSpPr>
            <a:spLocks noGrp="1"/>
          </p:cNvSpPr>
          <p:nvPr>
            <p:ph type="subTitle"/>
          </p:nvPr>
        </p:nvSpPr>
        <p:spPr>
          <a:xfrm>
            <a:off x="468000" y="457200"/>
            <a:ext cx="9070560" cy="2513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Ez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után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mégegyszer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módosítottam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a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hangokon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mert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rendszerhangokat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használt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az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AI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először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generált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kódja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és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ezzel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a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részével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az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első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héten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még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foglalkoztam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. A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helyére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saját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hangeffekteket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400" b="0" strike="noStrike" spc="-1" dirty="0" err="1">
                <a:solidFill>
                  <a:srgbClr val="FFFFFF"/>
                </a:solidFill>
                <a:latin typeface="Arial"/>
              </a:rPr>
              <a:t>tettem</a:t>
            </a:r>
            <a:r>
              <a:rPr lang="en-US" sz="2400" b="0" strike="noStrike" spc="-1" dirty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pic>
        <p:nvPicPr>
          <p:cNvPr id="455" name="Kép 454"/>
          <p:cNvPicPr/>
          <p:nvPr/>
        </p:nvPicPr>
        <p:blipFill>
          <a:blip r:embed="rId3"/>
          <a:stretch/>
        </p:blipFill>
        <p:spPr>
          <a:xfrm>
            <a:off x="2038680" y="2743200"/>
            <a:ext cx="5962320" cy="2409480"/>
          </a:xfrm>
          <a:prstGeom prst="rect">
            <a:avLst/>
          </a:prstGeom>
          <a:ln w="0">
            <a:noFill/>
          </a:ln>
          <a:effectLst>
            <a:softEdge rad="63360"/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2000"/>
                                        <p:tgtEl>
                                          <p:spTgt spid="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Ezután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,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még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sok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tesztelés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,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hibakeresés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után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végre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elkészülhetett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a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végleges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futtatható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állomány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.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Ezzel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már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csak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a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használati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útmutató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 volt </a:t>
            </a:r>
            <a:r>
              <a:rPr lang="en-US" sz="3200" b="0" strike="noStrike" spc="-1" dirty="0" err="1">
                <a:solidFill>
                  <a:srgbClr val="000000"/>
                </a:solidFill>
                <a:latin typeface="Arial"/>
              </a:rPr>
              <a:t>hátra</a:t>
            </a:r>
            <a:r>
              <a:rPr lang="en-US" sz="3200" b="0" strike="noStrike" spc="-1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wheel spokes="1"/>
      </p:transition>
    </mc:Choice>
    <mc:Fallback xmlns:p15="http://schemas.microsoft.com/office/powerpoint/2012/main" xmlns="">
      <p:transition spd="slow">
        <p:wheel spokes="1"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505080" y="236304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1" strike="noStrike" spc="-1">
                <a:solidFill>
                  <a:srgbClr val="000000"/>
                </a:solidFill>
                <a:latin typeface="Arial"/>
              </a:rPr>
              <a:t>Köszönöm a figyelmet!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 thruBlk="1"/>
      </p:transition>
    </mc:Choice>
    <mc:Fallback xmlns:p15="http://schemas.microsoft.com/office/powerpoint/2012/main" xmlns="">
      <p:transition spd="slow">
        <p:fade thruBlk="true"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</TotalTime>
  <Words>204</Words>
  <Application>Microsoft Office PowerPoint</Application>
  <PresentationFormat>Egyéni</PresentationFormat>
  <Paragraphs>20</Paragraphs>
  <Slides>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17</vt:i4>
      </vt:variant>
      <vt:variant>
        <vt:lpstr>Diacímek</vt:lpstr>
      </vt:variant>
      <vt:variant>
        <vt:i4>9</vt:i4>
      </vt:variant>
    </vt:vector>
  </HeadingPairs>
  <TitlesOfParts>
    <vt:vector size="32" baseType="lpstr">
      <vt:lpstr>Arial</vt:lpstr>
      <vt:lpstr>DejaVu Sans</vt:lpstr>
      <vt:lpstr>Noto Sans</vt:lpstr>
      <vt:lpstr>Symbol</vt:lpstr>
      <vt:lpstr>Times New Roman</vt:lpstr>
      <vt:lpstr>Wingdings</vt:lpstr>
      <vt:lpstr>Office</vt:lpstr>
      <vt:lpstr>Office</vt:lpstr>
      <vt:lpstr>Office</vt:lpstr>
      <vt:lpstr>Office</vt:lpstr>
      <vt:lpstr>Office</vt:lpstr>
      <vt:lpstr>Office</vt:lpstr>
      <vt:lpstr>Office</vt:lpstr>
      <vt:lpstr>Office</vt:lpstr>
      <vt:lpstr>Office</vt:lpstr>
      <vt:lpstr>Office</vt:lpstr>
      <vt:lpstr>Office</vt:lpstr>
      <vt:lpstr>Office</vt:lpstr>
      <vt:lpstr>Office</vt:lpstr>
      <vt:lpstr>Office</vt:lpstr>
      <vt:lpstr>Office</vt:lpstr>
      <vt:lpstr>Office</vt:lpstr>
      <vt:lpstr>Office</vt:lpstr>
      <vt:lpstr>LVL-Devil</vt:lpstr>
      <vt:lpstr>Honnan jött az ötlet?</vt:lpstr>
      <vt:lpstr>Hogyan kezdtem el?</vt:lpstr>
      <vt:lpstr>PowerPoint-bemutató</vt:lpstr>
      <vt:lpstr>PowerPoint-bemutató</vt:lpstr>
      <vt:lpstr>Ez volt az első hét tartalma</vt:lpstr>
      <vt:lpstr>PowerPoint-bemutató</vt:lpstr>
      <vt:lpstr>PowerPoint-bemutató</vt:lpstr>
      <vt:lpstr>Köszönöm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Grey Elegant</dc:title>
  <dc:subject/>
  <dc:creator/>
  <dc:description>Credits:
Illustrations by Pixeltrue https://icons8.com/illustrations/author/5ec7b0e101d0360016f3d1b3 on icon8 (master slide "Table of content")
Photo by Dave Hoefler https://unsplash.com/fr/@iamthedave on Unsplash https://unsplash.com/fr/licence (slide 9)
    </dc:description>
  <cp:lastModifiedBy>Adam Bartos</cp:lastModifiedBy>
  <cp:revision>52</cp:revision>
  <dcterms:created xsi:type="dcterms:W3CDTF">2026-09-30T20:45:26Z</dcterms:created>
  <dcterms:modified xsi:type="dcterms:W3CDTF">2026-10-19T15:23:02Z</dcterms:modified>
  <dc:language>en-US</dc:language>
</cp:coreProperties>
</file>