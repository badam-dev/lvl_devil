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2.xml" ContentType="application/vnd.openxmlformats-officedocument.presentationml.slideMaster+xml"/>
  <Override PartName="/ppt/slideMasters/slideMaster11.xml" ContentType="application/vnd.openxmlformats-officedocument.presentationml.slideMaster+xml"/>
  <Override PartName="/ppt/slideMasters/slideMaster15.xml" ContentType="application/vnd.openxmlformats-officedocument.presentationml.slideMaster+xml"/>
  <Override PartName="/ppt/slideMasters/slideMaster3.xml" ContentType="application/vnd.openxmlformats-officedocument.presentationml.slideMaster+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11.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1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13.xml.rels" ContentType="application/vnd.openxmlformats-package.relationships+xml"/>
  <Override PartName="/ppt/slideMasters/_rels/slideMaster2.xml.rels" ContentType="application/vnd.openxmlformats-package.relationships+xml"/>
  <Override PartName="/ppt/slideMasters/_rels/slideMaster14.xml.rels" ContentType="application/vnd.openxmlformats-package.relationships+xml"/>
  <Override PartName="/ppt/slideMasters/_rels/slideMaster3.xml.rels" ContentType="application/vnd.openxmlformats-package.relationships+xml"/>
  <Override PartName="/ppt/slideMasters/_rels/slideMaster15.xml.rels" ContentType="application/vnd.openxmlformats-package.relationships+xml"/>
  <Override PartName="/ppt/slideMasters/_rels/slideMaster4.xml.rels" ContentType="application/vnd.openxmlformats-package.relationships+xml"/>
  <Override PartName="/ppt/slideMasters/_rels/slideMaster10.xml.rels" ContentType="application/vnd.openxmlformats-package.relationships+xml"/>
  <Override PartName="/ppt/slideMasters/slideMaster14.xml" ContentType="application/vnd.openxmlformats-officedocument.presentationml.slideMaster+xml"/>
  <Override PartName="/ppt/slideMasters/slideMaster2.xml" ContentType="application/vnd.openxmlformats-officedocument.presentationml.slideMaster+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presProps.xml" ContentType="application/vnd.openxmlformats-officedocument.presentationml.presProps+xml"/>
  <Override PartName="/ppt/theme/theme10.xml" ContentType="application/vnd.openxmlformats-officedocument.theme+xml"/>
  <Override PartName="/ppt/theme/theme9.xml" ContentType="application/vnd.openxmlformats-officedocument.theme+xml"/>
  <Override PartName="/ppt/theme/theme15.xml" ContentType="application/vnd.openxmlformats-officedocument.theme+xml"/>
  <Override PartName="/ppt/theme/theme5.xml" ContentType="application/vnd.openxmlformats-officedocument.theme+xml"/>
  <Override PartName="/ppt/theme/theme14.xml" ContentType="application/vnd.openxmlformats-officedocument.theme+xml"/>
  <Override PartName="/ppt/theme/theme4.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13.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_rels/presentation.xml.rels" ContentType="application/vnd.openxmlformats-package.relationships+xml"/>
  <Override PartName="/ppt/media/image13.png" ContentType="image/png"/>
  <Override PartName="/ppt/media/image10.svg" ContentType="image/svg"/>
  <Override PartName="/ppt/media/image9.png" ContentType="image/png"/>
  <Override PartName="/ppt/media/image16.svg" ContentType="image/svg"/>
  <Override PartName="/ppt/media/image14.svg" ContentType="image/svg"/>
  <Override PartName="/ppt/media/image4.jpeg" ContentType="image/jpeg"/>
  <Override PartName="/ppt/media/image1.jpeg" ContentType="image/jpeg"/>
  <Override PartName="/ppt/media/image12.svg" ContentType="image/svg"/>
  <Override PartName="/ppt/media/image3.svg" ContentType="image/svg"/>
  <Override PartName="/ppt/media/image6.png" ContentType="image/png"/>
  <Override PartName="/ppt/media/image15.png" ContentType="image/png"/>
  <Override PartName="/ppt/media/image8.svg" ContentType="image/svg"/>
  <Override PartName="/ppt/media/image5.png" ContentType="image/png"/>
  <Override PartName="/ppt/media/image17.jpeg" ContentType="image/jpeg"/>
  <Override PartName="/ppt/media/image7.png" ContentType="image/png"/>
  <Override PartName="/ppt/media/image2.png" ContentType="image/png"/>
  <Override PartName="/ppt/media/image11.png" ContentType="image/png"/>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p:spTree>
      <p:nvGrpSpPr>
        <p:cNvPr id="1" name=""/>
        <p:cNvGrpSpPr/>
        <p:nvPr/>
      </p:nvGrpSpPr>
      <p:grpSpPr>
        <a:xfrm>
          <a:off x="0" y="0"/>
          <a:ext cx="0" cy="0"/>
          <a:chOff x="0" y="0"/>
          <a:chExt cx="0" cy="0"/>
        </a:xfrm>
      </p:grpSpPr>
      <p:sp>
        <p:nvSpPr>
          <p:cNvPr id="25"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6"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3FBA2F5A-EDC8-4C74-8C4F-E02C0CC8ABF6}"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5B0A547B-3F57-4EA1-B075-3A4FB127D16F}"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p:spTree>
      <p:nvGrpSpPr>
        <p:cNvPr id="1" name=""/>
        <p:cNvGrpSpPr/>
        <p:nvPr/>
      </p:nvGrpSpPr>
      <p:grpSpPr>
        <a:xfrm>
          <a:off x="0" y="0"/>
          <a:ext cx="0" cy="0"/>
          <a:chOff x="0" y="0"/>
          <a:chExt cx="0" cy="0"/>
        </a:xfrm>
      </p:grpSpPr>
      <p:sp>
        <p:nvSpPr>
          <p:cNvPr id="52"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3"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00CB7803-A434-4D05-BB72-89E2B89D20DE}"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4"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55" name="PlaceHolder 2"/>
          <p:cNvSpPr>
            <a:spLocks noGrp="1"/>
          </p:cNvSpPr>
          <p:nvPr>
            <p:ph type="subTitle"/>
          </p:nvPr>
        </p:nvSpPr>
        <p:spPr>
          <a:xfrm>
            <a:off x="468000" y="1800000"/>
            <a:ext cx="9071640" cy="32878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60A10D5A-48B8-4236-B68F-251CCAF15EC6}"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able of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80"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1453B95A-A2C7-4FD7-A448-4F324B95E9B4}"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1">
    <p:spTree>
      <p:nvGrpSpPr>
        <p:cNvPr id="1" name=""/>
        <p:cNvGrpSpPr/>
        <p:nvPr/>
      </p:nvGrpSpPr>
      <p:grpSpPr>
        <a:xfrm>
          <a:off x="0" y="0"/>
          <a:ext cx="0" cy="0"/>
          <a:chOff x="0" y="0"/>
          <a:chExt cx="0" cy="0"/>
        </a:xfrm>
      </p:grpSpPr>
      <p:sp>
        <p:nvSpPr>
          <p:cNvPr id="100"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01"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26400C1C-26E9-4B35-8248-7A21E511BF27}"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1">
    <p:spTree>
      <p:nvGrpSpPr>
        <p:cNvPr id="1" name=""/>
        <p:cNvGrpSpPr/>
        <p:nvPr/>
      </p:nvGrpSpPr>
      <p:grpSpPr>
        <a:xfrm>
          <a:off x="0" y="0"/>
          <a:ext cx="0" cy="0"/>
          <a:chOff x="0" y="0"/>
          <a:chExt cx="0" cy="0"/>
        </a:xfrm>
      </p:grpSpPr>
      <p:sp>
        <p:nvSpPr>
          <p:cNvPr id="116"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17"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9F891445-13FD-4845-926A-0F7CC220D0F8}"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8327DF5E-D599-4B8F-97E7-E2648835B01D}"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Content 2">
    <p:spTree>
      <p:nvGrpSpPr>
        <p:cNvPr id="1" name=""/>
        <p:cNvGrpSpPr/>
        <p:nvPr/>
      </p:nvGrpSpPr>
      <p:grpSpPr>
        <a:xfrm>
          <a:off x="0" y="0"/>
          <a:ext cx="0" cy="0"/>
          <a:chOff x="0" y="0"/>
          <a:chExt cx="0" cy="0"/>
        </a:xfrm>
      </p:grpSpPr>
      <p:sp>
        <p:nvSpPr>
          <p:cNvPr id="148"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49"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2F6077A6-5B86-4ABE-ACB3-D3687080D06E}"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2">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p>
            <a:r>
              <a:t>Footer</a:t>
            </a:r>
          </a:p>
        </p:txBody>
      </p:sp>
      <p:sp>
        <p:nvSpPr>
          <p:cNvPr id="3" name="PlaceHolder 2"/>
          <p:cNvSpPr>
            <a:spLocks noGrp="1"/>
          </p:cNvSpPr>
          <p:nvPr>
            <p:ph type="sldNum" idx="23"/>
          </p:nvPr>
        </p:nvSpPr>
        <p:spPr/>
        <p:txBody>
          <a:bodyPr/>
          <a:p>
            <a:fld id="{DF759ACE-3B5D-4CD1-92F2-3B8F1CAD3734}" type="slidenum">
              <a:t>&lt;#&gt;</a:t>
            </a:fld>
          </a:p>
        </p:txBody>
      </p:sp>
      <p:sp>
        <p:nvSpPr>
          <p:cNvPr id="4" name="PlaceHolder 3"/>
          <p:cNvSpPr>
            <a:spLocks noGrp="1"/>
          </p:cNvSpPr>
          <p:nvPr>
            <p:ph type="dt" idx="24"/>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2">
    <p:spTree>
      <p:nvGrpSpPr>
        <p:cNvPr id="1" name=""/>
        <p:cNvGrpSpPr/>
        <p:nvPr/>
      </p:nvGrpSpPr>
      <p:grpSpPr>
        <a:xfrm>
          <a:off x="0" y="0"/>
          <a:ext cx="0" cy="0"/>
          <a:chOff x="0" y="0"/>
          <a:chExt cx="0" cy="0"/>
        </a:xfrm>
      </p:grpSpPr>
      <p:sp>
        <p:nvSpPr>
          <p:cNvPr id="181"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182"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AFC4B1DA-A9D6-45F7-9371-89A4211280E5}"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3">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8D4BA057-5503-4A19-A365-E8D2E1F65099}" type="slidenum">
              <a:t>&lt;#&gt;</a:t>
            </a:fld>
          </a:p>
        </p:txBody>
      </p:sp>
      <p:sp>
        <p:nvSpPr>
          <p:cNvPr id="4" name="PlaceHolder 3"/>
          <p:cNvSpPr>
            <a:spLocks noGrp="1"/>
          </p:cNvSpPr>
          <p:nvPr>
            <p:ph type="dt" idx="30"/>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Jigsaw">
    <p:spTree>
      <p:nvGrpSpPr>
        <p:cNvPr id="1" name=""/>
        <p:cNvGrpSpPr/>
        <p:nvPr/>
      </p:nvGrpSpPr>
      <p:grpSpPr>
        <a:xfrm>
          <a:off x="0" y="0"/>
          <a:ext cx="0" cy="0"/>
          <a:chOff x="0" y="0"/>
          <a:chExt cx="0" cy="0"/>
        </a:xfrm>
      </p:grpSpPr>
      <p:sp>
        <p:nvSpPr>
          <p:cNvPr id="247"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248"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4F8EE90C-339A-46CC-B1D5-FEEB8A44BAF9}"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spTree>
      <p:nvGrpSpPr>
        <p:cNvPr id="1" name=""/>
        <p:cNvGrpSpPr/>
        <p:nvPr/>
      </p:nvGrpSpPr>
      <p:grpSpPr>
        <a:xfrm>
          <a:off x="0" y="0"/>
          <a:ext cx="0" cy="0"/>
          <a:chOff x="0" y="0"/>
          <a:chExt cx="0" cy="0"/>
        </a:xfrm>
      </p:grpSpPr>
      <p:sp>
        <p:nvSpPr>
          <p:cNvPr id="2" name="PlaceHolder 1"/>
          <p:cNvSpPr>
            <a:spLocks noGrp="1"/>
          </p:cNvSpPr>
          <p:nvPr>
            <p:ph type="ftr" idx="34"/>
          </p:nvPr>
        </p:nvSpPr>
        <p:spPr/>
        <p:txBody>
          <a:bodyPr/>
          <a:p>
            <a:r>
              <a:t>Footer</a:t>
            </a:r>
          </a:p>
        </p:txBody>
      </p:sp>
      <p:sp>
        <p:nvSpPr>
          <p:cNvPr id="3" name="PlaceHolder 2"/>
          <p:cNvSpPr>
            <a:spLocks noGrp="1"/>
          </p:cNvSpPr>
          <p:nvPr>
            <p:ph type="sldNum" idx="35"/>
          </p:nvPr>
        </p:nvSpPr>
        <p:spPr/>
        <p:txBody>
          <a:bodyPr/>
          <a:p>
            <a:fld id="{FE40702D-4205-40CD-8CBD-F643157D9F63}" type="slidenum">
              <a:t>&lt;#&gt;</a:t>
            </a:fld>
          </a:p>
        </p:txBody>
      </p:sp>
      <p:sp>
        <p:nvSpPr>
          <p:cNvPr id="4" name="PlaceHolder 3"/>
          <p:cNvSpPr>
            <a:spLocks noGrp="1"/>
          </p:cNvSpPr>
          <p:nvPr>
            <p:ph type="dt" idx="36"/>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ullet 3">
    <p:spTree>
      <p:nvGrpSpPr>
        <p:cNvPr id="1" name=""/>
        <p:cNvGrpSpPr/>
        <p:nvPr/>
      </p:nvGrpSpPr>
      <p:grpSpPr>
        <a:xfrm>
          <a:off x="0" y="0"/>
          <a:ext cx="0" cy="0"/>
          <a:chOff x="0" y="0"/>
          <a:chExt cx="0" cy="0"/>
        </a:xfrm>
      </p:grpSpPr>
      <p:sp>
        <p:nvSpPr>
          <p:cNvPr id="332"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33"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1D616A56-F84B-4B22-BADB-4762A525B62F}"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5">
    <p:spTree>
      <p:nvGrpSpPr>
        <p:cNvPr id="1" name=""/>
        <p:cNvGrpSpPr/>
        <p:nvPr/>
      </p:nvGrpSpPr>
      <p:grpSpPr>
        <a:xfrm>
          <a:off x="0" y="0"/>
          <a:ext cx="0" cy="0"/>
          <a:chOff x="0" y="0"/>
          <a:chExt cx="0" cy="0"/>
        </a:xfrm>
      </p:grpSpPr>
      <p:sp>
        <p:nvSpPr>
          <p:cNvPr id="368"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 name="PlaceHolder 2"/>
          <p:cNvSpPr>
            <a:spLocks noGrp="1"/>
          </p:cNvSpPr>
          <p:nvPr>
            <p:ph type="ftr" idx="40"/>
          </p:nvPr>
        </p:nvSpPr>
        <p:spPr/>
        <p:txBody>
          <a:bodyPr/>
          <a:p>
            <a:r>
              <a:t>Footer</a:t>
            </a:r>
          </a:p>
        </p:txBody>
      </p:sp>
      <p:sp>
        <p:nvSpPr>
          <p:cNvPr id="4" name="PlaceHolder 3"/>
          <p:cNvSpPr>
            <a:spLocks noGrp="1"/>
          </p:cNvSpPr>
          <p:nvPr>
            <p:ph type="sldNum" idx="41"/>
          </p:nvPr>
        </p:nvSpPr>
        <p:spPr/>
        <p:txBody>
          <a:bodyPr/>
          <a:p>
            <a:fld id="{955873D6-D015-4765-A458-4742B937FD39}" type="slidenum">
              <a:t>&lt;#&gt;</a:t>
            </a:fld>
          </a:p>
        </p:txBody>
      </p:sp>
      <p:sp>
        <p:nvSpPr>
          <p:cNvPr id="5" name="PlaceHolder 4"/>
          <p:cNvSpPr>
            <a:spLocks noGrp="1"/>
          </p:cNvSpPr>
          <p:nvPr>
            <p:ph type="dt" idx="42"/>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Image">
    <p:spTree>
      <p:nvGrpSpPr>
        <p:cNvPr id="1" name=""/>
        <p:cNvGrpSpPr/>
        <p:nvPr/>
      </p:nvGrpSpPr>
      <p:grpSpPr>
        <a:xfrm>
          <a:off x="0" y="0"/>
          <a:ext cx="0" cy="0"/>
          <a:chOff x="0" y="0"/>
          <a:chExt cx="0" cy="0"/>
        </a:xfrm>
      </p:grpSpPr>
      <p:sp>
        <p:nvSpPr>
          <p:cNvPr id="381"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382" name="PlaceHolder 2"/>
          <p:cNvSpPr>
            <a:spLocks noGrp="1"/>
          </p:cNvSpPr>
          <p:nvPr>
            <p:ph/>
          </p:nvPr>
        </p:nvSpPr>
        <p:spPr>
          <a:xfrm>
            <a:off x="468000" y="1800000"/>
            <a:ext cx="9071640" cy="3287880"/>
          </a:xfrm>
          <a:prstGeom prst="rect">
            <a:avLst/>
          </a:prstGeom>
          <a:noFill/>
          <a:ln w="0">
            <a:noFill/>
          </a:ln>
        </p:spPr>
        <p:txBody>
          <a:bodyPr lIns="0" rIns="0" tIns="0" bIns="0" anchor="t">
            <a:normAutofit/>
          </a:bodyPr>
          <a:p>
            <a:pPr indent="0">
              <a:spcBef>
                <a:spcPts val="1417"/>
              </a:spcBef>
              <a:buNone/>
            </a:pPr>
            <a:endParaRPr b="0" lang="en-US" sz="3200" spc="-1" strike="noStrike">
              <a:solidFill>
                <a:srgbClr val="000000"/>
              </a:solidFill>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0CD6913E-42A1-48D0-82DE-018A1608CD2E}" type="slidenum">
              <a:t>&lt;#&gt;</a:t>
            </a:fld>
          </a:p>
        </p:txBody>
      </p:sp>
      <p:sp>
        <p:nvSpPr>
          <p:cNvPr id="6" name="PlaceHolder 5"/>
          <p:cNvSpPr>
            <a:spLocks noGrp="1"/>
          </p:cNvSpPr>
          <p:nvPr>
            <p:ph type="dt" idx="4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1.jpeg"/><Relationship Id="rId11" Type="http://schemas.openxmlformats.org/officeDocument/2006/relationships/image" Target="../media/image1.jpeg"/><Relationship Id="rId12" Type="http://schemas.openxmlformats.org/officeDocument/2006/relationships/image" Target="../media/image1.jpeg"/><Relationship Id="rId13" Type="http://schemas.openxmlformats.org/officeDocument/2006/relationships/image" Target="../media/image1.jpeg"/><Relationship Id="rId14" Type="http://schemas.openxmlformats.org/officeDocument/2006/relationships/image" Target="../media/image2.png"/><Relationship Id="rId15" Type="http://schemas.openxmlformats.org/officeDocument/2006/relationships/image" Target="../media/image3.svg"/><Relationship Id="rId16" Type="http://schemas.openxmlformats.org/officeDocument/2006/relationships/slideLayout" Target="../slideLayouts/slideLayout5.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6.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7.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8.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9.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0.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1.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2.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image" Target="../media/image4.jpeg"/><Relationship Id="rId4" Type="http://schemas.openxmlformats.org/officeDocument/2006/relationships/image" Target="../media/image4.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13.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image" Target="../media/image4.jpeg"/><Relationship Id="rId4" Type="http://schemas.openxmlformats.org/officeDocument/2006/relationships/image" Target="../media/image4.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slideLayout" Target="../slideLayouts/slideLayout14.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1.jpeg"/><Relationship Id="rId11" Type="http://schemas.openxmlformats.org/officeDocument/2006/relationships/image" Target="../media/image1.jpeg"/><Relationship Id="rId12" Type="http://schemas.openxmlformats.org/officeDocument/2006/relationships/image" Target="../media/image1.jpeg"/><Relationship Id="rId13" Type="http://schemas.openxmlformats.org/officeDocument/2006/relationships/image" Target="../media/image1.jpeg"/><Relationship Id="rId14" Type="http://schemas.openxmlformats.org/officeDocument/2006/relationships/image" Target="../media/image1.jpeg"/><Relationship Id="rId15" Type="http://schemas.openxmlformats.org/officeDocument/2006/relationships/image" Target="../media/image1.jpeg"/><Relationship Id="rId16" Type="http://schemas.openxmlformats.org/officeDocument/2006/relationships/image" Target="../media/image1.jpeg"/><Relationship Id="rId17" Type="http://schemas.openxmlformats.org/officeDocument/2006/relationships/image" Target="../media/image1.jpeg"/><Relationship Id="rId18" Type="http://schemas.openxmlformats.org/officeDocument/2006/relationships/image" Target="../media/image1.jpeg"/><Relationship Id="rId19" Type="http://schemas.openxmlformats.org/officeDocument/2006/relationships/image" Target="../media/image1.jpeg"/><Relationship Id="rId20" Type="http://schemas.openxmlformats.org/officeDocument/2006/relationships/image" Target="../media/image1.jpeg"/><Relationship Id="rId21" Type="http://schemas.openxmlformats.org/officeDocument/2006/relationships/image" Target="../media/image1.jpeg"/><Relationship Id="rId22" Type="http://schemas.openxmlformats.org/officeDocument/2006/relationships/image" Target="../media/image1.jpeg"/><Relationship Id="rId23" Type="http://schemas.openxmlformats.org/officeDocument/2006/relationships/image" Target="../media/image1.jpeg"/><Relationship Id="rId24" Type="http://schemas.openxmlformats.org/officeDocument/2006/relationships/image" Target="../media/image1.jpeg"/><Relationship Id="rId25" Type="http://schemas.openxmlformats.org/officeDocument/2006/relationships/image" Target="../media/image1.jpeg"/><Relationship Id="rId26" Type="http://schemas.openxmlformats.org/officeDocument/2006/relationships/slideLayout" Target="../slideLayouts/slideLayout15.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jpeg"/><Relationship Id="rId3" Type="http://schemas.openxmlformats.org/officeDocument/2006/relationships/image" Target="../media/image1.jpeg"/><Relationship Id="rId4" Type="http://schemas.openxmlformats.org/officeDocument/2006/relationships/image" Target="../media/image1.jpeg"/><Relationship Id="rId5" Type="http://schemas.openxmlformats.org/officeDocument/2006/relationships/image" Target="../media/image1.jpeg"/><Relationship Id="rId6" Type="http://schemas.openxmlformats.org/officeDocument/2006/relationships/image" Target="../media/image1.jpeg"/><Relationship Id="rId7" Type="http://schemas.openxmlformats.org/officeDocument/2006/relationships/image" Target="../media/image1.jpeg"/><Relationship Id="rId8" Type="http://schemas.openxmlformats.org/officeDocument/2006/relationships/image" Target="../media/image1.jpeg"/><Relationship Id="rId9" Type="http://schemas.openxmlformats.org/officeDocument/2006/relationships/image" Target="../media/image1.jpeg"/><Relationship Id="rId10" Type="http://schemas.openxmlformats.org/officeDocument/2006/relationships/image" Target="../media/image1.jpeg"/><Relationship Id="rId11" Type="http://schemas.openxmlformats.org/officeDocument/2006/relationships/image" Target="../media/image1.jpeg"/><Relationship Id="rId12" Type="http://schemas.openxmlformats.org/officeDocument/2006/relationships/image" Target="../media/image1.jpeg"/><Relationship Id="rId13" Type="http://schemas.openxmlformats.org/officeDocument/2006/relationships/image" Target="../media/image1.jpeg"/><Relationship Id="rId14" Type="http://schemas.openxmlformats.org/officeDocument/2006/relationships/image" Target="../media/image1.jpeg"/><Relationship Id="rId15" Type="http://schemas.openxmlformats.org/officeDocument/2006/relationships/image" Target="../media/image1.jpeg"/><Relationship Id="rId16" Type="http://schemas.openxmlformats.org/officeDocument/2006/relationships/image" Target="../media/image1.jpeg"/><Relationship Id="rId17" Type="http://schemas.openxmlformats.org/officeDocument/2006/relationships/image" Target="../media/image1.jpeg"/><Relationship Id="rId18" Type="http://schemas.openxmlformats.org/officeDocument/2006/relationships/image" Target="../media/image1.jpeg"/><Relationship Id="rId19" Type="http://schemas.openxmlformats.org/officeDocument/2006/relationships/image" Target="../media/image1.jpeg"/><Relationship Id="rId20" Type="http://schemas.openxmlformats.org/officeDocument/2006/relationships/image" Target="../media/image1.jpeg"/><Relationship Id="rId21" Type="http://schemas.openxmlformats.org/officeDocument/2006/relationships/image" Target="../media/image1.jpeg"/><Relationship Id="rId22" Type="http://schemas.openxmlformats.org/officeDocument/2006/relationships/image" Target="../media/image1.jpeg"/><Relationship Id="rId23" Type="http://schemas.openxmlformats.org/officeDocument/2006/relationships/image" Target="../media/image1.jpeg"/><Relationship Id="rId24" Type="http://schemas.openxmlformats.org/officeDocument/2006/relationships/image" Target="../media/image1.jpeg"/><Relationship Id="rId25" Type="http://schemas.openxmlformats.org/officeDocument/2006/relationships/image" Target="../media/image1.jpeg"/><Relationship Id="rId26" Type="http://schemas.openxmlformats.org/officeDocument/2006/relationships/slideLayout" Target="../slideLayouts/slideLayout16.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0" name=""/>
          <p:cNvGrpSpPr/>
          <p:nvPr/>
        </p:nvGrpSpPr>
        <p:grpSpPr>
          <a:xfrm>
            <a:off x="0" y="0"/>
            <a:ext cx="10080360" cy="4114440"/>
            <a:chOff x="0" y="0"/>
            <a:chExt cx="10080360" cy="4114440"/>
          </a:xfrm>
        </p:grpSpPr>
        <p:sp>
          <p:nvSpPr>
            <p:cNvPr id="1" name=""/>
            <p:cNvSpPr/>
            <p:nvPr/>
          </p:nvSpPr>
          <p:spPr>
            <a:xfrm>
              <a:off x="0" y="0"/>
              <a:ext cx="10080360" cy="411444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 name=""/>
            <p:cNvSpPr/>
            <p:nvPr/>
          </p:nvSpPr>
          <p:spPr>
            <a:xfrm>
              <a:off x="0" y="0"/>
              <a:ext cx="10080360" cy="411444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 name=""/>
            <p:cNvSpPr/>
            <p:nvPr/>
          </p:nvSpPr>
          <p:spPr>
            <a:xfrm>
              <a:off x="0" y="1280160"/>
              <a:ext cx="1554120" cy="639720"/>
            </a:xfrm>
            <a:prstGeom prst="rect">
              <a:avLst/>
            </a:prstGeom>
            <a:solidFill>
              <a:srgbClr val="343a40">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4" name=""/>
            <p:cNvSpPr/>
            <p:nvPr/>
          </p:nvSpPr>
          <p:spPr>
            <a:xfrm>
              <a:off x="914400" y="1920240"/>
              <a:ext cx="1279800" cy="182844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5" name=""/>
            <p:cNvSpPr/>
            <p:nvPr/>
          </p:nvSpPr>
          <p:spPr>
            <a:xfrm>
              <a:off x="2194560" y="548640"/>
              <a:ext cx="1279800" cy="182844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 name=""/>
            <p:cNvSpPr/>
            <p:nvPr/>
          </p:nvSpPr>
          <p:spPr>
            <a:xfrm>
              <a:off x="3474720" y="1188720"/>
              <a:ext cx="365400" cy="36540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7" name=""/>
            <p:cNvSpPr/>
            <p:nvPr/>
          </p:nvSpPr>
          <p:spPr>
            <a:xfrm>
              <a:off x="4206240" y="0"/>
              <a:ext cx="1462680" cy="914040"/>
            </a:xfrm>
            <a:prstGeom prst="rect">
              <a:avLst/>
            </a:prstGeom>
            <a:solidFill>
              <a:srgbClr val="6c757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8" name=""/>
            <p:cNvSpPr/>
            <p:nvPr/>
          </p:nvSpPr>
          <p:spPr>
            <a:xfrm>
              <a:off x="4663440" y="914400"/>
              <a:ext cx="1005480" cy="45684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 name=""/>
            <p:cNvSpPr/>
            <p:nvPr/>
          </p:nvSpPr>
          <p:spPr>
            <a:xfrm>
              <a:off x="3474720" y="1737360"/>
              <a:ext cx="3108600" cy="100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0" name=""/>
            <p:cNvSpPr/>
            <p:nvPr/>
          </p:nvSpPr>
          <p:spPr>
            <a:xfrm>
              <a:off x="4114800" y="2743200"/>
              <a:ext cx="1462680" cy="100548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1" name=""/>
            <p:cNvSpPr/>
            <p:nvPr/>
          </p:nvSpPr>
          <p:spPr>
            <a:xfrm>
              <a:off x="6583680" y="1463040"/>
              <a:ext cx="1554120" cy="456840"/>
            </a:xfrm>
            <a:prstGeom prst="rect">
              <a:avLst/>
            </a:prstGeom>
            <a:solidFill>
              <a:srgbClr val="b2b2b2">
                <a:alpha val="6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2" name=""/>
            <p:cNvSpPr/>
            <p:nvPr/>
          </p:nvSpPr>
          <p:spPr>
            <a:xfrm>
              <a:off x="7315200" y="1920240"/>
              <a:ext cx="1462680" cy="1645560"/>
            </a:xfrm>
            <a:prstGeom prst="rect">
              <a:avLst/>
            </a:prstGeom>
            <a:solidFill>
              <a:srgbClr val="b2b2b2">
                <a:alpha val="3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3" name=""/>
            <p:cNvSpPr/>
            <p:nvPr/>
          </p:nvSpPr>
          <p:spPr>
            <a:xfrm>
              <a:off x="2743200" y="2377440"/>
              <a:ext cx="548280" cy="82260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4" name=""/>
            <p:cNvSpPr/>
            <p:nvPr/>
          </p:nvSpPr>
          <p:spPr>
            <a:xfrm>
              <a:off x="8595360" y="0"/>
              <a:ext cx="1485000" cy="1462680"/>
            </a:xfrm>
            <a:prstGeom prst="rect">
              <a:avLst/>
            </a:prstGeom>
            <a:solidFill>
              <a:srgbClr val="ddddd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5" name=""/>
            <p:cNvSpPr/>
            <p:nvPr/>
          </p:nvSpPr>
          <p:spPr>
            <a:xfrm>
              <a:off x="6766560" y="0"/>
              <a:ext cx="273960" cy="1005480"/>
            </a:xfrm>
            <a:prstGeom prst="rect">
              <a:avLst/>
            </a:prstGeom>
            <a:solidFill>
              <a:srgbClr val="2f4550">
                <a:alpha val="5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6" name=""/>
            <p:cNvSpPr/>
            <p:nvPr/>
          </p:nvSpPr>
          <p:spPr>
            <a:xfrm>
              <a:off x="1554480" y="0"/>
              <a:ext cx="182520" cy="914040"/>
            </a:xfrm>
            <a:prstGeom prst="rect">
              <a:avLst/>
            </a:prstGeom>
            <a:solidFill>
              <a:srgbClr val="808080"/>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7" name=""/>
            <p:cNvSpPr/>
            <p:nvPr/>
          </p:nvSpPr>
          <p:spPr>
            <a:xfrm>
              <a:off x="0" y="3017520"/>
              <a:ext cx="365400" cy="109692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8" name=""/>
            <p:cNvSpPr/>
            <p:nvPr/>
          </p:nvSpPr>
          <p:spPr>
            <a:xfrm>
              <a:off x="9601200" y="2560320"/>
              <a:ext cx="365400" cy="1554120"/>
            </a:xfrm>
            <a:prstGeom prst="rect">
              <a:avLst/>
            </a:prstGeom>
            <a:solidFill>
              <a:srgbClr val="b2b2b2"/>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9" name=""/>
            <p:cNvSpPr/>
            <p:nvPr/>
          </p:nvSpPr>
          <p:spPr>
            <a:xfrm>
              <a:off x="8778240" y="1828800"/>
              <a:ext cx="365400" cy="36540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20"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1"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2" name="PlaceHolder 3"/>
          <p:cNvSpPr>
            <a:spLocks noGrp="1"/>
          </p:cNvSpPr>
          <p:nvPr>
            <p:ph type="ftr" idx="1"/>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23" name="PlaceHolder 4"/>
          <p:cNvSpPr>
            <a:spLocks noGrp="1"/>
          </p:cNvSpPr>
          <p:nvPr>
            <p:ph type="sldNum" idx="2"/>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582A0CEC-B3E9-4E3C-AFAA-7A95FC70C743}"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24" name="PlaceHolder 5"/>
          <p:cNvSpPr>
            <a:spLocks noGrp="1"/>
          </p:cNvSpPr>
          <p:nvPr>
            <p:ph type="dt" idx="3"/>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7" name=""/>
          <p:cNvGrpSpPr/>
          <p:nvPr/>
        </p:nvGrpSpPr>
        <p:grpSpPr>
          <a:xfrm>
            <a:off x="0" y="0"/>
            <a:ext cx="10080360" cy="4114440"/>
            <a:chOff x="0" y="0"/>
            <a:chExt cx="10080360" cy="4114440"/>
          </a:xfrm>
        </p:grpSpPr>
        <p:sp>
          <p:nvSpPr>
            <p:cNvPr id="28" name=""/>
            <p:cNvSpPr/>
            <p:nvPr/>
          </p:nvSpPr>
          <p:spPr>
            <a:xfrm>
              <a:off x="0" y="0"/>
              <a:ext cx="10080360" cy="411444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9" name=""/>
            <p:cNvSpPr/>
            <p:nvPr/>
          </p:nvSpPr>
          <p:spPr>
            <a:xfrm>
              <a:off x="0" y="0"/>
              <a:ext cx="10080360" cy="411444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 name=""/>
            <p:cNvSpPr/>
            <p:nvPr/>
          </p:nvSpPr>
          <p:spPr>
            <a:xfrm>
              <a:off x="0" y="1280160"/>
              <a:ext cx="1554120" cy="639720"/>
            </a:xfrm>
            <a:prstGeom prst="rect">
              <a:avLst/>
            </a:prstGeom>
            <a:solidFill>
              <a:srgbClr val="343a40">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1" name=""/>
            <p:cNvSpPr/>
            <p:nvPr/>
          </p:nvSpPr>
          <p:spPr>
            <a:xfrm>
              <a:off x="914400" y="1920240"/>
              <a:ext cx="1279800" cy="182844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2" name=""/>
            <p:cNvSpPr/>
            <p:nvPr/>
          </p:nvSpPr>
          <p:spPr>
            <a:xfrm>
              <a:off x="2194560" y="548640"/>
              <a:ext cx="1279800" cy="182844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3" name=""/>
            <p:cNvSpPr/>
            <p:nvPr/>
          </p:nvSpPr>
          <p:spPr>
            <a:xfrm>
              <a:off x="3474720" y="1188720"/>
              <a:ext cx="365400" cy="36540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 name=""/>
            <p:cNvSpPr/>
            <p:nvPr/>
          </p:nvSpPr>
          <p:spPr>
            <a:xfrm>
              <a:off x="4206240" y="0"/>
              <a:ext cx="1462680" cy="914040"/>
            </a:xfrm>
            <a:prstGeom prst="rect">
              <a:avLst/>
            </a:prstGeom>
            <a:solidFill>
              <a:srgbClr val="6c757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5" name=""/>
            <p:cNvSpPr/>
            <p:nvPr/>
          </p:nvSpPr>
          <p:spPr>
            <a:xfrm>
              <a:off x="4663440" y="914400"/>
              <a:ext cx="1005480" cy="456840"/>
            </a:xfrm>
            <a:prstGeom prst="rect">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6" name=""/>
            <p:cNvSpPr/>
            <p:nvPr/>
          </p:nvSpPr>
          <p:spPr>
            <a:xfrm>
              <a:off x="3474720" y="1737360"/>
              <a:ext cx="3108600" cy="100548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7" name=""/>
            <p:cNvSpPr/>
            <p:nvPr/>
          </p:nvSpPr>
          <p:spPr>
            <a:xfrm>
              <a:off x="4114800" y="2743200"/>
              <a:ext cx="1462680" cy="100548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8" name=""/>
            <p:cNvSpPr/>
            <p:nvPr/>
          </p:nvSpPr>
          <p:spPr>
            <a:xfrm>
              <a:off x="6583680" y="1463040"/>
              <a:ext cx="1554120" cy="456840"/>
            </a:xfrm>
            <a:prstGeom prst="rect">
              <a:avLst/>
            </a:prstGeom>
            <a:solidFill>
              <a:srgbClr val="b2b2b2">
                <a:alpha val="6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9" name=""/>
            <p:cNvSpPr/>
            <p:nvPr/>
          </p:nvSpPr>
          <p:spPr>
            <a:xfrm>
              <a:off x="7315200" y="1920240"/>
              <a:ext cx="1462680" cy="1645560"/>
            </a:xfrm>
            <a:prstGeom prst="rect">
              <a:avLst/>
            </a:prstGeom>
            <a:solidFill>
              <a:srgbClr val="b2b2b2">
                <a:alpha val="3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0" name=""/>
            <p:cNvSpPr/>
            <p:nvPr/>
          </p:nvSpPr>
          <p:spPr>
            <a:xfrm>
              <a:off x="2743200" y="2377440"/>
              <a:ext cx="548280" cy="82260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1" name=""/>
            <p:cNvSpPr/>
            <p:nvPr/>
          </p:nvSpPr>
          <p:spPr>
            <a:xfrm>
              <a:off x="8595360" y="0"/>
              <a:ext cx="1485000" cy="1462680"/>
            </a:xfrm>
            <a:prstGeom prst="rect">
              <a:avLst/>
            </a:prstGeom>
            <a:solidFill>
              <a:srgbClr val="ddddd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2" name=""/>
            <p:cNvSpPr/>
            <p:nvPr/>
          </p:nvSpPr>
          <p:spPr>
            <a:xfrm>
              <a:off x="6766560" y="0"/>
              <a:ext cx="273960" cy="1005480"/>
            </a:xfrm>
            <a:prstGeom prst="rect">
              <a:avLst/>
            </a:prstGeom>
            <a:solidFill>
              <a:srgbClr val="2f4550">
                <a:alpha val="5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43" name=""/>
            <p:cNvSpPr/>
            <p:nvPr/>
          </p:nvSpPr>
          <p:spPr>
            <a:xfrm>
              <a:off x="1554480" y="0"/>
              <a:ext cx="182520" cy="914040"/>
            </a:xfrm>
            <a:prstGeom prst="rect">
              <a:avLst/>
            </a:prstGeom>
            <a:solidFill>
              <a:srgbClr val="808080"/>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44" name=""/>
            <p:cNvSpPr/>
            <p:nvPr/>
          </p:nvSpPr>
          <p:spPr>
            <a:xfrm>
              <a:off x="0" y="3017520"/>
              <a:ext cx="365400" cy="1096920"/>
            </a:xfrm>
            <a:prstGeom prst="rect">
              <a:avLst/>
            </a:prstGeom>
            <a:solidFill>
              <a:srgbClr val="f4f4f9"/>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5" name=""/>
            <p:cNvSpPr/>
            <p:nvPr/>
          </p:nvSpPr>
          <p:spPr>
            <a:xfrm>
              <a:off x="9601200" y="2560320"/>
              <a:ext cx="365400" cy="1554120"/>
            </a:xfrm>
            <a:prstGeom prst="rect">
              <a:avLst/>
            </a:prstGeom>
            <a:solidFill>
              <a:srgbClr val="b2b2b2"/>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6" name=""/>
            <p:cNvSpPr/>
            <p:nvPr/>
          </p:nvSpPr>
          <p:spPr>
            <a:xfrm>
              <a:off x="8778240" y="1828800"/>
              <a:ext cx="365400" cy="365400"/>
            </a:xfrm>
            <a:prstGeom prst="rect">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47"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8" name="PlaceHolder 2"/>
          <p:cNvSpPr>
            <a:spLocks noGrp="1"/>
          </p:cNvSpPr>
          <p:nvPr>
            <p:ph type="ftr" idx="4"/>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49" name="PlaceHolder 3"/>
          <p:cNvSpPr>
            <a:spLocks noGrp="1"/>
          </p:cNvSpPr>
          <p:nvPr>
            <p:ph type="sldNum" idx="5"/>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F7DDB5F6-765B-4CCF-B915-0AB2B06F2E49}"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50" name="PlaceHolder 4"/>
          <p:cNvSpPr>
            <a:spLocks noGrp="1"/>
          </p:cNvSpPr>
          <p:nvPr>
            <p:ph type="dt" idx="6"/>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1"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2"/>
    <p:sldLayoutId id="2147483652" r:id="rId3"/>
    <p:sldLayoutId id="2147483653"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56" name=""/>
          <p:cNvGrpSpPr/>
          <p:nvPr/>
        </p:nvGrpSpPr>
        <p:grpSpPr>
          <a:xfrm>
            <a:off x="8540280" y="5065560"/>
            <a:ext cx="1280160" cy="914400"/>
            <a:chOff x="8540280" y="5065560"/>
            <a:chExt cx="1280160" cy="914400"/>
          </a:xfrm>
        </p:grpSpPr>
        <p:grpSp>
          <p:nvGrpSpPr>
            <p:cNvPr id="57" name=""/>
            <p:cNvGrpSpPr/>
            <p:nvPr/>
          </p:nvGrpSpPr>
          <p:grpSpPr>
            <a:xfrm>
              <a:off x="8540280" y="5065560"/>
              <a:ext cx="1280160" cy="914400"/>
              <a:chOff x="8540280" y="5065560"/>
              <a:chExt cx="1280160" cy="914400"/>
            </a:xfrm>
          </p:grpSpPr>
          <p:sp>
            <p:nvSpPr>
              <p:cNvPr id="58" name=""/>
              <p:cNvSpPr/>
              <p:nvPr/>
            </p:nvSpPr>
            <p:spPr>
              <a:xfrm flipV="1" rot="21598800">
                <a:off x="9637560" y="5430960"/>
                <a:ext cx="182520" cy="182520"/>
              </a:xfrm>
              <a:prstGeom prst="ellipse">
                <a:avLst/>
              </a:prstGeom>
              <a:blipFill rotWithShape="0">
                <a:blip r:embed="rId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59" name=""/>
              <p:cNvSpPr/>
              <p:nvPr/>
            </p:nvSpPr>
            <p:spPr>
              <a:xfrm flipV="1" rot="21598800">
                <a:off x="9271800" y="5430960"/>
                <a:ext cx="182520" cy="182520"/>
              </a:xfrm>
              <a:prstGeom prst="ellipse">
                <a:avLst/>
              </a:prstGeom>
              <a:blipFill rotWithShape="0">
                <a:blip r:embed="rId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0" name=""/>
              <p:cNvSpPr/>
              <p:nvPr/>
            </p:nvSpPr>
            <p:spPr>
              <a:xfrm flipV="1" rot="21598800">
                <a:off x="8906400" y="5430960"/>
                <a:ext cx="182520" cy="182520"/>
              </a:xfrm>
              <a:prstGeom prst="ellipse">
                <a:avLst/>
              </a:prstGeom>
              <a:blipFill rotWithShape="0">
                <a:blip r:embed="rId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1" name=""/>
              <p:cNvSpPr/>
              <p:nvPr/>
            </p:nvSpPr>
            <p:spPr>
              <a:xfrm flipV="1" rot="21598800">
                <a:off x="8540280" y="5431320"/>
                <a:ext cx="182520" cy="182520"/>
              </a:xfrm>
              <a:prstGeom prst="ellipse">
                <a:avLst/>
              </a:prstGeom>
              <a:blipFill rotWithShape="0">
                <a:blip r:embed="rId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2" name=""/>
              <p:cNvSpPr/>
              <p:nvPr/>
            </p:nvSpPr>
            <p:spPr>
              <a:xfrm flipV="1" rot="21598800">
                <a:off x="8540280" y="5065200"/>
                <a:ext cx="182520" cy="182520"/>
              </a:xfrm>
              <a:prstGeom prst="ellipse">
                <a:avLst/>
              </a:prstGeom>
              <a:blipFill rotWithShape="0">
                <a:blip r:embed="rId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3" name=""/>
              <p:cNvSpPr/>
              <p:nvPr/>
            </p:nvSpPr>
            <p:spPr>
              <a:xfrm flipV="1" rot="21598800">
                <a:off x="8906040" y="5065200"/>
                <a:ext cx="182520" cy="182520"/>
              </a:xfrm>
              <a:prstGeom prst="ellipse">
                <a:avLst/>
              </a:prstGeom>
              <a:blipFill rotWithShape="0">
                <a:blip r:embed="rId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4" name=""/>
              <p:cNvSpPr/>
              <p:nvPr/>
            </p:nvSpPr>
            <p:spPr>
              <a:xfrm flipV="1" rot="21598800">
                <a:off x="9271800" y="5065560"/>
                <a:ext cx="182520" cy="182520"/>
              </a:xfrm>
              <a:prstGeom prst="ellipse">
                <a:avLst/>
              </a:prstGeom>
              <a:blipFill rotWithShape="0">
                <a:blip r:embed="rId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5" name=""/>
              <p:cNvSpPr/>
              <p:nvPr/>
            </p:nvSpPr>
            <p:spPr>
              <a:xfrm flipV="1" rot="21598800">
                <a:off x="9637920" y="5065200"/>
                <a:ext cx="182520" cy="182520"/>
              </a:xfrm>
              <a:prstGeom prst="ellipse">
                <a:avLst/>
              </a:prstGeom>
              <a:blipFill rotWithShape="0">
                <a:blip r:embed="rId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6" name=""/>
              <p:cNvSpPr/>
              <p:nvPr/>
            </p:nvSpPr>
            <p:spPr>
              <a:xfrm flipV="1" rot="21598800">
                <a:off x="9637560" y="5796720"/>
                <a:ext cx="182520" cy="182520"/>
              </a:xfrm>
              <a:prstGeom prst="ellipse">
                <a:avLst/>
              </a:prstGeom>
              <a:blipFill rotWithShape="0">
                <a:blip r:embed="rId1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7" name=""/>
              <p:cNvSpPr/>
              <p:nvPr/>
            </p:nvSpPr>
            <p:spPr>
              <a:xfrm flipV="1" rot="21598800">
                <a:off x="9272160" y="5797080"/>
                <a:ext cx="182520" cy="182520"/>
              </a:xfrm>
              <a:prstGeom prst="ellipse">
                <a:avLst/>
              </a:prstGeom>
              <a:blipFill rotWithShape="0">
                <a:blip r:embed="rId1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8" name=""/>
              <p:cNvSpPr/>
              <p:nvPr/>
            </p:nvSpPr>
            <p:spPr>
              <a:xfrm flipV="1" rot="21598800">
                <a:off x="8906040" y="5796720"/>
                <a:ext cx="182520" cy="182520"/>
              </a:xfrm>
              <a:prstGeom prst="ellipse">
                <a:avLst/>
              </a:prstGeom>
              <a:blipFill rotWithShape="0">
                <a:blip r:embed="rId1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69" name=""/>
              <p:cNvSpPr/>
              <p:nvPr/>
            </p:nvSpPr>
            <p:spPr>
              <a:xfrm flipV="1" rot="21598800">
                <a:off x="8540280" y="5796720"/>
                <a:ext cx="182520" cy="182520"/>
              </a:xfrm>
              <a:prstGeom prst="ellipse">
                <a:avLst/>
              </a:prstGeom>
              <a:blipFill rotWithShape="0">
                <a:blip r:embed="rId1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grpSp>
      <p:sp>
        <p:nvSpPr>
          <p:cNvPr id="70" name=""/>
          <p:cNvSpPr/>
          <p:nvPr/>
        </p:nvSpPr>
        <p:spPr>
          <a:xfrm>
            <a:off x="1499760" y="1774080"/>
            <a:ext cx="2925720" cy="292572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71" name=""/>
          <p:cNvSpPr/>
          <p:nvPr/>
        </p:nvSpPr>
        <p:spPr>
          <a:xfrm>
            <a:off x="1225080" y="1134360"/>
            <a:ext cx="1188720" cy="118800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72" name=""/>
          <p:cNvSpPr/>
          <p:nvPr/>
        </p:nvSpPr>
        <p:spPr>
          <a:xfrm>
            <a:off x="3420000" y="4242960"/>
            <a:ext cx="639720" cy="639720"/>
          </a:xfrm>
          <a:prstGeom prst="ellipse">
            <a:avLst/>
          </a:prstGeom>
          <a:solidFill>
            <a:srgbClr val="cccccc">
              <a:alpha val="2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pic>
        <p:nvPicPr>
          <p:cNvPr id="73" name="" descr=""/>
          <p:cNvPicPr/>
          <p:nvPr/>
        </p:nvPicPr>
        <p:blipFill>
          <a:blip r:embed="rId14">
            <a:extLst>
              <a:ext uri="{96DAC541-7B7A-43D3-8B79-37D633B846F1}">
                <asvg:svgBlip xmlns:asvg="http://schemas.microsoft.com/office/drawing/2016/SVG/main" r:embed="rId15"/>
              </a:ext>
            </a:extLst>
            <a:alphaModFix amt="50000"/>
          </a:blip>
          <a:stretch/>
        </p:blipFill>
        <p:spPr>
          <a:xfrm>
            <a:off x="4349520" y="792360"/>
            <a:ext cx="5525640" cy="4145040"/>
          </a:xfrm>
          <a:prstGeom prst="rect">
            <a:avLst/>
          </a:prstGeom>
          <a:ln w="0">
            <a:noFill/>
          </a:ln>
          <a:effectLst>
            <a:outerShdw dist="103350" dir="2700000" blurRad="762120" rotWithShape="0">
              <a:srgbClr val="808080">
                <a:alpha val="50000"/>
              </a:srgbClr>
            </a:outerShdw>
          </a:effectLst>
        </p:spPr>
      </p:pic>
      <p:sp>
        <p:nvSpPr>
          <p:cNvPr id="74"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75"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76" name="PlaceHolder 3"/>
          <p:cNvSpPr>
            <a:spLocks noGrp="1"/>
          </p:cNvSpPr>
          <p:nvPr>
            <p:ph type="ftr" idx="7"/>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77" name="PlaceHolder 4"/>
          <p:cNvSpPr>
            <a:spLocks noGrp="1"/>
          </p:cNvSpPr>
          <p:nvPr>
            <p:ph type="sldNum" idx="8"/>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C6029358-7AF1-4D7C-ABD7-0B3F8E8C2042}"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78" name="PlaceHolder 5"/>
          <p:cNvSpPr>
            <a:spLocks noGrp="1"/>
          </p:cNvSpPr>
          <p:nvPr>
            <p:ph type="dt" idx="9"/>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16"/>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81" name=""/>
          <p:cNvGrpSpPr/>
          <p:nvPr/>
        </p:nvGrpSpPr>
        <p:grpSpPr>
          <a:xfrm>
            <a:off x="7406640" y="3566160"/>
            <a:ext cx="2377080" cy="4297320"/>
            <a:chOff x="7406640" y="3566160"/>
            <a:chExt cx="2377080" cy="4297320"/>
          </a:xfrm>
        </p:grpSpPr>
        <p:sp>
          <p:nvSpPr>
            <p:cNvPr id="82" name=""/>
            <p:cNvSpPr/>
            <p:nvPr/>
          </p:nvSpPr>
          <p:spPr>
            <a:xfrm>
              <a:off x="8138160" y="4754880"/>
              <a:ext cx="456840" cy="2559960"/>
            </a:xfrm>
            <a:prstGeom prst="rect">
              <a:avLst/>
            </a:prstGeom>
            <a:blipFill rotWithShape="0">
              <a:blip r:embed="rId2"/>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3" name=""/>
            <p:cNvSpPr/>
            <p:nvPr/>
          </p:nvSpPr>
          <p:spPr>
            <a:xfrm>
              <a:off x="8961120" y="3566160"/>
              <a:ext cx="456840" cy="2559960"/>
            </a:xfrm>
            <a:prstGeom prst="rect">
              <a:avLst/>
            </a:prstGeom>
            <a:blipFill rotWithShape="0">
              <a:blip r:embed="rId3"/>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4" name=""/>
            <p:cNvSpPr/>
            <p:nvPr/>
          </p:nvSpPr>
          <p:spPr>
            <a:xfrm>
              <a:off x="8503920" y="5120640"/>
              <a:ext cx="127980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5" name=""/>
            <p:cNvSpPr/>
            <p:nvPr/>
          </p:nvSpPr>
          <p:spPr>
            <a:xfrm>
              <a:off x="8321040" y="5303520"/>
              <a:ext cx="91404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6" name=""/>
            <p:cNvSpPr/>
            <p:nvPr/>
          </p:nvSpPr>
          <p:spPr>
            <a:xfrm>
              <a:off x="8869680" y="5486400"/>
              <a:ext cx="91404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7" name=""/>
            <p:cNvSpPr/>
            <p:nvPr/>
          </p:nvSpPr>
          <p:spPr>
            <a:xfrm>
              <a:off x="7406640" y="5303520"/>
              <a:ext cx="456840" cy="2559960"/>
            </a:xfrm>
            <a:prstGeom prst="rect">
              <a:avLst/>
            </a:prstGeom>
            <a:blipFill rotWithShape="0">
              <a:blip r:embed="rId4"/>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88" name=""/>
          <p:cNvSpPr/>
          <p:nvPr/>
        </p:nvSpPr>
        <p:spPr>
          <a:xfrm flipH="1" flipV="1">
            <a:off x="1461600" y="-1555200"/>
            <a:ext cx="456840" cy="2559960"/>
          </a:xfrm>
          <a:prstGeom prst="rect">
            <a:avLst/>
          </a:prstGeom>
          <a:blipFill rotWithShape="0">
            <a:blip r:embed="rId5"/>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89" name=""/>
          <p:cNvSpPr/>
          <p:nvPr/>
        </p:nvSpPr>
        <p:spPr>
          <a:xfrm flipH="1" flipV="1">
            <a:off x="638640" y="-365760"/>
            <a:ext cx="456840" cy="2559960"/>
          </a:xfrm>
          <a:prstGeom prst="rect">
            <a:avLst/>
          </a:prstGeom>
          <a:blipFill rotWithShape="0">
            <a:blip r:embed="rId6"/>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0" name=""/>
          <p:cNvSpPr/>
          <p:nvPr/>
        </p:nvSpPr>
        <p:spPr>
          <a:xfrm flipH="1" flipV="1">
            <a:off x="273600" y="547920"/>
            <a:ext cx="127980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1" name=""/>
          <p:cNvSpPr/>
          <p:nvPr/>
        </p:nvSpPr>
        <p:spPr>
          <a:xfrm flipH="1" flipV="1">
            <a:off x="822240" y="365040"/>
            <a:ext cx="91404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2" name=""/>
          <p:cNvSpPr/>
          <p:nvPr/>
        </p:nvSpPr>
        <p:spPr>
          <a:xfrm flipH="1" flipV="1">
            <a:off x="273600" y="182160"/>
            <a:ext cx="914040" cy="91080"/>
          </a:xfrm>
          <a:prstGeom prst="rect">
            <a:avLst/>
          </a:prstGeom>
          <a:solidFill>
            <a:srgbClr val="cccccc">
              <a:alpha val="75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3" name=""/>
          <p:cNvSpPr/>
          <p:nvPr/>
        </p:nvSpPr>
        <p:spPr>
          <a:xfrm flipH="1" flipV="1">
            <a:off x="2193840" y="-2103840"/>
            <a:ext cx="456840" cy="2559960"/>
          </a:xfrm>
          <a:prstGeom prst="rect">
            <a:avLst/>
          </a:prstGeom>
          <a:blipFill rotWithShape="0">
            <a:blip r:embed="rId7"/>
            <a:srcRect/>
            <a:tile tx="0" ty="0" sx="74468" sy="74468" algn="ctr"/>
          </a:blip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94" name=""/>
          <p:cNvSpPr/>
          <p:nvPr/>
        </p:nvSpPr>
        <p:spPr>
          <a:xfrm>
            <a:off x="3474720" y="2560320"/>
            <a:ext cx="2742840" cy="27428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95"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96"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97" name="PlaceHolder 3"/>
          <p:cNvSpPr>
            <a:spLocks noGrp="1"/>
          </p:cNvSpPr>
          <p:nvPr>
            <p:ph type="ftr" idx="10"/>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98" name="PlaceHolder 4"/>
          <p:cNvSpPr>
            <a:spLocks noGrp="1"/>
          </p:cNvSpPr>
          <p:nvPr>
            <p:ph type="sldNum" idx="11"/>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11DAE4A4-4608-4B93-874F-8E9330CB007B}"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99" name="PlaceHolder 5"/>
          <p:cNvSpPr>
            <a:spLocks noGrp="1"/>
          </p:cNvSpPr>
          <p:nvPr>
            <p:ph type="dt" idx="12"/>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8"/>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
          <p:cNvSpPr/>
          <p:nvPr/>
        </p:nvSpPr>
        <p:spPr>
          <a:xfrm>
            <a:off x="822960" y="2468880"/>
            <a:ext cx="1462680" cy="1462680"/>
          </a:xfrm>
          <a:prstGeom prst="ellipse">
            <a:avLst/>
          </a:prstGeom>
          <a:solidFill>
            <a:srgbClr val="eeeeee"/>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03" name=""/>
          <p:cNvSpPr/>
          <p:nvPr/>
        </p:nvSpPr>
        <p:spPr>
          <a:xfrm>
            <a:off x="4480560" y="1554480"/>
            <a:ext cx="1462680" cy="1462680"/>
          </a:xfrm>
          <a:prstGeom prst="ellipse">
            <a:avLst/>
          </a:prstGeom>
          <a:solidFill>
            <a:srgbClr val="eeeeee"/>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04" name=""/>
          <p:cNvSpPr/>
          <p:nvPr/>
        </p:nvSpPr>
        <p:spPr>
          <a:xfrm>
            <a:off x="6583680" y="3108960"/>
            <a:ext cx="1462680" cy="1462680"/>
          </a:xfrm>
          <a:prstGeom prst="ellipse">
            <a:avLst/>
          </a:prstGeom>
          <a:solidFill>
            <a:srgbClr val="eeeeee"/>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05" name=""/>
          <p:cNvSpPr/>
          <p:nvPr/>
        </p:nvSpPr>
        <p:spPr>
          <a:xfrm>
            <a:off x="1554480" y="4114800"/>
            <a:ext cx="914040" cy="657000"/>
          </a:xfrm>
          <a:custGeom>
            <a:avLst/>
            <a:gdLst>
              <a:gd name="textAreaLeft" fmla="*/ 0 w 914040"/>
              <a:gd name="textAreaRight" fmla="*/ 914400 w 914040"/>
              <a:gd name="textAreaTop" fmla="*/ 0 h 657000"/>
              <a:gd name="textAreaBottom" fmla="*/ 657360 h 657000"/>
            </a:gdLst>
            <a:ahLst/>
            <a:rect l="textAreaLeft" t="textAreaTop" r="textAreaRight" b="textAreaBottom"/>
            <a:pathLst>
              <a:path fill="none" w="2540" h="1826">
                <a:moveTo>
                  <a:pt x="0" y="0"/>
                </a:moveTo>
                <a:cubicBezTo>
                  <a:pt x="508" y="2286"/>
                  <a:pt x="2540" y="1778"/>
                  <a:pt x="2540" y="1778"/>
                </a:cubicBezTo>
              </a:path>
            </a:pathLst>
          </a:custGeom>
          <a:noFill/>
          <a:ln w="36720">
            <a:solidFill>
              <a:srgbClr val="666666"/>
            </a:solidFill>
            <a:custDash>
              <a:ds d="600000" sp="300000"/>
            </a:custDash>
            <a:roun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06" name=""/>
          <p:cNvSpPr/>
          <p:nvPr/>
        </p:nvSpPr>
        <p:spPr>
          <a:xfrm>
            <a:off x="3657600" y="1188720"/>
            <a:ext cx="822600" cy="639720"/>
          </a:xfrm>
          <a:custGeom>
            <a:avLst/>
            <a:gdLst>
              <a:gd name="textAreaLeft" fmla="*/ 0 w 822600"/>
              <a:gd name="textAreaRight" fmla="*/ 822960 w 822600"/>
              <a:gd name="textAreaTop" fmla="*/ 0 h 639720"/>
              <a:gd name="textAreaBottom" fmla="*/ 640080 h 639720"/>
            </a:gdLst>
            <a:ahLst/>
            <a:rect l="textAreaLeft" t="textAreaTop" r="textAreaRight" b="textAreaBottom"/>
            <a:pathLst>
              <a:path fill="none" w="2286" h="1778">
                <a:moveTo>
                  <a:pt x="2286" y="1778"/>
                </a:moveTo>
                <a:cubicBezTo>
                  <a:pt x="1016" y="1778"/>
                  <a:pt x="2033" y="0"/>
                  <a:pt x="0" y="0"/>
                </a:cubicBezTo>
              </a:path>
            </a:pathLst>
          </a:custGeom>
          <a:noFill/>
          <a:ln w="36720">
            <a:solidFill>
              <a:srgbClr val="666666"/>
            </a:solidFill>
            <a:custDash>
              <a:ds d="600000" sp="300000"/>
            </a:custDash>
            <a:roun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07" name=""/>
          <p:cNvSpPr/>
          <p:nvPr/>
        </p:nvSpPr>
        <p:spPr>
          <a:xfrm>
            <a:off x="7955280" y="2011680"/>
            <a:ext cx="1463760" cy="1188360"/>
          </a:xfrm>
          <a:custGeom>
            <a:avLst/>
            <a:gdLst>
              <a:gd name="textAreaLeft" fmla="*/ 0 w 1463760"/>
              <a:gd name="textAreaRight" fmla="*/ 1464120 w 1463760"/>
              <a:gd name="textAreaTop" fmla="*/ 0 h 1188360"/>
              <a:gd name="textAreaBottom" fmla="*/ 1188720 h 1188360"/>
            </a:gdLst>
            <a:ahLst/>
            <a:rect l="textAreaLeft" t="textAreaTop" r="textAreaRight" b="textAreaBottom"/>
            <a:pathLst>
              <a:path fill="none" w="4067" h="3302">
                <a:moveTo>
                  <a:pt x="3302" y="0"/>
                </a:moveTo>
                <a:cubicBezTo>
                  <a:pt x="4826" y="1016"/>
                  <a:pt x="3810" y="2286"/>
                  <a:pt x="2540" y="2286"/>
                </a:cubicBezTo>
                <a:cubicBezTo>
                  <a:pt x="1269" y="2286"/>
                  <a:pt x="253" y="2540"/>
                  <a:pt x="0" y="3302"/>
                </a:cubicBezTo>
              </a:path>
            </a:pathLst>
          </a:custGeom>
          <a:noFill/>
          <a:ln w="36720">
            <a:solidFill>
              <a:srgbClr val="666666"/>
            </a:solidFill>
            <a:custDash>
              <a:ds d="600000" sp="300000"/>
            </a:custDash>
            <a:roun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08" name=""/>
          <p:cNvSpPr/>
          <p:nvPr/>
        </p:nvSpPr>
        <p:spPr>
          <a:xfrm>
            <a:off x="2468880" y="822960"/>
            <a:ext cx="1410120" cy="1371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09" name=""/>
          <p:cNvSpPr/>
          <p:nvPr/>
        </p:nvSpPr>
        <p:spPr>
          <a:xfrm>
            <a:off x="3931920" y="466344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10" name=""/>
          <p:cNvSpPr/>
          <p:nvPr/>
        </p:nvSpPr>
        <p:spPr>
          <a:xfrm>
            <a:off x="8412480" y="1280160"/>
            <a:ext cx="1096920" cy="10054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11"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12"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13" name="PlaceHolder 3"/>
          <p:cNvSpPr>
            <a:spLocks noGrp="1"/>
          </p:cNvSpPr>
          <p:nvPr>
            <p:ph type="ftr" idx="13"/>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14" name="PlaceHolder 4"/>
          <p:cNvSpPr>
            <a:spLocks noGrp="1"/>
          </p:cNvSpPr>
          <p:nvPr>
            <p:ph type="sldNum" idx="14"/>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546A032B-8789-4FC8-B7E9-90A6EEC3EB6C}"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15" name="PlaceHolder 5"/>
          <p:cNvSpPr>
            <a:spLocks noGrp="1"/>
          </p:cNvSpPr>
          <p:nvPr>
            <p:ph type="dt" idx="15"/>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
          <p:cNvSpPr/>
          <p:nvPr/>
        </p:nvSpPr>
        <p:spPr>
          <a:xfrm>
            <a:off x="822960" y="2468880"/>
            <a:ext cx="1462680" cy="1462680"/>
          </a:xfrm>
          <a:prstGeom prst="ellipse">
            <a:avLst/>
          </a:prstGeom>
          <a:solidFill>
            <a:srgbClr val="eeeeee"/>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19" name=""/>
          <p:cNvSpPr/>
          <p:nvPr/>
        </p:nvSpPr>
        <p:spPr>
          <a:xfrm>
            <a:off x="4480560" y="1554480"/>
            <a:ext cx="1462680" cy="1462680"/>
          </a:xfrm>
          <a:prstGeom prst="ellipse">
            <a:avLst/>
          </a:prstGeom>
          <a:solidFill>
            <a:srgbClr val="eeeeee"/>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20" name=""/>
          <p:cNvSpPr/>
          <p:nvPr/>
        </p:nvSpPr>
        <p:spPr>
          <a:xfrm>
            <a:off x="6583680" y="3108960"/>
            <a:ext cx="1462680" cy="1462680"/>
          </a:xfrm>
          <a:prstGeom prst="ellipse">
            <a:avLst/>
          </a:prstGeom>
          <a:solidFill>
            <a:srgbClr val="eeeeee"/>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21" name=""/>
          <p:cNvSpPr/>
          <p:nvPr/>
        </p:nvSpPr>
        <p:spPr>
          <a:xfrm>
            <a:off x="1554480" y="4114800"/>
            <a:ext cx="914040" cy="657000"/>
          </a:xfrm>
          <a:custGeom>
            <a:avLst/>
            <a:gdLst>
              <a:gd name="textAreaLeft" fmla="*/ 0 w 914040"/>
              <a:gd name="textAreaRight" fmla="*/ 914400 w 914040"/>
              <a:gd name="textAreaTop" fmla="*/ 0 h 657000"/>
              <a:gd name="textAreaBottom" fmla="*/ 657360 h 657000"/>
            </a:gdLst>
            <a:ahLst/>
            <a:rect l="textAreaLeft" t="textAreaTop" r="textAreaRight" b="textAreaBottom"/>
            <a:pathLst>
              <a:path fill="none" w="2540" h="1826">
                <a:moveTo>
                  <a:pt x="0" y="0"/>
                </a:moveTo>
                <a:cubicBezTo>
                  <a:pt x="508" y="2286"/>
                  <a:pt x="2540" y="1778"/>
                  <a:pt x="2540" y="1778"/>
                </a:cubicBezTo>
              </a:path>
            </a:pathLst>
          </a:custGeom>
          <a:noFill/>
          <a:ln w="36720">
            <a:solidFill>
              <a:srgbClr val="666666"/>
            </a:solidFill>
            <a:custDash>
              <a:ds d="600000" sp="300000"/>
            </a:custDash>
            <a:roun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22" name=""/>
          <p:cNvSpPr/>
          <p:nvPr/>
        </p:nvSpPr>
        <p:spPr>
          <a:xfrm>
            <a:off x="3657600" y="1188720"/>
            <a:ext cx="822600" cy="639720"/>
          </a:xfrm>
          <a:custGeom>
            <a:avLst/>
            <a:gdLst>
              <a:gd name="textAreaLeft" fmla="*/ 0 w 822600"/>
              <a:gd name="textAreaRight" fmla="*/ 822960 w 822600"/>
              <a:gd name="textAreaTop" fmla="*/ 0 h 639720"/>
              <a:gd name="textAreaBottom" fmla="*/ 640080 h 639720"/>
            </a:gdLst>
            <a:ahLst/>
            <a:rect l="textAreaLeft" t="textAreaTop" r="textAreaRight" b="textAreaBottom"/>
            <a:pathLst>
              <a:path fill="none" w="2286" h="1778">
                <a:moveTo>
                  <a:pt x="2286" y="1778"/>
                </a:moveTo>
                <a:cubicBezTo>
                  <a:pt x="1016" y="1778"/>
                  <a:pt x="2033" y="0"/>
                  <a:pt x="0" y="0"/>
                </a:cubicBezTo>
              </a:path>
            </a:pathLst>
          </a:custGeom>
          <a:noFill/>
          <a:ln w="36720">
            <a:solidFill>
              <a:srgbClr val="666666"/>
            </a:solidFill>
            <a:custDash>
              <a:ds d="600000" sp="300000"/>
            </a:custDash>
            <a:roun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23" name=""/>
          <p:cNvSpPr/>
          <p:nvPr/>
        </p:nvSpPr>
        <p:spPr>
          <a:xfrm>
            <a:off x="7955280" y="2011680"/>
            <a:ext cx="1463760" cy="1188360"/>
          </a:xfrm>
          <a:custGeom>
            <a:avLst/>
            <a:gdLst>
              <a:gd name="textAreaLeft" fmla="*/ 0 w 1463760"/>
              <a:gd name="textAreaRight" fmla="*/ 1464120 w 1463760"/>
              <a:gd name="textAreaTop" fmla="*/ 0 h 1188360"/>
              <a:gd name="textAreaBottom" fmla="*/ 1188720 h 1188360"/>
            </a:gdLst>
            <a:ahLst/>
            <a:rect l="textAreaLeft" t="textAreaTop" r="textAreaRight" b="textAreaBottom"/>
            <a:pathLst>
              <a:path fill="none" w="4067" h="3302">
                <a:moveTo>
                  <a:pt x="3302" y="0"/>
                </a:moveTo>
                <a:cubicBezTo>
                  <a:pt x="4826" y="1016"/>
                  <a:pt x="3810" y="2286"/>
                  <a:pt x="2540" y="2286"/>
                </a:cubicBezTo>
                <a:cubicBezTo>
                  <a:pt x="1269" y="2286"/>
                  <a:pt x="253" y="2540"/>
                  <a:pt x="0" y="3302"/>
                </a:cubicBezTo>
              </a:path>
            </a:pathLst>
          </a:custGeom>
          <a:noFill/>
          <a:ln w="36720">
            <a:solidFill>
              <a:srgbClr val="666666"/>
            </a:solidFill>
            <a:custDash>
              <a:ds d="600000" sp="300000"/>
            </a:custDash>
            <a:roun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24" name=""/>
          <p:cNvSpPr/>
          <p:nvPr/>
        </p:nvSpPr>
        <p:spPr>
          <a:xfrm>
            <a:off x="2468880" y="822960"/>
            <a:ext cx="1410120" cy="1371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25" name=""/>
          <p:cNvSpPr/>
          <p:nvPr/>
        </p:nvSpPr>
        <p:spPr>
          <a:xfrm>
            <a:off x="3931920" y="466344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26" name=""/>
          <p:cNvSpPr/>
          <p:nvPr/>
        </p:nvSpPr>
        <p:spPr>
          <a:xfrm>
            <a:off x="8412480" y="1280160"/>
            <a:ext cx="1096920" cy="10054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27" name="PlaceHolder 1"/>
          <p:cNvSpPr>
            <a:spLocks noGrp="1"/>
          </p:cNvSpPr>
          <p:nvPr>
            <p:ph type="ftr" idx="16"/>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28" name="PlaceHolder 2"/>
          <p:cNvSpPr>
            <a:spLocks noGrp="1"/>
          </p:cNvSpPr>
          <p:nvPr>
            <p:ph type="sldNum" idx="17"/>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2FD5C7A4-19E9-40B6-B766-50095E2C6EB9}"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29" name="PlaceHolder 3"/>
          <p:cNvSpPr>
            <a:spLocks noGrp="1"/>
          </p:cNvSpPr>
          <p:nvPr>
            <p:ph type="dt" idx="18"/>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30"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31"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
          <p:cNvSpPr/>
          <p:nvPr/>
        </p:nvSpPr>
        <p:spPr>
          <a:xfrm>
            <a:off x="2103480" y="3658320"/>
            <a:ext cx="164556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33" name=""/>
          <p:cNvSpPr/>
          <p:nvPr/>
        </p:nvSpPr>
        <p:spPr>
          <a:xfrm>
            <a:off x="823320" y="-27324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34" name=""/>
          <p:cNvSpPr/>
          <p:nvPr/>
        </p:nvSpPr>
        <p:spPr>
          <a:xfrm>
            <a:off x="7955640" y="310968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35" name=""/>
          <p:cNvSpPr/>
          <p:nvPr/>
        </p:nvSpPr>
        <p:spPr>
          <a:xfrm>
            <a:off x="9601560" y="915120"/>
            <a:ext cx="164556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grpSp>
        <p:nvGrpSpPr>
          <p:cNvPr id="136" name=""/>
          <p:cNvGrpSpPr/>
          <p:nvPr/>
        </p:nvGrpSpPr>
        <p:grpSpPr>
          <a:xfrm>
            <a:off x="3917880" y="1135800"/>
            <a:ext cx="2433240" cy="4338720"/>
            <a:chOff x="3917880" y="1135800"/>
            <a:chExt cx="2433240" cy="4338720"/>
          </a:xfrm>
        </p:grpSpPr>
        <p:sp>
          <p:nvSpPr>
            <p:cNvPr id="137" name=""/>
            <p:cNvSpPr/>
            <p:nvPr/>
          </p:nvSpPr>
          <p:spPr>
            <a:xfrm flipH="1" flipV="1" rot="5330400">
              <a:off x="4853160" y="3738600"/>
              <a:ext cx="1371240" cy="1462680"/>
            </a:xfrm>
            <a:prstGeom prst="parallelogram">
              <a:avLst>
                <a:gd name="adj" fmla="val 50564"/>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38" name=""/>
            <p:cNvSpPr/>
            <p:nvPr/>
          </p:nvSpPr>
          <p:spPr>
            <a:xfrm flipH="1" flipV="1" rot="5330400">
              <a:off x="4022640" y="2700360"/>
              <a:ext cx="1371240" cy="1462680"/>
            </a:xfrm>
            <a:prstGeom prst="parallelogram">
              <a:avLst>
                <a:gd name="adj" fmla="val 50564"/>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39" name=""/>
            <p:cNvSpPr/>
            <p:nvPr/>
          </p:nvSpPr>
          <p:spPr>
            <a:xfrm flipH="1" flipV="1" rot="5330400">
              <a:off x="4919760" y="2436120"/>
              <a:ext cx="1371240" cy="1462680"/>
            </a:xfrm>
            <a:prstGeom prst="parallelogram">
              <a:avLst>
                <a:gd name="adj" fmla="val 50564"/>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40" name=""/>
            <p:cNvSpPr/>
            <p:nvPr/>
          </p:nvSpPr>
          <p:spPr>
            <a:xfrm flipH="1" flipV="1" rot="5330400">
              <a:off x="3976560" y="1342440"/>
              <a:ext cx="1371240" cy="1462680"/>
            </a:xfrm>
            <a:prstGeom prst="parallelogram">
              <a:avLst>
                <a:gd name="adj" fmla="val 50564"/>
              </a:avLst>
            </a:prstGeom>
            <a:solidFill>
              <a:srgbClr val="6c757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41" name=""/>
            <p:cNvSpPr/>
            <p:nvPr/>
          </p:nvSpPr>
          <p:spPr>
            <a:xfrm flipH="1" flipV="1" rot="5330400">
              <a:off x="4910760" y="1104480"/>
              <a:ext cx="1371240" cy="1462680"/>
            </a:xfrm>
            <a:prstGeom prst="parallelogram">
              <a:avLst>
                <a:gd name="adj" fmla="val 50564"/>
              </a:avLst>
            </a:prstGeom>
            <a:solidFill>
              <a:srgbClr val="343a40"/>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42" name=""/>
            <p:cNvSpPr/>
            <p:nvPr/>
          </p:nvSpPr>
          <p:spPr>
            <a:xfrm flipH="1" flipV="1" rot="5330400">
              <a:off x="4031280" y="4042800"/>
              <a:ext cx="1371240" cy="1462680"/>
            </a:xfrm>
            <a:prstGeom prst="parallelogram">
              <a:avLst>
                <a:gd name="adj" fmla="val 50564"/>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143"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44"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45" name="PlaceHolder 3"/>
          <p:cNvSpPr>
            <a:spLocks noGrp="1"/>
          </p:cNvSpPr>
          <p:nvPr>
            <p:ph type="ftr" idx="19"/>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46" name="PlaceHolder 4"/>
          <p:cNvSpPr>
            <a:spLocks noGrp="1"/>
          </p:cNvSpPr>
          <p:nvPr>
            <p:ph type="sldNum" idx="20"/>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68A59DAC-529F-4D95-A49D-AB5F60E37B38}"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47" name="PlaceHolder 5"/>
          <p:cNvSpPr>
            <a:spLocks noGrp="1"/>
          </p:cNvSpPr>
          <p:nvPr>
            <p:ph type="dt" idx="21"/>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
          <p:cNvSpPr/>
          <p:nvPr/>
        </p:nvSpPr>
        <p:spPr>
          <a:xfrm>
            <a:off x="2103480" y="3658320"/>
            <a:ext cx="164556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51" name=""/>
          <p:cNvSpPr/>
          <p:nvPr/>
        </p:nvSpPr>
        <p:spPr>
          <a:xfrm>
            <a:off x="823320" y="-27324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52" name=""/>
          <p:cNvSpPr/>
          <p:nvPr/>
        </p:nvSpPr>
        <p:spPr>
          <a:xfrm>
            <a:off x="7955640" y="310968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53" name=""/>
          <p:cNvSpPr/>
          <p:nvPr/>
        </p:nvSpPr>
        <p:spPr>
          <a:xfrm>
            <a:off x="9601560" y="915120"/>
            <a:ext cx="164556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grpSp>
        <p:nvGrpSpPr>
          <p:cNvPr id="154" name=""/>
          <p:cNvGrpSpPr/>
          <p:nvPr/>
        </p:nvGrpSpPr>
        <p:grpSpPr>
          <a:xfrm>
            <a:off x="3917880" y="1135800"/>
            <a:ext cx="2433240" cy="4338720"/>
            <a:chOff x="3917880" y="1135800"/>
            <a:chExt cx="2433240" cy="4338720"/>
          </a:xfrm>
        </p:grpSpPr>
        <p:sp>
          <p:nvSpPr>
            <p:cNvPr id="155" name=""/>
            <p:cNvSpPr/>
            <p:nvPr/>
          </p:nvSpPr>
          <p:spPr>
            <a:xfrm flipH="1" flipV="1" rot="5330400">
              <a:off x="4853160" y="3738600"/>
              <a:ext cx="1371240" cy="1462680"/>
            </a:xfrm>
            <a:prstGeom prst="parallelogram">
              <a:avLst>
                <a:gd name="adj" fmla="val 50564"/>
              </a:avLst>
            </a:prstGeom>
            <a:solidFill>
              <a:srgbClr val="dee2e6"/>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56" name=""/>
            <p:cNvSpPr/>
            <p:nvPr/>
          </p:nvSpPr>
          <p:spPr>
            <a:xfrm flipH="1" flipV="1" rot="5330400">
              <a:off x="4022640" y="2700360"/>
              <a:ext cx="1371240" cy="1462680"/>
            </a:xfrm>
            <a:prstGeom prst="parallelogram">
              <a:avLst>
                <a:gd name="adj" fmla="val 50564"/>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57" name=""/>
            <p:cNvSpPr/>
            <p:nvPr/>
          </p:nvSpPr>
          <p:spPr>
            <a:xfrm flipH="1" flipV="1" rot="5330400">
              <a:off x="4919760" y="2436120"/>
              <a:ext cx="1371240" cy="1462680"/>
            </a:xfrm>
            <a:prstGeom prst="parallelogram">
              <a:avLst>
                <a:gd name="adj" fmla="val 50564"/>
              </a:avLst>
            </a:prstGeom>
            <a:solidFill>
              <a:srgbClr val="adb5b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58" name=""/>
            <p:cNvSpPr/>
            <p:nvPr/>
          </p:nvSpPr>
          <p:spPr>
            <a:xfrm flipH="1" flipV="1" rot="5330400">
              <a:off x="3976560" y="1342440"/>
              <a:ext cx="1371240" cy="1462680"/>
            </a:xfrm>
            <a:prstGeom prst="parallelogram">
              <a:avLst>
                <a:gd name="adj" fmla="val 50564"/>
              </a:avLst>
            </a:prstGeom>
            <a:solidFill>
              <a:srgbClr val="6c757d"/>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59" name=""/>
            <p:cNvSpPr/>
            <p:nvPr/>
          </p:nvSpPr>
          <p:spPr>
            <a:xfrm flipH="1" flipV="1" rot="5330400">
              <a:off x="4910760" y="1104480"/>
              <a:ext cx="1371240" cy="1462680"/>
            </a:xfrm>
            <a:prstGeom prst="parallelogram">
              <a:avLst>
                <a:gd name="adj" fmla="val 50564"/>
              </a:avLst>
            </a:prstGeom>
            <a:solidFill>
              <a:srgbClr val="343a40"/>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60" name=""/>
            <p:cNvSpPr/>
            <p:nvPr/>
          </p:nvSpPr>
          <p:spPr>
            <a:xfrm flipH="1" flipV="1" rot="5330400">
              <a:off x="4031280" y="4042800"/>
              <a:ext cx="1371240" cy="1462680"/>
            </a:xfrm>
            <a:prstGeom prst="parallelogram">
              <a:avLst>
                <a:gd name="adj" fmla="val 50564"/>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161" name="PlaceHolder 1"/>
          <p:cNvSpPr>
            <a:spLocks noGrp="1"/>
          </p:cNvSpPr>
          <p:nvPr>
            <p:ph type="ftr" idx="22"/>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62" name="PlaceHolder 2"/>
          <p:cNvSpPr>
            <a:spLocks noGrp="1"/>
          </p:cNvSpPr>
          <p:nvPr>
            <p:ph type="sldNum" idx="23"/>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0E102607-B8C3-44D5-9585-328FE5B5D3C4}"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63" name="PlaceHolder 3"/>
          <p:cNvSpPr>
            <a:spLocks noGrp="1"/>
          </p:cNvSpPr>
          <p:nvPr>
            <p:ph type="dt" idx="24"/>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64"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65"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
          <p:cNvSpPr/>
          <p:nvPr/>
        </p:nvSpPr>
        <p:spPr>
          <a:xfrm>
            <a:off x="6771960" y="130032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67" name=""/>
          <p:cNvSpPr/>
          <p:nvPr/>
        </p:nvSpPr>
        <p:spPr>
          <a:xfrm>
            <a:off x="5813280" y="385488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68" name=""/>
          <p:cNvSpPr/>
          <p:nvPr/>
        </p:nvSpPr>
        <p:spPr>
          <a:xfrm>
            <a:off x="7589520" y="256032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69" name=""/>
          <p:cNvSpPr/>
          <p:nvPr/>
        </p:nvSpPr>
        <p:spPr>
          <a:xfrm>
            <a:off x="3200400" y="73152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70" name=""/>
          <p:cNvSpPr/>
          <p:nvPr/>
        </p:nvSpPr>
        <p:spPr>
          <a:xfrm>
            <a:off x="1424160" y="348912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71" name=""/>
          <p:cNvSpPr/>
          <p:nvPr/>
        </p:nvSpPr>
        <p:spPr>
          <a:xfrm>
            <a:off x="700920" y="1900080"/>
            <a:ext cx="1401840" cy="1848600"/>
          </a:xfrm>
          <a:custGeom>
            <a:avLst/>
            <a:gdLst>
              <a:gd name="textAreaLeft" fmla="*/ 0 w 1401840"/>
              <a:gd name="textAreaRight" fmla="*/ 1402200 w 1401840"/>
              <a:gd name="textAreaTop" fmla="*/ 0 h 1848600"/>
              <a:gd name="textAreaBottom" fmla="*/ 1848960 h 1848600"/>
            </a:gdLst>
            <a:ahLst/>
            <a:rect l="textAreaLeft" t="textAreaTop" r="textAreaRight" b="textAreaBottom"/>
            <a:pathLst>
              <a:path fill="none" w="3895" h="5136">
                <a:moveTo>
                  <a:pt x="339" y="0"/>
                </a:moveTo>
                <a:cubicBezTo>
                  <a:pt x="-931" y="2540"/>
                  <a:pt x="1609" y="5588"/>
                  <a:pt x="3895" y="508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72" name=""/>
          <p:cNvSpPr/>
          <p:nvPr/>
        </p:nvSpPr>
        <p:spPr>
          <a:xfrm>
            <a:off x="3931920" y="2011680"/>
            <a:ext cx="975600" cy="1371240"/>
          </a:xfrm>
          <a:custGeom>
            <a:avLst/>
            <a:gdLst>
              <a:gd name="textAreaLeft" fmla="*/ 0 w 975600"/>
              <a:gd name="textAreaRight" fmla="*/ 975960 w 975600"/>
              <a:gd name="textAreaTop" fmla="*/ 0 h 1371240"/>
              <a:gd name="textAreaBottom" fmla="*/ 1371600 h 1371240"/>
            </a:gdLst>
            <a:ahLst/>
            <a:rect l="textAreaLeft" t="textAreaTop" r="textAreaRight" b="textAreaBottom"/>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73" name=""/>
          <p:cNvSpPr/>
          <p:nvPr/>
        </p:nvSpPr>
        <p:spPr>
          <a:xfrm>
            <a:off x="7724880" y="2103120"/>
            <a:ext cx="778680" cy="1462680"/>
          </a:xfrm>
          <a:custGeom>
            <a:avLst/>
            <a:gdLst>
              <a:gd name="textAreaLeft" fmla="*/ 0 w 778680"/>
              <a:gd name="textAreaRight" fmla="*/ 779040 w 778680"/>
              <a:gd name="textAreaTop" fmla="*/ 0 h 1462680"/>
              <a:gd name="textAreaBottom" fmla="*/ 1463040 h 1462680"/>
            </a:gdLst>
            <a:ahLst/>
            <a:rect l="textAreaLeft" t="textAreaTop" r="textAreaRight" b="textAreaBottom"/>
            <a:pathLst>
              <a:path fill="none" w="2164" h="4064">
                <a:moveTo>
                  <a:pt x="132" y="4064"/>
                </a:moveTo>
                <a:cubicBezTo>
                  <a:pt x="-630" y="3301"/>
                  <a:pt x="2164" y="3555"/>
                  <a:pt x="2164" y="2794"/>
                </a:cubicBezTo>
                <a:cubicBezTo>
                  <a:pt x="2164" y="2032"/>
                  <a:pt x="-630" y="1778"/>
                  <a:pt x="132" y="2540"/>
                </a:cubicBezTo>
                <a:cubicBezTo>
                  <a:pt x="894" y="3302"/>
                  <a:pt x="1910" y="508"/>
                  <a:pt x="894" y="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74" name=""/>
          <p:cNvSpPr/>
          <p:nvPr/>
        </p:nvSpPr>
        <p:spPr>
          <a:xfrm>
            <a:off x="1424160" y="475488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75" name=""/>
          <p:cNvSpPr/>
          <p:nvPr/>
        </p:nvSpPr>
        <p:spPr>
          <a:xfrm>
            <a:off x="2887200" y="130032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76"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77"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78" name="PlaceHolder 3"/>
          <p:cNvSpPr>
            <a:spLocks noGrp="1"/>
          </p:cNvSpPr>
          <p:nvPr>
            <p:ph type="ftr" idx="25"/>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79" name="PlaceHolder 4"/>
          <p:cNvSpPr>
            <a:spLocks noGrp="1"/>
          </p:cNvSpPr>
          <p:nvPr>
            <p:ph type="sldNum" idx="26"/>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C3A31A39-7F7A-4A12-A719-8C5670B480D5}"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80" name="PlaceHolder 5"/>
          <p:cNvSpPr>
            <a:spLocks noGrp="1"/>
          </p:cNvSpPr>
          <p:nvPr>
            <p:ph type="dt" idx="27"/>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
          <p:cNvSpPr/>
          <p:nvPr/>
        </p:nvSpPr>
        <p:spPr>
          <a:xfrm>
            <a:off x="6771960" y="130032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84" name=""/>
          <p:cNvSpPr/>
          <p:nvPr/>
        </p:nvSpPr>
        <p:spPr>
          <a:xfrm>
            <a:off x="5813280" y="385488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85" name=""/>
          <p:cNvSpPr/>
          <p:nvPr/>
        </p:nvSpPr>
        <p:spPr>
          <a:xfrm>
            <a:off x="7589520" y="2560320"/>
            <a:ext cx="2194200" cy="219420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86" name=""/>
          <p:cNvSpPr/>
          <p:nvPr/>
        </p:nvSpPr>
        <p:spPr>
          <a:xfrm>
            <a:off x="3200400" y="73152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87" name=""/>
          <p:cNvSpPr/>
          <p:nvPr/>
        </p:nvSpPr>
        <p:spPr>
          <a:xfrm>
            <a:off x="1424160" y="348912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188" name=""/>
          <p:cNvSpPr/>
          <p:nvPr/>
        </p:nvSpPr>
        <p:spPr>
          <a:xfrm>
            <a:off x="700920" y="1900080"/>
            <a:ext cx="1401840" cy="1848600"/>
          </a:xfrm>
          <a:custGeom>
            <a:avLst/>
            <a:gdLst>
              <a:gd name="textAreaLeft" fmla="*/ 0 w 1401840"/>
              <a:gd name="textAreaRight" fmla="*/ 1402200 w 1401840"/>
              <a:gd name="textAreaTop" fmla="*/ 0 h 1848600"/>
              <a:gd name="textAreaBottom" fmla="*/ 1848960 h 1848600"/>
            </a:gdLst>
            <a:ahLst/>
            <a:rect l="textAreaLeft" t="textAreaTop" r="textAreaRight" b="textAreaBottom"/>
            <a:pathLst>
              <a:path fill="none" w="3895" h="5136">
                <a:moveTo>
                  <a:pt x="339" y="0"/>
                </a:moveTo>
                <a:cubicBezTo>
                  <a:pt x="-931" y="2540"/>
                  <a:pt x="1609" y="5588"/>
                  <a:pt x="3895" y="508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89" name=""/>
          <p:cNvSpPr/>
          <p:nvPr/>
        </p:nvSpPr>
        <p:spPr>
          <a:xfrm>
            <a:off x="3931920" y="2011680"/>
            <a:ext cx="975600" cy="1371240"/>
          </a:xfrm>
          <a:custGeom>
            <a:avLst/>
            <a:gdLst>
              <a:gd name="textAreaLeft" fmla="*/ 0 w 975600"/>
              <a:gd name="textAreaRight" fmla="*/ 975960 w 975600"/>
              <a:gd name="textAreaTop" fmla="*/ 0 h 1371240"/>
              <a:gd name="textAreaBottom" fmla="*/ 1371600 h 1371240"/>
            </a:gdLst>
            <a:ahLst/>
            <a:rect l="textAreaLeft" t="textAreaTop" r="textAreaRight" b="textAreaBottom"/>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90" name=""/>
          <p:cNvSpPr/>
          <p:nvPr/>
        </p:nvSpPr>
        <p:spPr>
          <a:xfrm>
            <a:off x="7724880" y="2103120"/>
            <a:ext cx="778680" cy="1462680"/>
          </a:xfrm>
          <a:custGeom>
            <a:avLst/>
            <a:gdLst>
              <a:gd name="textAreaLeft" fmla="*/ 0 w 778680"/>
              <a:gd name="textAreaRight" fmla="*/ 779040 w 778680"/>
              <a:gd name="textAreaTop" fmla="*/ 0 h 1462680"/>
              <a:gd name="textAreaBottom" fmla="*/ 1463040 h 1462680"/>
            </a:gdLst>
            <a:ahLst/>
            <a:rect l="textAreaLeft" t="textAreaTop" r="textAreaRight" b="textAreaBottom"/>
            <a:pathLst>
              <a:path fill="none" w="2164" h="4064">
                <a:moveTo>
                  <a:pt x="132" y="4064"/>
                </a:moveTo>
                <a:cubicBezTo>
                  <a:pt x="-630" y="3301"/>
                  <a:pt x="2164" y="3555"/>
                  <a:pt x="2164" y="2794"/>
                </a:cubicBezTo>
                <a:cubicBezTo>
                  <a:pt x="2164" y="2032"/>
                  <a:pt x="-630" y="1778"/>
                  <a:pt x="132" y="2540"/>
                </a:cubicBezTo>
                <a:cubicBezTo>
                  <a:pt x="894" y="3302"/>
                  <a:pt x="1910" y="508"/>
                  <a:pt x="894" y="0"/>
                </a:cubicBezTo>
              </a:path>
            </a:pathLst>
          </a:custGeom>
          <a:noFill/>
          <a:ln w="36720">
            <a:solidFill>
              <a:srgbClr val="666666"/>
            </a:solidFill>
            <a:custDash>
              <a:ds d="600000" sp="300000"/>
            </a:custDash>
            <a:round/>
            <a:headEnd len="med" type="triangle" w="med"/>
            <a:tailEnd len="med" type="triangle" w="med"/>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191" name=""/>
          <p:cNvSpPr/>
          <p:nvPr/>
        </p:nvSpPr>
        <p:spPr>
          <a:xfrm>
            <a:off x="1424160" y="475488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92" name=""/>
          <p:cNvSpPr/>
          <p:nvPr/>
        </p:nvSpPr>
        <p:spPr>
          <a:xfrm>
            <a:off x="2887200" y="1300320"/>
            <a:ext cx="861480" cy="18252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193" name="PlaceHolder 1"/>
          <p:cNvSpPr>
            <a:spLocks noGrp="1"/>
          </p:cNvSpPr>
          <p:nvPr>
            <p:ph type="ftr" idx="28"/>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194" name="PlaceHolder 2"/>
          <p:cNvSpPr>
            <a:spLocks noGrp="1"/>
          </p:cNvSpPr>
          <p:nvPr>
            <p:ph type="sldNum" idx="29"/>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55F90463-C674-4F54-A618-78AC9C74B975}"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195" name="PlaceHolder 3"/>
          <p:cNvSpPr>
            <a:spLocks noGrp="1"/>
          </p:cNvSpPr>
          <p:nvPr>
            <p:ph type="dt" idx="30"/>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96"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97"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98" name=""/>
          <p:cNvGrpSpPr/>
          <p:nvPr/>
        </p:nvGrpSpPr>
        <p:grpSpPr>
          <a:xfrm>
            <a:off x="2982960" y="1585440"/>
            <a:ext cx="5982120" cy="3149640"/>
            <a:chOff x="2982960" y="1585440"/>
            <a:chExt cx="5982120" cy="3149640"/>
          </a:xfrm>
        </p:grpSpPr>
        <p:sp>
          <p:nvSpPr>
            <p:cNvPr id="199" name=""/>
            <p:cNvSpPr/>
            <p:nvPr/>
          </p:nvSpPr>
          <p:spPr>
            <a:xfrm>
              <a:off x="3570480" y="1888200"/>
              <a:ext cx="4926960" cy="262296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00" name=""/>
            <p:cNvSpPr/>
            <p:nvPr/>
          </p:nvSpPr>
          <p:spPr>
            <a:xfrm>
              <a:off x="3763800" y="1585440"/>
              <a:ext cx="4926960" cy="2622960"/>
            </a:xfrm>
            <a:prstGeom prst="rect">
              <a:avLst/>
            </a:prstGeom>
            <a:noFill/>
            <a:ln w="18360">
              <a:solidFill>
                <a:srgbClr val="000000"/>
              </a:solidFill>
              <a:round/>
            </a:ln>
          </p:spPr>
          <p:style>
            <a:lnRef idx="0"/>
            <a:fillRef idx="0"/>
            <a:effectRef idx="0"/>
            <a:fontRef idx="minor"/>
          </p:style>
          <p:txBody>
            <a:bodyPr wrap="none" lIns="99000" rIns="99000" tIns="54000" bIns="54000" anchor="ctr">
              <a:noAutofit/>
            </a:bodyPr>
            <a:p>
              <a:pPr>
                <a:lnSpc>
                  <a:spcPct val="100000"/>
                </a:lnSpc>
              </a:pPr>
              <a:endParaRPr b="0" lang="en-US" sz="1800" spc="-1" strike="noStrike">
                <a:solidFill>
                  <a:srgbClr val="000000"/>
                </a:solidFill>
                <a:latin typeface="Noto Sans"/>
                <a:ea typeface="DejaVu Sans"/>
              </a:endParaRPr>
            </a:p>
          </p:txBody>
        </p:sp>
        <p:sp>
          <p:nvSpPr>
            <p:cNvPr id="201" name=""/>
            <p:cNvSpPr/>
            <p:nvPr/>
          </p:nvSpPr>
          <p:spPr>
            <a:xfrm>
              <a:off x="3844800" y="1768320"/>
              <a:ext cx="1096920" cy="1473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8000" spc="-1" strike="noStrike">
                  <a:solidFill>
                    <a:srgbClr val="000000"/>
                  </a:solidFill>
                  <a:latin typeface="Noto Sans"/>
                </a:rPr>
                <a:t>“</a:t>
              </a:r>
              <a:endParaRPr b="0" lang="en-US" sz="8000" spc="-1" strike="noStrike">
                <a:solidFill>
                  <a:srgbClr val="000000"/>
                </a:solidFill>
                <a:latin typeface="Arial"/>
              </a:endParaRPr>
            </a:p>
          </p:txBody>
        </p:sp>
        <p:sp>
          <p:nvSpPr>
            <p:cNvPr id="202" name=""/>
            <p:cNvSpPr/>
            <p:nvPr/>
          </p:nvSpPr>
          <p:spPr>
            <a:xfrm>
              <a:off x="7868160" y="3399840"/>
              <a:ext cx="1096920" cy="1335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7200" spc="-1" strike="noStrike">
                  <a:solidFill>
                    <a:srgbClr val="000000"/>
                  </a:solidFill>
                  <a:latin typeface="Noto Sans"/>
                </a:rPr>
                <a:t>”</a:t>
              </a:r>
              <a:endParaRPr b="0" lang="en-US" sz="7200" spc="-1" strike="noStrike">
                <a:solidFill>
                  <a:srgbClr val="000000"/>
                </a:solidFill>
                <a:latin typeface="Arial"/>
              </a:endParaRPr>
            </a:p>
          </p:txBody>
        </p:sp>
        <p:sp>
          <p:nvSpPr>
            <p:cNvPr id="203" name=""/>
            <p:cNvSpPr/>
            <p:nvPr/>
          </p:nvSpPr>
          <p:spPr>
            <a:xfrm>
              <a:off x="2982960" y="4117320"/>
              <a:ext cx="1044360" cy="30240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grpSp>
        <p:nvGrpSpPr>
          <p:cNvPr id="204" name=""/>
          <p:cNvGrpSpPr/>
          <p:nvPr/>
        </p:nvGrpSpPr>
        <p:grpSpPr>
          <a:xfrm>
            <a:off x="-2093400" y="-402120"/>
            <a:ext cx="4945680" cy="8521200"/>
            <a:chOff x="-2093400" y="-402120"/>
            <a:chExt cx="4945680" cy="8521200"/>
          </a:xfrm>
        </p:grpSpPr>
        <p:sp>
          <p:nvSpPr>
            <p:cNvPr id="205" name=""/>
            <p:cNvSpPr/>
            <p:nvPr/>
          </p:nvSpPr>
          <p:spPr>
            <a:xfrm>
              <a:off x="-893160" y="4486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06" name=""/>
            <p:cNvSpPr/>
            <p:nvPr/>
          </p:nvSpPr>
          <p:spPr>
            <a:xfrm rot="5358000">
              <a:off x="-896760" y="51530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07" name=""/>
            <p:cNvSpPr/>
            <p:nvPr/>
          </p:nvSpPr>
          <p:spPr>
            <a:xfrm>
              <a:off x="-228960" y="5161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f8f9f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08" name=""/>
            <p:cNvSpPr/>
            <p:nvPr/>
          </p:nvSpPr>
          <p:spPr>
            <a:xfrm rot="5358000">
              <a:off x="-219600" y="4488840"/>
              <a:ext cx="1068120" cy="766080"/>
            </a:xfrm>
            <a:custGeom>
              <a:avLst/>
              <a:gdLst>
                <a:gd name="textAreaLeft" fmla="*/ 276840 w 1068120"/>
                <a:gd name="textAreaRight" fmla="*/ 791640 w 106812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09" name=""/>
            <p:cNvSpPr/>
            <p:nvPr/>
          </p:nvSpPr>
          <p:spPr>
            <a:xfrm>
              <a:off x="-228960" y="38260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2"/>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10" name=""/>
            <p:cNvSpPr/>
            <p:nvPr/>
          </p:nvSpPr>
          <p:spPr>
            <a:xfrm rot="5358000">
              <a:off x="-1585440" y="44942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3"/>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11" name=""/>
            <p:cNvSpPr/>
            <p:nvPr/>
          </p:nvSpPr>
          <p:spPr>
            <a:xfrm rot="5358000">
              <a:off x="-2237760" y="517032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12" name=""/>
            <p:cNvSpPr/>
            <p:nvPr/>
          </p:nvSpPr>
          <p:spPr>
            <a:xfrm rot="5358000">
              <a:off x="-896400" y="38210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13" name=""/>
            <p:cNvSpPr/>
            <p:nvPr/>
          </p:nvSpPr>
          <p:spPr>
            <a:xfrm rot="5358000">
              <a:off x="-221400" y="315432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14" name=""/>
            <p:cNvSpPr/>
            <p:nvPr/>
          </p:nvSpPr>
          <p:spPr>
            <a:xfrm>
              <a:off x="455040" y="4477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15" name=""/>
            <p:cNvSpPr/>
            <p:nvPr/>
          </p:nvSpPr>
          <p:spPr>
            <a:xfrm rot="5358000">
              <a:off x="470880" y="38210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16" name=""/>
            <p:cNvSpPr/>
            <p:nvPr/>
          </p:nvSpPr>
          <p:spPr>
            <a:xfrm>
              <a:off x="1158840" y="5170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17" name=""/>
            <p:cNvSpPr/>
            <p:nvPr/>
          </p:nvSpPr>
          <p:spPr>
            <a:xfrm>
              <a:off x="-1561680" y="516276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18" name=""/>
            <p:cNvSpPr/>
            <p:nvPr/>
          </p:nvSpPr>
          <p:spPr>
            <a:xfrm rot="5358000">
              <a:off x="461880" y="517032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19" name=""/>
            <p:cNvSpPr/>
            <p:nvPr/>
          </p:nvSpPr>
          <p:spPr>
            <a:xfrm flipH="1" rot="16242000">
              <a:off x="-231840" y="1793520"/>
              <a:ext cx="1068480" cy="766080"/>
            </a:xfrm>
            <a:custGeom>
              <a:avLst/>
              <a:gdLst>
                <a:gd name="textAreaLeft" fmla="*/ 276840 w 1068480"/>
                <a:gd name="textAreaRight" fmla="*/ 79164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212529"/>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20" name=""/>
            <p:cNvSpPr/>
            <p:nvPr/>
          </p:nvSpPr>
          <p:spPr>
            <a:xfrm flipH="1" rot="16242000">
              <a:off x="419760" y="2469600"/>
              <a:ext cx="1068480" cy="766080"/>
            </a:xfrm>
            <a:custGeom>
              <a:avLst/>
              <a:gdLst>
                <a:gd name="textAreaLeft" fmla="*/ 276840 w 1068480"/>
                <a:gd name="textAreaRight" fmla="*/ 79164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21" name=""/>
            <p:cNvSpPr/>
            <p:nvPr/>
          </p:nvSpPr>
          <p:spPr>
            <a:xfrm flipH="1">
              <a:off x="-246600" y="2462040"/>
              <a:ext cx="1072800" cy="766080"/>
            </a:xfrm>
            <a:custGeom>
              <a:avLst/>
              <a:gdLst>
                <a:gd name="textAreaLeft" fmla="*/ 278640 w 1072800"/>
                <a:gd name="textAreaRight" fmla="*/ 79524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22" name=""/>
            <p:cNvSpPr/>
            <p:nvPr/>
          </p:nvSpPr>
          <p:spPr>
            <a:xfrm>
              <a:off x="1107720" y="11350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23" name=""/>
            <p:cNvSpPr/>
            <p:nvPr/>
          </p:nvSpPr>
          <p:spPr>
            <a:xfrm rot="5358000">
              <a:off x="1103400" y="18014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24" name=""/>
            <p:cNvSpPr/>
            <p:nvPr/>
          </p:nvSpPr>
          <p:spPr>
            <a:xfrm rot="5358000">
              <a:off x="414720" y="11426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4"/>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25" name=""/>
            <p:cNvSpPr/>
            <p:nvPr/>
          </p:nvSpPr>
          <p:spPr>
            <a:xfrm>
              <a:off x="439200" y="181116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26" name=""/>
            <p:cNvSpPr/>
            <p:nvPr/>
          </p:nvSpPr>
          <p:spPr>
            <a:xfrm>
              <a:off x="423720" y="4510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27" name=""/>
            <p:cNvSpPr/>
            <p:nvPr/>
          </p:nvSpPr>
          <p:spPr>
            <a:xfrm rot="5358000">
              <a:off x="-245880" y="43848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28" name=""/>
            <p:cNvSpPr/>
            <p:nvPr/>
          </p:nvSpPr>
          <p:spPr>
            <a:xfrm rot="5358000">
              <a:off x="435240" y="-2462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29" name=""/>
            <p:cNvSpPr/>
            <p:nvPr/>
          </p:nvSpPr>
          <p:spPr>
            <a:xfrm>
              <a:off x="1779480" y="179460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30" name=""/>
            <p:cNvSpPr/>
            <p:nvPr/>
          </p:nvSpPr>
          <p:spPr>
            <a:xfrm>
              <a:off x="1106280" y="-2570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5"/>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31" name=""/>
            <p:cNvSpPr/>
            <p:nvPr/>
          </p:nvSpPr>
          <p:spPr>
            <a:xfrm>
              <a:off x="-908280" y="17906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6"/>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32" name=""/>
            <p:cNvSpPr/>
            <p:nvPr/>
          </p:nvSpPr>
          <p:spPr>
            <a:xfrm rot="5358000">
              <a:off x="-245160" y="582480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33" name=""/>
            <p:cNvSpPr/>
            <p:nvPr/>
          </p:nvSpPr>
          <p:spPr>
            <a:xfrm>
              <a:off x="427320" y="585396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7"/>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34" name=""/>
            <p:cNvSpPr/>
            <p:nvPr/>
          </p:nvSpPr>
          <p:spPr>
            <a:xfrm>
              <a:off x="-236880" y="64940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35" name=""/>
            <p:cNvSpPr/>
            <p:nvPr/>
          </p:nvSpPr>
          <p:spPr>
            <a:xfrm rot="5358000">
              <a:off x="-929160" y="650160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36" name=""/>
            <p:cNvSpPr/>
            <p:nvPr/>
          </p:nvSpPr>
          <p:spPr>
            <a:xfrm rot="5358000">
              <a:off x="-246240" y="7197120"/>
              <a:ext cx="1068120" cy="766080"/>
            </a:xfrm>
            <a:custGeom>
              <a:avLst/>
              <a:gdLst>
                <a:gd name="textAreaLeft" fmla="*/ 276840 w 1068120"/>
                <a:gd name="textAreaRight" fmla="*/ 791640 w 106812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37" name=""/>
            <p:cNvSpPr/>
            <p:nvPr/>
          </p:nvSpPr>
          <p:spPr>
            <a:xfrm rot="5358000">
              <a:off x="426960" y="651816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38" name=""/>
            <p:cNvSpPr/>
            <p:nvPr/>
          </p:nvSpPr>
          <p:spPr>
            <a:xfrm>
              <a:off x="1103400" y="65300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grpSp>
      <p:sp>
        <p:nvSpPr>
          <p:cNvPr id="239" name=""/>
          <p:cNvSpPr/>
          <p:nvPr/>
        </p:nvSpPr>
        <p:spPr>
          <a:xfrm>
            <a:off x="8538120" y="3877200"/>
            <a:ext cx="975600" cy="1371240"/>
          </a:xfrm>
          <a:custGeom>
            <a:avLst/>
            <a:gdLst>
              <a:gd name="textAreaLeft" fmla="*/ 0 w 975600"/>
              <a:gd name="textAreaRight" fmla="*/ 975960 w 975600"/>
              <a:gd name="textAreaTop" fmla="*/ 0 h 1371240"/>
              <a:gd name="textAreaBottom" fmla="*/ 1371600 h 1371240"/>
            </a:gdLst>
            <a:ahLst/>
            <a:rect l="textAreaLeft" t="textAreaTop" r="textAreaRight" b="textAreaBottom"/>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noFill/>
          <a:ln w="36720">
            <a:solidFill>
              <a:srgbClr val="666666"/>
            </a:solidFill>
            <a:custDash>
              <a:ds d="600000" sp="300000"/>
            </a:custDash>
            <a:round/>
            <a:headEnd len="sm" type="oval" w="lg"/>
            <a:tailEnd len="sm" type="oval" w="lg"/>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240" name=""/>
          <p:cNvSpPr/>
          <p:nvPr/>
        </p:nvSpPr>
        <p:spPr>
          <a:xfrm>
            <a:off x="7372080" y="497448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41" name=""/>
          <p:cNvSpPr/>
          <p:nvPr/>
        </p:nvSpPr>
        <p:spPr>
          <a:xfrm>
            <a:off x="7868160" y="-329040"/>
            <a:ext cx="2011320" cy="20113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42"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243"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244" name="PlaceHolder 3"/>
          <p:cNvSpPr>
            <a:spLocks noGrp="1"/>
          </p:cNvSpPr>
          <p:nvPr>
            <p:ph type="ftr" idx="31"/>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245" name="PlaceHolder 4"/>
          <p:cNvSpPr>
            <a:spLocks noGrp="1"/>
          </p:cNvSpPr>
          <p:nvPr>
            <p:ph type="sldNum" idx="32"/>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CE15701F-E156-4181-9B52-258792D4C6CC}"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246" name="PlaceHolder 5"/>
          <p:cNvSpPr>
            <a:spLocks noGrp="1"/>
          </p:cNvSpPr>
          <p:nvPr>
            <p:ph type="dt" idx="33"/>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8"/>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49" name=""/>
          <p:cNvGrpSpPr/>
          <p:nvPr/>
        </p:nvGrpSpPr>
        <p:grpSpPr>
          <a:xfrm>
            <a:off x="2982960" y="1585440"/>
            <a:ext cx="5982120" cy="3149640"/>
            <a:chOff x="2982960" y="1585440"/>
            <a:chExt cx="5982120" cy="3149640"/>
          </a:xfrm>
        </p:grpSpPr>
        <p:sp>
          <p:nvSpPr>
            <p:cNvPr id="250" name=""/>
            <p:cNvSpPr/>
            <p:nvPr/>
          </p:nvSpPr>
          <p:spPr>
            <a:xfrm>
              <a:off x="3570480" y="1888200"/>
              <a:ext cx="4926960" cy="2622960"/>
            </a:xfrm>
            <a:prstGeom prst="rect">
              <a:avLst/>
            </a:prstGeom>
            <a:solidFill>
              <a:srgbClr val="e9ecef"/>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251" name=""/>
            <p:cNvSpPr/>
            <p:nvPr/>
          </p:nvSpPr>
          <p:spPr>
            <a:xfrm>
              <a:off x="3763800" y="1585440"/>
              <a:ext cx="4926960" cy="2622960"/>
            </a:xfrm>
            <a:prstGeom prst="rect">
              <a:avLst/>
            </a:prstGeom>
            <a:noFill/>
            <a:ln w="18360">
              <a:solidFill>
                <a:srgbClr val="000000"/>
              </a:solidFill>
              <a:round/>
            </a:ln>
          </p:spPr>
          <p:style>
            <a:lnRef idx="0"/>
            <a:fillRef idx="0"/>
            <a:effectRef idx="0"/>
            <a:fontRef idx="minor"/>
          </p:style>
          <p:txBody>
            <a:bodyPr wrap="none" lIns="99000" rIns="99000" tIns="54000" bIns="54000" anchor="ctr">
              <a:noAutofit/>
            </a:bodyPr>
            <a:p>
              <a:pPr>
                <a:lnSpc>
                  <a:spcPct val="100000"/>
                </a:lnSpc>
              </a:pPr>
              <a:endParaRPr b="0" lang="en-US" sz="1800" spc="-1" strike="noStrike">
                <a:solidFill>
                  <a:srgbClr val="000000"/>
                </a:solidFill>
                <a:latin typeface="Noto Sans"/>
                <a:ea typeface="DejaVu Sans"/>
              </a:endParaRPr>
            </a:p>
          </p:txBody>
        </p:sp>
        <p:sp>
          <p:nvSpPr>
            <p:cNvPr id="252" name=""/>
            <p:cNvSpPr/>
            <p:nvPr/>
          </p:nvSpPr>
          <p:spPr>
            <a:xfrm>
              <a:off x="3844800" y="1768320"/>
              <a:ext cx="1096920" cy="14738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8000" spc="-1" strike="noStrike">
                  <a:solidFill>
                    <a:srgbClr val="000000"/>
                  </a:solidFill>
                  <a:latin typeface="Noto Sans"/>
                </a:rPr>
                <a:t>“</a:t>
              </a:r>
              <a:endParaRPr b="0" lang="en-US" sz="8000" spc="-1" strike="noStrike">
                <a:solidFill>
                  <a:srgbClr val="000000"/>
                </a:solidFill>
                <a:latin typeface="Arial"/>
              </a:endParaRPr>
            </a:p>
          </p:txBody>
        </p:sp>
        <p:sp>
          <p:nvSpPr>
            <p:cNvPr id="253" name=""/>
            <p:cNvSpPr/>
            <p:nvPr/>
          </p:nvSpPr>
          <p:spPr>
            <a:xfrm>
              <a:off x="7868160" y="3399840"/>
              <a:ext cx="1096920" cy="1335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7200" spc="-1" strike="noStrike">
                  <a:solidFill>
                    <a:srgbClr val="000000"/>
                  </a:solidFill>
                  <a:latin typeface="Noto Sans"/>
                </a:rPr>
                <a:t>”</a:t>
              </a:r>
              <a:endParaRPr b="0" lang="en-US" sz="7200" spc="-1" strike="noStrike">
                <a:solidFill>
                  <a:srgbClr val="000000"/>
                </a:solidFill>
                <a:latin typeface="Arial"/>
              </a:endParaRPr>
            </a:p>
          </p:txBody>
        </p:sp>
        <p:sp>
          <p:nvSpPr>
            <p:cNvPr id="254" name=""/>
            <p:cNvSpPr/>
            <p:nvPr/>
          </p:nvSpPr>
          <p:spPr>
            <a:xfrm>
              <a:off x="2982960" y="4117320"/>
              <a:ext cx="1044360" cy="302400"/>
            </a:xfrm>
            <a:prstGeom prst="rect">
              <a:avLst/>
            </a:prstGeom>
            <a:pattFill prst="wdUpDiag">
              <a:fgClr>
                <a:srgbClr val="000000"/>
              </a:fgClr>
              <a:bgClr>
                <a:srgbClr val="ffffff">
                  <a:alpha val="0"/>
                </a:srgbClr>
              </a:bgClr>
            </a:patt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grpSp>
        <p:nvGrpSpPr>
          <p:cNvPr id="255" name=""/>
          <p:cNvGrpSpPr/>
          <p:nvPr/>
        </p:nvGrpSpPr>
        <p:grpSpPr>
          <a:xfrm>
            <a:off x="-2093400" y="-402120"/>
            <a:ext cx="4945680" cy="8521200"/>
            <a:chOff x="-2093400" y="-402120"/>
            <a:chExt cx="4945680" cy="8521200"/>
          </a:xfrm>
        </p:grpSpPr>
        <p:sp>
          <p:nvSpPr>
            <p:cNvPr id="256" name=""/>
            <p:cNvSpPr/>
            <p:nvPr/>
          </p:nvSpPr>
          <p:spPr>
            <a:xfrm>
              <a:off x="-893160" y="4486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57" name=""/>
            <p:cNvSpPr/>
            <p:nvPr/>
          </p:nvSpPr>
          <p:spPr>
            <a:xfrm rot="5358000">
              <a:off x="-896760" y="51530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58" name=""/>
            <p:cNvSpPr/>
            <p:nvPr/>
          </p:nvSpPr>
          <p:spPr>
            <a:xfrm>
              <a:off x="-228960" y="5161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f8f9f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59" name=""/>
            <p:cNvSpPr/>
            <p:nvPr/>
          </p:nvSpPr>
          <p:spPr>
            <a:xfrm rot="5358000">
              <a:off x="-219600" y="4488840"/>
              <a:ext cx="1068120" cy="766080"/>
            </a:xfrm>
            <a:custGeom>
              <a:avLst/>
              <a:gdLst>
                <a:gd name="textAreaLeft" fmla="*/ 276840 w 1068120"/>
                <a:gd name="textAreaRight" fmla="*/ 791640 w 106812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60" name=""/>
            <p:cNvSpPr/>
            <p:nvPr/>
          </p:nvSpPr>
          <p:spPr>
            <a:xfrm>
              <a:off x="-228960" y="38260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2"/>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61" name=""/>
            <p:cNvSpPr/>
            <p:nvPr/>
          </p:nvSpPr>
          <p:spPr>
            <a:xfrm rot="5358000">
              <a:off x="-1585440" y="44942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3"/>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62" name=""/>
            <p:cNvSpPr/>
            <p:nvPr/>
          </p:nvSpPr>
          <p:spPr>
            <a:xfrm rot="5358000">
              <a:off x="-2237760" y="517032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63" name=""/>
            <p:cNvSpPr/>
            <p:nvPr/>
          </p:nvSpPr>
          <p:spPr>
            <a:xfrm rot="5358000">
              <a:off x="-896400" y="38210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64" name=""/>
            <p:cNvSpPr/>
            <p:nvPr/>
          </p:nvSpPr>
          <p:spPr>
            <a:xfrm rot="5358000">
              <a:off x="-221400" y="315432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65" name=""/>
            <p:cNvSpPr/>
            <p:nvPr/>
          </p:nvSpPr>
          <p:spPr>
            <a:xfrm>
              <a:off x="455040" y="4477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66" name=""/>
            <p:cNvSpPr/>
            <p:nvPr/>
          </p:nvSpPr>
          <p:spPr>
            <a:xfrm rot="5358000">
              <a:off x="470880" y="38210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67" name=""/>
            <p:cNvSpPr/>
            <p:nvPr/>
          </p:nvSpPr>
          <p:spPr>
            <a:xfrm>
              <a:off x="1158840" y="51706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68" name=""/>
            <p:cNvSpPr/>
            <p:nvPr/>
          </p:nvSpPr>
          <p:spPr>
            <a:xfrm>
              <a:off x="-1561680" y="516276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69" name=""/>
            <p:cNvSpPr/>
            <p:nvPr/>
          </p:nvSpPr>
          <p:spPr>
            <a:xfrm rot="5358000">
              <a:off x="461880" y="517032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70" name=""/>
            <p:cNvSpPr/>
            <p:nvPr/>
          </p:nvSpPr>
          <p:spPr>
            <a:xfrm flipH="1" rot="16242000">
              <a:off x="-231840" y="1793520"/>
              <a:ext cx="1068480" cy="766080"/>
            </a:xfrm>
            <a:custGeom>
              <a:avLst/>
              <a:gdLst>
                <a:gd name="textAreaLeft" fmla="*/ 276840 w 1068480"/>
                <a:gd name="textAreaRight" fmla="*/ 79164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212529"/>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71" name=""/>
            <p:cNvSpPr/>
            <p:nvPr/>
          </p:nvSpPr>
          <p:spPr>
            <a:xfrm flipH="1" rot="16242000">
              <a:off x="419760" y="2469600"/>
              <a:ext cx="1068480" cy="766080"/>
            </a:xfrm>
            <a:custGeom>
              <a:avLst/>
              <a:gdLst>
                <a:gd name="textAreaLeft" fmla="*/ 276840 w 1068480"/>
                <a:gd name="textAreaRight" fmla="*/ 79164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72" name=""/>
            <p:cNvSpPr/>
            <p:nvPr/>
          </p:nvSpPr>
          <p:spPr>
            <a:xfrm flipH="1">
              <a:off x="-246600" y="2462040"/>
              <a:ext cx="1072800" cy="766080"/>
            </a:xfrm>
            <a:custGeom>
              <a:avLst/>
              <a:gdLst>
                <a:gd name="textAreaLeft" fmla="*/ 278640 w 1072800"/>
                <a:gd name="textAreaRight" fmla="*/ 79524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73" name=""/>
            <p:cNvSpPr/>
            <p:nvPr/>
          </p:nvSpPr>
          <p:spPr>
            <a:xfrm>
              <a:off x="1107720" y="11350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74" name=""/>
            <p:cNvSpPr/>
            <p:nvPr/>
          </p:nvSpPr>
          <p:spPr>
            <a:xfrm rot="5358000">
              <a:off x="1103400" y="18014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75" name=""/>
            <p:cNvSpPr/>
            <p:nvPr/>
          </p:nvSpPr>
          <p:spPr>
            <a:xfrm rot="5358000">
              <a:off x="414720" y="11426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4"/>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76" name=""/>
            <p:cNvSpPr/>
            <p:nvPr/>
          </p:nvSpPr>
          <p:spPr>
            <a:xfrm>
              <a:off x="439200" y="181116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77" name=""/>
            <p:cNvSpPr/>
            <p:nvPr/>
          </p:nvSpPr>
          <p:spPr>
            <a:xfrm>
              <a:off x="423720" y="45108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78" name=""/>
            <p:cNvSpPr/>
            <p:nvPr/>
          </p:nvSpPr>
          <p:spPr>
            <a:xfrm rot="5358000">
              <a:off x="-245880" y="43848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79" name=""/>
            <p:cNvSpPr/>
            <p:nvPr/>
          </p:nvSpPr>
          <p:spPr>
            <a:xfrm rot="5358000">
              <a:off x="435240" y="-24624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80" name=""/>
            <p:cNvSpPr/>
            <p:nvPr/>
          </p:nvSpPr>
          <p:spPr>
            <a:xfrm>
              <a:off x="1779480" y="179460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81" name=""/>
            <p:cNvSpPr/>
            <p:nvPr/>
          </p:nvSpPr>
          <p:spPr>
            <a:xfrm>
              <a:off x="1106280" y="-2570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5"/>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82" name=""/>
            <p:cNvSpPr/>
            <p:nvPr/>
          </p:nvSpPr>
          <p:spPr>
            <a:xfrm>
              <a:off x="-908280" y="17906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6"/>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83" name=""/>
            <p:cNvSpPr/>
            <p:nvPr/>
          </p:nvSpPr>
          <p:spPr>
            <a:xfrm rot="5358000">
              <a:off x="-245160" y="582480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84" name=""/>
            <p:cNvSpPr/>
            <p:nvPr/>
          </p:nvSpPr>
          <p:spPr>
            <a:xfrm>
              <a:off x="427320" y="585396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blipFill rotWithShape="0">
              <a:blip r:embed="rId7"/>
              <a:srcRect/>
              <a:tile tx="0" ty="0" sx="74468" sy="74468" algn="ctr"/>
            </a:blip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85" name=""/>
            <p:cNvSpPr/>
            <p:nvPr/>
          </p:nvSpPr>
          <p:spPr>
            <a:xfrm>
              <a:off x="-236880" y="64940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ced4da"/>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86" name=""/>
            <p:cNvSpPr/>
            <p:nvPr/>
          </p:nvSpPr>
          <p:spPr>
            <a:xfrm rot="5358000">
              <a:off x="-929160" y="650160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e9ecef"/>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87" name=""/>
            <p:cNvSpPr/>
            <p:nvPr/>
          </p:nvSpPr>
          <p:spPr>
            <a:xfrm rot="5358000">
              <a:off x="-246240" y="7197120"/>
              <a:ext cx="1068120" cy="766080"/>
            </a:xfrm>
            <a:custGeom>
              <a:avLst/>
              <a:gdLst>
                <a:gd name="textAreaLeft" fmla="*/ 276840 w 1068120"/>
                <a:gd name="textAreaRight" fmla="*/ 791640 w 106812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343a40"/>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sp>
          <p:nvSpPr>
            <p:cNvPr id="288" name=""/>
            <p:cNvSpPr/>
            <p:nvPr/>
          </p:nvSpPr>
          <p:spPr>
            <a:xfrm rot="5358000">
              <a:off x="426960" y="6518160"/>
              <a:ext cx="1068480" cy="766080"/>
            </a:xfrm>
            <a:custGeom>
              <a:avLst/>
              <a:gdLst>
                <a:gd name="textAreaLeft" fmla="*/ 277200 w 1068480"/>
                <a:gd name="textAreaRight" fmla="*/ 792000 w 106848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dee2e6"/>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000000"/>
                </a:solidFill>
                <a:latin typeface="Noto Sans"/>
                <a:ea typeface="DejaVu Sans"/>
              </a:endParaRPr>
            </a:p>
          </p:txBody>
        </p:sp>
        <p:sp>
          <p:nvSpPr>
            <p:cNvPr id="289" name=""/>
            <p:cNvSpPr/>
            <p:nvPr/>
          </p:nvSpPr>
          <p:spPr>
            <a:xfrm>
              <a:off x="1103400" y="6530040"/>
              <a:ext cx="1072800" cy="766080"/>
            </a:xfrm>
            <a:custGeom>
              <a:avLst/>
              <a:gdLst>
                <a:gd name="textAreaLeft" fmla="*/ 278280 w 1072800"/>
                <a:gd name="textAreaRight" fmla="*/ 794880 w 1072800"/>
                <a:gd name="textAreaTop" fmla="*/ 258840 h 766080"/>
                <a:gd name="textAreaBottom" fmla="*/ 507600 h 766080"/>
              </a:gdLst>
              <a:ahLst/>
              <a:rect l="textAreaLeft" t="textAreaTop" r="textAreaRight" b="textAreaBottom"/>
              <a:pathLst>
                <a:path w="21600" h="21600">
                  <a:moveTo>
                    <a:pt x="3822" y="20239"/>
                  </a:moveTo>
                  <a:cubicBezTo>
                    <a:pt x="5451" y="20418"/>
                    <a:pt x="7281" y="21646"/>
                    <a:pt x="8714" y="20776"/>
                  </a:cubicBezTo>
                  <a:cubicBezTo>
                    <a:pt x="8865" y="20686"/>
                    <a:pt x="8964" y="20455"/>
                    <a:pt x="9019" y="20239"/>
                  </a:cubicBezTo>
                  <a:cubicBezTo>
                    <a:pt x="9071" y="20036"/>
                    <a:pt x="9053" y="19804"/>
                    <a:pt x="9019" y="19597"/>
                  </a:cubicBezTo>
                  <a:cubicBezTo>
                    <a:pt x="8966" y="19288"/>
                    <a:pt x="8781" y="19048"/>
                    <a:pt x="8714" y="18743"/>
                  </a:cubicBezTo>
                  <a:cubicBezTo>
                    <a:pt x="8601" y="18227"/>
                    <a:pt x="8526" y="17674"/>
                    <a:pt x="8560" y="17138"/>
                  </a:cubicBezTo>
                  <a:cubicBezTo>
                    <a:pt x="8584" y="16800"/>
                    <a:pt x="8662" y="16459"/>
                    <a:pt x="8790" y="16170"/>
                  </a:cubicBezTo>
                  <a:cubicBezTo>
                    <a:pt x="8923" y="15870"/>
                    <a:pt x="9117" y="15626"/>
                    <a:pt x="9326" y="15422"/>
                  </a:cubicBezTo>
                  <a:cubicBezTo>
                    <a:pt x="9578" y="15179"/>
                    <a:pt x="9865" y="14979"/>
                    <a:pt x="10164" y="14886"/>
                  </a:cubicBezTo>
                  <a:cubicBezTo>
                    <a:pt x="10338" y="14833"/>
                    <a:pt x="10527" y="14833"/>
                    <a:pt x="10701" y="14886"/>
                  </a:cubicBezTo>
                  <a:cubicBezTo>
                    <a:pt x="11112" y="15016"/>
                    <a:pt x="11507" y="15284"/>
                    <a:pt x="11846" y="15638"/>
                  </a:cubicBezTo>
                  <a:cubicBezTo>
                    <a:pt x="12122" y="15922"/>
                    <a:pt x="12397" y="16268"/>
                    <a:pt x="12534" y="16707"/>
                  </a:cubicBezTo>
                  <a:cubicBezTo>
                    <a:pt x="12687" y="17203"/>
                    <a:pt x="12716" y="17792"/>
                    <a:pt x="12641" y="18321"/>
                  </a:cubicBezTo>
                  <a:cubicBezTo>
                    <a:pt x="12586" y="18707"/>
                    <a:pt x="12368" y="19012"/>
                    <a:pt x="12246" y="19365"/>
                  </a:cubicBezTo>
                  <a:cubicBezTo>
                    <a:pt x="12151" y="19646"/>
                    <a:pt x="12009" y="19914"/>
                    <a:pt x="11983" y="20223"/>
                  </a:cubicBezTo>
                  <a:cubicBezTo>
                    <a:pt x="11962" y="20471"/>
                    <a:pt x="11930" y="20808"/>
                    <a:pt x="12070" y="20963"/>
                  </a:cubicBezTo>
                  <a:cubicBezTo>
                    <a:pt x="13488" y="22552"/>
                    <a:pt x="15695" y="20678"/>
                    <a:pt x="17507" y="20532"/>
                  </a:cubicBezTo>
                  <a:lnTo>
                    <a:pt x="17542" y="20524"/>
                  </a:lnTo>
                  <a:cubicBezTo>
                    <a:pt x="17438" y="17983"/>
                    <a:pt x="16101" y="14890"/>
                    <a:pt x="17235" y="12902"/>
                  </a:cubicBezTo>
                  <a:cubicBezTo>
                    <a:pt x="17345" y="12707"/>
                    <a:pt x="17586" y="12752"/>
                    <a:pt x="17762" y="12780"/>
                  </a:cubicBezTo>
                  <a:cubicBezTo>
                    <a:pt x="17983" y="12817"/>
                    <a:pt x="18174" y="13016"/>
                    <a:pt x="18374" y="13150"/>
                  </a:cubicBezTo>
                  <a:cubicBezTo>
                    <a:pt x="18627" y="13321"/>
                    <a:pt x="18844" y="13626"/>
                    <a:pt x="19120" y="13703"/>
                  </a:cubicBezTo>
                  <a:cubicBezTo>
                    <a:pt x="19497" y="13809"/>
                    <a:pt x="19917" y="13768"/>
                    <a:pt x="20271" y="13553"/>
                  </a:cubicBezTo>
                  <a:cubicBezTo>
                    <a:pt x="20584" y="13362"/>
                    <a:pt x="20831" y="12975"/>
                    <a:pt x="21034" y="12589"/>
                  </a:cubicBezTo>
                  <a:cubicBezTo>
                    <a:pt x="21286" y="12114"/>
                    <a:pt x="21477" y="11561"/>
                    <a:pt x="21570" y="10984"/>
                  </a:cubicBezTo>
                  <a:cubicBezTo>
                    <a:pt x="21608" y="10740"/>
                    <a:pt x="21608" y="10476"/>
                    <a:pt x="21570" y="10232"/>
                  </a:cubicBezTo>
                  <a:cubicBezTo>
                    <a:pt x="21504" y="9813"/>
                    <a:pt x="21361" y="9411"/>
                    <a:pt x="21187" y="9057"/>
                  </a:cubicBezTo>
                  <a:cubicBezTo>
                    <a:pt x="21042" y="8764"/>
                    <a:pt x="20868" y="8492"/>
                    <a:pt x="20654" y="8305"/>
                  </a:cubicBezTo>
                  <a:cubicBezTo>
                    <a:pt x="20448" y="8126"/>
                    <a:pt x="20204" y="8016"/>
                    <a:pt x="19964" y="7984"/>
                  </a:cubicBezTo>
                  <a:cubicBezTo>
                    <a:pt x="19581" y="7935"/>
                    <a:pt x="19186" y="8041"/>
                    <a:pt x="18818" y="8199"/>
                  </a:cubicBezTo>
                  <a:cubicBezTo>
                    <a:pt x="18601" y="8293"/>
                    <a:pt x="18429" y="8553"/>
                    <a:pt x="18209" y="8626"/>
                  </a:cubicBezTo>
                  <a:cubicBezTo>
                    <a:pt x="18061" y="8675"/>
                    <a:pt x="17896" y="8699"/>
                    <a:pt x="17751" y="8626"/>
                  </a:cubicBezTo>
                  <a:cubicBezTo>
                    <a:pt x="17597" y="8549"/>
                    <a:pt x="17432" y="8411"/>
                    <a:pt x="17368" y="8199"/>
                  </a:cubicBezTo>
                  <a:cubicBezTo>
                    <a:pt x="16747" y="6191"/>
                    <a:pt x="17623" y="3631"/>
                    <a:pt x="17751" y="1342"/>
                  </a:cubicBezTo>
                  <a:lnTo>
                    <a:pt x="17722" y="1358"/>
                  </a:lnTo>
                  <a:cubicBezTo>
                    <a:pt x="16089" y="1180"/>
                    <a:pt x="14262" y="-48"/>
                    <a:pt x="12829" y="822"/>
                  </a:cubicBezTo>
                  <a:cubicBezTo>
                    <a:pt x="12679" y="911"/>
                    <a:pt x="12580" y="1143"/>
                    <a:pt x="12525" y="1358"/>
                  </a:cubicBezTo>
                  <a:cubicBezTo>
                    <a:pt x="12473" y="1562"/>
                    <a:pt x="12490" y="1793"/>
                    <a:pt x="12525" y="2001"/>
                  </a:cubicBezTo>
                  <a:cubicBezTo>
                    <a:pt x="12577" y="2310"/>
                    <a:pt x="12763" y="2549"/>
                    <a:pt x="12829" y="2854"/>
                  </a:cubicBezTo>
                  <a:cubicBezTo>
                    <a:pt x="12942" y="3370"/>
                    <a:pt x="13018" y="3923"/>
                    <a:pt x="12983" y="4460"/>
                  </a:cubicBezTo>
                  <a:cubicBezTo>
                    <a:pt x="12960" y="4797"/>
                    <a:pt x="12882" y="5139"/>
                    <a:pt x="12754" y="5427"/>
                  </a:cubicBezTo>
                  <a:cubicBezTo>
                    <a:pt x="12621" y="5728"/>
                    <a:pt x="12426" y="5972"/>
                    <a:pt x="12217" y="6175"/>
                  </a:cubicBezTo>
                  <a:cubicBezTo>
                    <a:pt x="11965" y="6419"/>
                    <a:pt x="11678" y="6618"/>
                    <a:pt x="11379" y="6712"/>
                  </a:cubicBezTo>
                  <a:cubicBezTo>
                    <a:pt x="11205" y="6765"/>
                    <a:pt x="11017" y="6765"/>
                    <a:pt x="10843" y="6712"/>
                  </a:cubicBezTo>
                  <a:cubicBezTo>
                    <a:pt x="10431" y="6582"/>
                    <a:pt x="10037" y="6313"/>
                    <a:pt x="9697" y="5960"/>
                  </a:cubicBezTo>
                  <a:cubicBezTo>
                    <a:pt x="9422" y="5675"/>
                    <a:pt x="9146" y="5330"/>
                    <a:pt x="9010" y="4891"/>
                  </a:cubicBezTo>
                  <a:cubicBezTo>
                    <a:pt x="8856" y="4395"/>
                    <a:pt x="8827" y="3805"/>
                    <a:pt x="8903" y="3277"/>
                  </a:cubicBezTo>
                  <a:cubicBezTo>
                    <a:pt x="8958" y="2891"/>
                    <a:pt x="9175" y="2586"/>
                    <a:pt x="9297" y="2232"/>
                  </a:cubicBezTo>
                  <a:cubicBezTo>
                    <a:pt x="9393" y="1952"/>
                    <a:pt x="9535" y="1684"/>
                    <a:pt x="9561" y="1375"/>
                  </a:cubicBezTo>
                  <a:cubicBezTo>
                    <a:pt x="9581" y="1127"/>
                    <a:pt x="9613" y="789"/>
                    <a:pt x="9474" y="635"/>
                  </a:cubicBezTo>
                  <a:cubicBezTo>
                    <a:pt x="8056" y="-954"/>
                    <a:pt x="5849" y="924"/>
                    <a:pt x="4036" y="1066"/>
                  </a:cubicBezTo>
                  <a:lnTo>
                    <a:pt x="4057" y="1127"/>
                  </a:lnTo>
                  <a:cubicBezTo>
                    <a:pt x="4158" y="3667"/>
                    <a:pt x="5498" y="6760"/>
                    <a:pt x="4364" y="8748"/>
                  </a:cubicBezTo>
                  <a:cubicBezTo>
                    <a:pt x="4254" y="8943"/>
                    <a:pt x="4013" y="8899"/>
                    <a:pt x="3836" y="8870"/>
                  </a:cubicBezTo>
                  <a:cubicBezTo>
                    <a:pt x="3616" y="8833"/>
                    <a:pt x="3424" y="8634"/>
                    <a:pt x="3224" y="8500"/>
                  </a:cubicBezTo>
                  <a:cubicBezTo>
                    <a:pt x="2972" y="8329"/>
                    <a:pt x="2754" y="8025"/>
                    <a:pt x="2479" y="7947"/>
                  </a:cubicBezTo>
                  <a:cubicBezTo>
                    <a:pt x="2102" y="7842"/>
                    <a:pt x="1681" y="7882"/>
                    <a:pt x="1328" y="8098"/>
                  </a:cubicBezTo>
                  <a:cubicBezTo>
                    <a:pt x="1014" y="8289"/>
                    <a:pt x="768" y="8675"/>
                    <a:pt x="565" y="9061"/>
                  </a:cubicBezTo>
                  <a:cubicBezTo>
                    <a:pt x="312" y="9537"/>
                    <a:pt x="121" y="10089"/>
                    <a:pt x="28" y="10667"/>
                  </a:cubicBezTo>
                  <a:cubicBezTo>
                    <a:pt x="-9" y="10911"/>
                    <a:pt x="-9" y="11175"/>
                    <a:pt x="28" y="11419"/>
                  </a:cubicBezTo>
                  <a:cubicBezTo>
                    <a:pt x="95" y="11837"/>
                    <a:pt x="237" y="12240"/>
                    <a:pt x="411" y="12593"/>
                  </a:cubicBezTo>
                  <a:cubicBezTo>
                    <a:pt x="556" y="12886"/>
                    <a:pt x="730" y="13158"/>
                    <a:pt x="945" y="13345"/>
                  </a:cubicBezTo>
                  <a:cubicBezTo>
                    <a:pt x="1151" y="13524"/>
                    <a:pt x="1394" y="13634"/>
                    <a:pt x="1635" y="13666"/>
                  </a:cubicBezTo>
                  <a:cubicBezTo>
                    <a:pt x="2018" y="13715"/>
                    <a:pt x="2412" y="13610"/>
                    <a:pt x="2780" y="13451"/>
                  </a:cubicBezTo>
                  <a:cubicBezTo>
                    <a:pt x="2998" y="13358"/>
                    <a:pt x="3169" y="13097"/>
                    <a:pt x="3390" y="13024"/>
                  </a:cubicBezTo>
                  <a:cubicBezTo>
                    <a:pt x="3537" y="12975"/>
                    <a:pt x="3703" y="12951"/>
                    <a:pt x="3848" y="13024"/>
                  </a:cubicBezTo>
                  <a:cubicBezTo>
                    <a:pt x="4001" y="13101"/>
                    <a:pt x="4167" y="13240"/>
                    <a:pt x="4231" y="13451"/>
                  </a:cubicBezTo>
                  <a:cubicBezTo>
                    <a:pt x="4851" y="15459"/>
                    <a:pt x="3975" y="18024"/>
                    <a:pt x="3848" y="20308"/>
                  </a:cubicBezTo>
                  <a:lnTo>
                    <a:pt x="3822" y="20239"/>
                  </a:lnTo>
                  <a:close/>
                </a:path>
              </a:pathLst>
            </a:custGeom>
            <a:solidFill>
              <a:srgbClr val="6c757d"/>
            </a:solidFill>
            <a:ln w="0">
              <a:solidFill>
                <a:srgbClr val="000000"/>
              </a:solidFill>
            </a:ln>
            <a:effectLst>
              <a:outerShdw blurRad="0" dir="2700000" dist="102841" rotWithShape="0">
                <a:srgbClr val="808080">
                  <a:alpha val="20000"/>
                </a:srgbClr>
              </a:outerShdw>
            </a:effectLst>
          </p:spPr>
          <p:style>
            <a:lnRef idx="0"/>
            <a:fillRef idx="0"/>
            <a:effectRef idx="0"/>
            <a:fontRef idx="minor"/>
          </p:style>
          <p:txBody>
            <a:bodyPr lIns="90000" rIns="90000" tIns="45000" bIns="45000" anchor="t">
              <a:noAutofit/>
            </a:bodyPr>
            <a:p>
              <a:pPr>
                <a:lnSpc>
                  <a:spcPct val="100000"/>
                </a:lnSpc>
              </a:pPr>
              <a:endParaRPr b="0" lang="en-US" sz="1800" spc="-1" strike="noStrike">
                <a:solidFill>
                  <a:srgbClr val="ffffff"/>
                </a:solidFill>
                <a:latin typeface="Noto Sans"/>
                <a:ea typeface="DejaVu Sans"/>
              </a:endParaRPr>
            </a:p>
          </p:txBody>
        </p:sp>
      </p:grpSp>
      <p:sp>
        <p:nvSpPr>
          <p:cNvPr id="290" name=""/>
          <p:cNvSpPr/>
          <p:nvPr/>
        </p:nvSpPr>
        <p:spPr>
          <a:xfrm>
            <a:off x="8538120" y="3877200"/>
            <a:ext cx="975600" cy="1371240"/>
          </a:xfrm>
          <a:custGeom>
            <a:avLst/>
            <a:gdLst>
              <a:gd name="textAreaLeft" fmla="*/ 0 w 975600"/>
              <a:gd name="textAreaRight" fmla="*/ 975960 w 975600"/>
              <a:gd name="textAreaTop" fmla="*/ 0 h 1371240"/>
              <a:gd name="textAreaBottom" fmla="*/ 1371600 h 1371240"/>
            </a:gdLst>
            <a:ahLst/>
            <a:rect l="textAreaLeft" t="textAreaTop" r="textAreaRight" b="textAreaBottom"/>
            <a:pathLst>
              <a:path fill="none" w="2711" h="3810">
                <a:moveTo>
                  <a:pt x="0" y="3810"/>
                </a:moveTo>
                <a:cubicBezTo>
                  <a:pt x="762" y="3048"/>
                  <a:pt x="1271" y="3556"/>
                  <a:pt x="1270" y="2795"/>
                </a:cubicBezTo>
                <a:cubicBezTo>
                  <a:pt x="1270" y="2032"/>
                  <a:pt x="3301" y="2286"/>
                  <a:pt x="2540" y="3048"/>
                </a:cubicBezTo>
                <a:cubicBezTo>
                  <a:pt x="1778" y="3810"/>
                  <a:pt x="1524" y="508"/>
                  <a:pt x="2540" y="0"/>
                </a:cubicBezTo>
              </a:path>
            </a:pathLst>
          </a:custGeom>
          <a:noFill/>
          <a:ln w="36720">
            <a:solidFill>
              <a:srgbClr val="666666"/>
            </a:solidFill>
            <a:custDash>
              <a:ds d="600000" sp="300000"/>
            </a:custDash>
            <a:round/>
            <a:headEnd len="sm" type="oval" w="lg"/>
            <a:tailEnd len="sm" type="oval" w="lg"/>
          </a:ln>
        </p:spPr>
        <p:style>
          <a:lnRef idx="0"/>
          <a:fillRef idx="0"/>
          <a:effectRef idx="0"/>
          <a:fontRef idx="minor"/>
        </p:style>
        <p:txBody>
          <a:bodyPr lIns="108360" rIns="108360" tIns="63360" bIns="63360" anchor="ctr">
            <a:noAutofit/>
          </a:bodyPr>
          <a:p>
            <a:pPr>
              <a:lnSpc>
                <a:spcPct val="100000"/>
              </a:lnSpc>
            </a:pPr>
            <a:endParaRPr b="0" lang="en-US" sz="1800" spc="-1" strike="noStrike">
              <a:solidFill>
                <a:srgbClr val="000000"/>
              </a:solidFill>
              <a:latin typeface="Noto Sans"/>
            </a:endParaRPr>
          </a:p>
        </p:txBody>
      </p:sp>
      <p:sp>
        <p:nvSpPr>
          <p:cNvPr id="291" name=""/>
          <p:cNvSpPr/>
          <p:nvPr/>
        </p:nvSpPr>
        <p:spPr>
          <a:xfrm>
            <a:off x="7372080" y="4974480"/>
            <a:ext cx="1684440" cy="164556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92" name=""/>
          <p:cNvSpPr/>
          <p:nvPr/>
        </p:nvSpPr>
        <p:spPr>
          <a:xfrm>
            <a:off x="7868160" y="-329040"/>
            <a:ext cx="2011320" cy="201132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93" name="PlaceHolder 1"/>
          <p:cNvSpPr>
            <a:spLocks noGrp="1"/>
          </p:cNvSpPr>
          <p:nvPr>
            <p:ph type="ftr" idx="34"/>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294" name="PlaceHolder 2"/>
          <p:cNvSpPr>
            <a:spLocks noGrp="1"/>
          </p:cNvSpPr>
          <p:nvPr>
            <p:ph type="sldNum" idx="35"/>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D9E1C2C6-B9FC-418D-B4D1-F0710D085F6E}"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295" name="PlaceHolder 3"/>
          <p:cNvSpPr>
            <a:spLocks noGrp="1"/>
          </p:cNvSpPr>
          <p:nvPr>
            <p:ph type="dt" idx="36"/>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96" name="PlaceHolder 4"/>
          <p:cNvSpPr>
            <a:spLocks noGrp="1"/>
          </p:cNvSpPr>
          <p:nvPr>
            <p:ph type="title"/>
          </p:nvPr>
        </p:nvSpPr>
        <p:spPr>
          <a:xfrm>
            <a:off x="504000" y="226080"/>
            <a:ext cx="907200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97"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3" r:id="rId8"/>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
          <p:cNvSpPr/>
          <p:nvPr/>
        </p:nvSpPr>
        <p:spPr>
          <a:xfrm>
            <a:off x="8266320" y="411552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299" name=""/>
          <p:cNvSpPr/>
          <p:nvPr/>
        </p:nvSpPr>
        <p:spPr>
          <a:xfrm>
            <a:off x="7717680" y="-54828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grpSp>
        <p:nvGrpSpPr>
          <p:cNvPr id="300" name=""/>
          <p:cNvGrpSpPr/>
          <p:nvPr/>
        </p:nvGrpSpPr>
        <p:grpSpPr>
          <a:xfrm>
            <a:off x="-147240" y="-295920"/>
            <a:ext cx="915120" cy="1280520"/>
            <a:chOff x="-147240" y="-295920"/>
            <a:chExt cx="915120" cy="1280520"/>
          </a:xfrm>
        </p:grpSpPr>
        <p:sp>
          <p:nvSpPr>
            <p:cNvPr id="301" name=""/>
            <p:cNvSpPr/>
            <p:nvPr/>
          </p:nvSpPr>
          <p:spPr>
            <a:xfrm flipV="1" rot="5395800">
              <a:off x="219240" y="801360"/>
              <a:ext cx="182520" cy="182520"/>
            </a:xfrm>
            <a:prstGeom prst="ellipse">
              <a:avLst/>
            </a:prstGeom>
            <a:blipFill rotWithShape="0">
              <a:blip r:embed="rId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2" name=""/>
            <p:cNvSpPr/>
            <p:nvPr/>
          </p:nvSpPr>
          <p:spPr>
            <a:xfrm flipV="1" rot="5395800">
              <a:off x="218880" y="435600"/>
              <a:ext cx="182520" cy="182520"/>
            </a:xfrm>
            <a:prstGeom prst="ellipse">
              <a:avLst/>
            </a:prstGeom>
            <a:blipFill rotWithShape="0">
              <a:blip r:embed="rId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3" name=""/>
            <p:cNvSpPr/>
            <p:nvPr/>
          </p:nvSpPr>
          <p:spPr>
            <a:xfrm flipV="1" rot="5395800">
              <a:off x="218520" y="70200"/>
              <a:ext cx="182520" cy="182520"/>
            </a:xfrm>
            <a:prstGeom prst="ellipse">
              <a:avLst/>
            </a:prstGeom>
            <a:blipFill rotWithShape="0">
              <a:blip r:embed="rId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4" name=""/>
            <p:cNvSpPr/>
            <p:nvPr/>
          </p:nvSpPr>
          <p:spPr>
            <a:xfrm flipV="1" rot="5395800">
              <a:off x="217800" y="-295200"/>
              <a:ext cx="182520" cy="182520"/>
            </a:xfrm>
            <a:prstGeom prst="ellipse">
              <a:avLst/>
            </a:prstGeom>
            <a:blipFill rotWithShape="0">
              <a:blip r:embed="rId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5" name=""/>
            <p:cNvSpPr/>
            <p:nvPr/>
          </p:nvSpPr>
          <p:spPr>
            <a:xfrm flipV="1" rot="5395800">
              <a:off x="583920" y="-295560"/>
              <a:ext cx="182520" cy="182520"/>
            </a:xfrm>
            <a:prstGeom prst="ellipse">
              <a:avLst/>
            </a:prstGeom>
            <a:blipFill rotWithShape="0">
              <a:blip r:embed="rId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6" name=""/>
            <p:cNvSpPr/>
            <p:nvPr/>
          </p:nvSpPr>
          <p:spPr>
            <a:xfrm flipV="1" rot="5395800">
              <a:off x="584280" y="69480"/>
              <a:ext cx="182520" cy="182520"/>
            </a:xfrm>
            <a:prstGeom prst="ellipse">
              <a:avLst/>
            </a:prstGeom>
            <a:blipFill rotWithShape="0">
              <a:blip r:embed="rId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7" name=""/>
            <p:cNvSpPr/>
            <p:nvPr/>
          </p:nvSpPr>
          <p:spPr>
            <a:xfrm flipV="1" rot="5395800">
              <a:off x="584280" y="435240"/>
              <a:ext cx="182520" cy="182520"/>
            </a:xfrm>
            <a:prstGeom prst="ellipse">
              <a:avLst/>
            </a:prstGeom>
            <a:blipFill rotWithShape="0">
              <a:blip r:embed="rId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8" name=""/>
            <p:cNvSpPr/>
            <p:nvPr/>
          </p:nvSpPr>
          <p:spPr>
            <a:xfrm flipV="1" rot="5395800">
              <a:off x="585000" y="801360"/>
              <a:ext cx="182520" cy="182520"/>
            </a:xfrm>
            <a:prstGeom prst="ellipse">
              <a:avLst/>
            </a:prstGeom>
            <a:blipFill rotWithShape="0">
              <a:blip r:embed="rId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09" name=""/>
            <p:cNvSpPr/>
            <p:nvPr/>
          </p:nvSpPr>
          <p:spPr>
            <a:xfrm flipV="1" rot="5395800">
              <a:off x="-145800" y="801720"/>
              <a:ext cx="182520" cy="182520"/>
            </a:xfrm>
            <a:prstGeom prst="ellipse">
              <a:avLst/>
            </a:prstGeom>
            <a:blipFill rotWithShape="0">
              <a:blip r:embed="rId1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10" name=""/>
            <p:cNvSpPr/>
            <p:nvPr/>
          </p:nvSpPr>
          <p:spPr>
            <a:xfrm flipV="1" rot="5395800">
              <a:off x="-146520" y="436320"/>
              <a:ext cx="182520" cy="182520"/>
            </a:xfrm>
            <a:prstGeom prst="ellipse">
              <a:avLst/>
            </a:prstGeom>
            <a:blipFill rotWithShape="0">
              <a:blip r:embed="rId1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11" name=""/>
            <p:cNvSpPr/>
            <p:nvPr/>
          </p:nvSpPr>
          <p:spPr>
            <a:xfrm flipV="1" rot="5395800">
              <a:off x="-146520" y="70200"/>
              <a:ext cx="182520" cy="182520"/>
            </a:xfrm>
            <a:prstGeom prst="ellipse">
              <a:avLst/>
            </a:prstGeom>
            <a:blipFill rotWithShape="0">
              <a:blip r:embed="rId1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12" name=""/>
            <p:cNvSpPr/>
            <p:nvPr/>
          </p:nvSpPr>
          <p:spPr>
            <a:xfrm flipV="1" rot="5395800">
              <a:off x="-146880" y="-294840"/>
              <a:ext cx="182520" cy="182520"/>
            </a:xfrm>
            <a:prstGeom prst="ellipse">
              <a:avLst/>
            </a:prstGeom>
            <a:blipFill rotWithShape="0">
              <a:blip r:embed="rId1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grpSp>
        <p:nvGrpSpPr>
          <p:cNvPr id="313" name=""/>
          <p:cNvGrpSpPr/>
          <p:nvPr/>
        </p:nvGrpSpPr>
        <p:grpSpPr>
          <a:xfrm>
            <a:off x="9545040" y="4645800"/>
            <a:ext cx="915480" cy="1280880"/>
            <a:chOff x="9545040" y="4645800"/>
            <a:chExt cx="915480" cy="1280880"/>
          </a:xfrm>
        </p:grpSpPr>
        <p:sp>
          <p:nvSpPr>
            <p:cNvPr id="314" name=""/>
            <p:cNvSpPr/>
            <p:nvPr/>
          </p:nvSpPr>
          <p:spPr>
            <a:xfrm flipV="1" rot="5395800">
              <a:off x="9911880" y="5743440"/>
              <a:ext cx="182520" cy="182520"/>
            </a:xfrm>
            <a:prstGeom prst="ellipse">
              <a:avLst/>
            </a:prstGeom>
            <a:blipFill rotWithShape="0">
              <a:blip r:embed="rId1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15" name=""/>
            <p:cNvSpPr/>
            <p:nvPr/>
          </p:nvSpPr>
          <p:spPr>
            <a:xfrm flipV="1" rot="5395800">
              <a:off x="9911520" y="5377680"/>
              <a:ext cx="182520" cy="182520"/>
            </a:xfrm>
            <a:prstGeom prst="ellipse">
              <a:avLst/>
            </a:prstGeom>
            <a:blipFill rotWithShape="0">
              <a:blip r:embed="rId1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16" name=""/>
            <p:cNvSpPr/>
            <p:nvPr/>
          </p:nvSpPr>
          <p:spPr>
            <a:xfrm flipV="1" rot="5395800">
              <a:off x="9911160" y="5012280"/>
              <a:ext cx="182520" cy="182520"/>
            </a:xfrm>
            <a:prstGeom prst="ellipse">
              <a:avLst/>
            </a:prstGeom>
            <a:blipFill rotWithShape="0">
              <a:blip r:embed="rId1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17" name=""/>
            <p:cNvSpPr/>
            <p:nvPr/>
          </p:nvSpPr>
          <p:spPr>
            <a:xfrm flipV="1" rot="5395800">
              <a:off x="9910440" y="4646160"/>
              <a:ext cx="182520" cy="182520"/>
            </a:xfrm>
            <a:prstGeom prst="ellipse">
              <a:avLst/>
            </a:prstGeom>
            <a:blipFill rotWithShape="0">
              <a:blip r:embed="rId1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18" name=""/>
            <p:cNvSpPr/>
            <p:nvPr/>
          </p:nvSpPr>
          <p:spPr>
            <a:xfrm flipV="1" rot="5395800">
              <a:off x="10276560" y="4645800"/>
              <a:ext cx="182520" cy="182520"/>
            </a:xfrm>
            <a:prstGeom prst="ellipse">
              <a:avLst/>
            </a:prstGeom>
            <a:blipFill rotWithShape="0">
              <a:blip r:embed="rId1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19" name=""/>
            <p:cNvSpPr/>
            <p:nvPr/>
          </p:nvSpPr>
          <p:spPr>
            <a:xfrm flipV="1" rot="5395800">
              <a:off x="10276920" y="5011560"/>
              <a:ext cx="182520" cy="182520"/>
            </a:xfrm>
            <a:prstGeom prst="ellipse">
              <a:avLst/>
            </a:prstGeom>
            <a:blipFill rotWithShape="0">
              <a:blip r:embed="rId1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20" name=""/>
            <p:cNvSpPr/>
            <p:nvPr/>
          </p:nvSpPr>
          <p:spPr>
            <a:xfrm flipV="1" rot="5395800">
              <a:off x="10276920" y="5377320"/>
              <a:ext cx="182520" cy="182520"/>
            </a:xfrm>
            <a:prstGeom prst="ellipse">
              <a:avLst/>
            </a:prstGeom>
            <a:blipFill rotWithShape="0">
              <a:blip r:embed="rId2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21" name=""/>
            <p:cNvSpPr/>
            <p:nvPr/>
          </p:nvSpPr>
          <p:spPr>
            <a:xfrm flipV="1" rot="5395800">
              <a:off x="10277640" y="5743440"/>
              <a:ext cx="182520" cy="182520"/>
            </a:xfrm>
            <a:prstGeom prst="ellipse">
              <a:avLst/>
            </a:prstGeom>
            <a:blipFill rotWithShape="0">
              <a:blip r:embed="rId2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22" name=""/>
            <p:cNvSpPr/>
            <p:nvPr/>
          </p:nvSpPr>
          <p:spPr>
            <a:xfrm flipV="1" rot="5395800">
              <a:off x="9546120" y="5743800"/>
              <a:ext cx="182520" cy="182520"/>
            </a:xfrm>
            <a:prstGeom prst="ellipse">
              <a:avLst/>
            </a:prstGeom>
            <a:blipFill rotWithShape="0">
              <a:blip r:embed="rId2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23" name=""/>
            <p:cNvSpPr/>
            <p:nvPr/>
          </p:nvSpPr>
          <p:spPr>
            <a:xfrm flipV="1" rot="5395800">
              <a:off x="9545400" y="5378400"/>
              <a:ext cx="182520" cy="182520"/>
            </a:xfrm>
            <a:prstGeom prst="ellipse">
              <a:avLst/>
            </a:prstGeom>
            <a:blipFill rotWithShape="0">
              <a:blip r:embed="rId2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24" name=""/>
            <p:cNvSpPr/>
            <p:nvPr/>
          </p:nvSpPr>
          <p:spPr>
            <a:xfrm flipV="1" rot="5395800">
              <a:off x="9545400" y="5012280"/>
              <a:ext cx="182520" cy="182520"/>
            </a:xfrm>
            <a:prstGeom prst="ellipse">
              <a:avLst/>
            </a:prstGeom>
            <a:blipFill rotWithShape="0">
              <a:blip r:embed="rId2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25" name=""/>
            <p:cNvSpPr/>
            <p:nvPr/>
          </p:nvSpPr>
          <p:spPr>
            <a:xfrm flipV="1" rot="5395800">
              <a:off x="9545040" y="4646520"/>
              <a:ext cx="182520" cy="182520"/>
            </a:xfrm>
            <a:prstGeom prst="ellipse">
              <a:avLst/>
            </a:prstGeom>
            <a:blipFill rotWithShape="0">
              <a:blip r:embed="rId2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326" name=""/>
          <p:cNvSpPr/>
          <p:nvPr/>
        </p:nvSpPr>
        <p:spPr>
          <a:xfrm>
            <a:off x="-146160" y="310932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27"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28"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29" name="PlaceHolder 3"/>
          <p:cNvSpPr>
            <a:spLocks noGrp="1"/>
          </p:cNvSpPr>
          <p:nvPr>
            <p:ph type="ftr" idx="37"/>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330" name="PlaceHolder 4"/>
          <p:cNvSpPr>
            <a:spLocks noGrp="1"/>
          </p:cNvSpPr>
          <p:nvPr>
            <p:ph type="sldNum" idx="38"/>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DB308FC8-74C3-4C9F-A464-4B2F9206C595}"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331" name="PlaceHolder 5"/>
          <p:cNvSpPr>
            <a:spLocks noGrp="1"/>
          </p:cNvSpPr>
          <p:nvPr>
            <p:ph type="dt" idx="39"/>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6"/>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
          <p:cNvSpPr/>
          <p:nvPr/>
        </p:nvSpPr>
        <p:spPr>
          <a:xfrm>
            <a:off x="8266320" y="411552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35" name=""/>
          <p:cNvSpPr/>
          <p:nvPr/>
        </p:nvSpPr>
        <p:spPr>
          <a:xfrm>
            <a:off x="7717680" y="-54828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grpSp>
        <p:nvGrpSpPr>
          <p:cNvPr id="336" name=""/>
          <p:cNvGrpSpPr/>
          <p:nvPr/>
        </p:nvGrpSpPr>
        <p:grpSpPr>
          <a:xfrm>
            <a:off x="-147240" y="-295920"/>
            <a:ext cx="915120" cy="1280520"/>
            <a:chOff x="-147240" y="-295920"/>
            <a:chExt cx="915120" cy="1280520"/>
          </a:xfrm>
        </p:grpSpPr>
        <p:sp>
          <p:nvSpPr>
            <p:cNvPr id="337" name=""/>
            <p:cNvSpPr/>
            <p:nvPr/>
          </p:nvSpPr>
          <p:spPr>
            <a:xfrm flipV="1" rot="5395800">
              <a:off x="219240" y="801360"/>
              <a:ext cx="182520" cy="182520"/>
            </a:xfrm>
            <a:prstGeom prst="ellipse">
              <a:avLst/>
            </a:prstGeom>
            <a:blipFill rotWithShape="0">
              <a:blip r:embed="rId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38" name=""/>
            <p:cNvSpPr/>
            <p:nvPr/>
          </p:nvSpPr>
          <p:spPr>
            <a:xfrm flipV="1" rot="5395800">
              <a:off x="218880" y="435600"/>
              <a:ext cx="182520" cy="182520"/>
            </a:xfrm>
            <a:prstGeom prst="ellipse">
              <a:avLst/>
            </a:prstGeom>
            <a:blipFill rotWithShape="0">
              <a:blip r:embed="rId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39" name=""/>
            <p:cNvSpPr/>
            <p:nvPr/>
          </p:nvSpPr>
          <p:spPr>
            <a:xfrm flipV="1" rot="5395800">
              <a:off x="218520" y="70200"/>
              <a:ext cx="182520" cy="182520"/>
            </a:xfrm>
            <a:prstGeom prst="ellipse">
              <a:avLst/>
            </a:prstGeom>
            <a:blipFill rotWithShape="0">
              <a:blip r:embed="rId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0" name=""/>
            <p:cNvSpPr/>
            <p:nvPr/>
          </p:nvSpPr>
          <p:spPr>
            <a:xfrm flipV="1" rot="5395800">
              <a:off x="217800" y="-295200"/>
              <a:ext cx="182520" cy="182520"/>
            </a:xfrm>
            <a:prstGeom prst="ellipse">
              <a:avLst/>
            </a:prstGeom>
            <a:blipFill rotWithShape="0">
              <a:blip r:embed="rId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1" name=""/>
            <p:cNvSpPr/>
            <p:nvPr/>
          </p:nvSpPr>
          <p:spPr>
            <a:xfrm flipV="1" rot="5395800">
              <a:off x="583920" y="-295560"/>
              <a:ext cx="182520" cy="182520"/>
            </a:xfrm>
            <a:prstGeom prst="ellipse">
              <a:avLst/>
            </a:prstGeom>
            <a:blipFill rotWithShape="0">
              <a:blip r:embed="rId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2" name=""/>
            <p:cNvSpPr/>
            <p:nvPr/>
          </p:nvSpPr>
          <p:spPr>
            <a:xfrm flipV="1" rot="5395800">
              <a:off x="584280" y="69480"/>
              <a:ext cx="182520" cy="182520"/>
            </a:xfrm>
            <a:prstGeom prst="ellipse">
              <a:avLst/>
            </a:prstGeom>
            <a:blipFill rotWithShape="0">
              <a:blip r:embed="rId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3" name=""/>
            <p:cNvSpPr/>
            <p:nvPr/>
          </p:nvSpPr>
          <p:spPr>
            <a:xfrm flipV="1" rot="5395800">
              <a:off x="584280" y="435240"/>
              <a:ext cx="182520" cy="182520"/>
            </a:xfrm>
            <a:prstGeom prst="ellipse">
              <a:avLst/>
            </a:prstGeom>
            <a:blipFill rotWithShape="0">
              <a:blip r:embed="rId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4" name=""/>
            <p:cNvSpPr/>
            <p:nvPr/>
          </p:nvSpPr>
          <p:spPr>
            <a:xfrm flipV="1" rot="5395800">
              <a:off x="585000" y="801360"/>
              <a:ext cx="182520" cy="182520"/>
            </a:xfrm>
            <a:prstGeom prst="ellipse">
              <a:avLst/>
            </a:prstGeom>
            <a:blipFill rotWithShape="0">
              <a:blip r:embed="rId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5" name=""/>
            <p:cNvSpPr/>
            <p:nvPr/>
          </p:nvSpPr>
          <p:spPr>
            <a:xfrm flipV="1" rot="5395800">
              <a:off x="-145800" y="801720"/>
              <a:ext cx="182520" cy="182520"/>
            </a:xfrm>
            <a:prstGeom prst="ellipse">
              <a:avLst/>
            </a:prstGeom>
            <a:blipFill rotWithShape="0">
              <a:blip r:embed="rId1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6" name=""/>
            <p:cNvSpPr/>
            <p:nvPr/>
          </p:nvSpPr>
          <p:spPr>
            <a:xfrm flipV="1" rot="5395800">
              <a:off x="-146520" y="436320"/>
              <a:ext cx="182520" cy="182520"/>
            </a:xfrm>
            <a:prstGeom prst="ellipse">
              <a:avLst/>
            </a:prstGeom>
            <a:blipFill rotWithShape="0">
              <a:blip r:embed="rId1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7" name=""/>
            <p:cNvSpPr/>
            <p:nvPr/>
          </p:nvSpPr>
          <p:spPr>
            <a:xfrm flipV="1" rot="5395800">
              <a:off x="-146520" y="70200"/>
              <a:ext cx="182520" cy="182520"/>
            </a:xfrm>
            <a:prstGeom prst="ellipse">
              <a:avLst/>
            </a:prstGeom>
            <a:blipFill rotWithShape="0">
              <a:blip r:embed="rId1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48" name=""/>
            <p:cNvSpPr/>
            <p:nvPr/>
          </p:nvSpPr>
          <p:spPr>
            <a:xfrm flipV="1" rot="5395800">
              <a:off x="-146880" y="-294840"/>
              <a:ext cx="182520" cy="182520"/>
            </a:xfrm>
            <a:prstGeom prst="ellipse">
              <a:avLst/>
            </a:prstGeom>
            <a:blipFill rotWithShape="0">
              <a:blip r:embed="rId1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grpSp>
        <p:nvGrpSpPr>
          <p:cNvPr id="349" name=""/>
          <p:cNvGrpSpPr/>
          <p:nvPr/>
        </p:nvGrpSpPr>
        <p:grpSpPr>
          <a:xfrm>
            <a:off x="9545040" y="4645800"/>
            <a:ext cx="915480" cy="1280880"/>
            <a:chOff x="9545040" y="4645800"/>
            <a:chExt cx="915480" cy="1280880"/>
          </a:xfrm>
        </p:grpSpPr>
        <p:sp>
          <p:nvSpPr>
            <p:cNvPr id="350" name=""/>
            <p:cNvSpPr/>
            <p:nvPr/>
          </p:nvSpPr>
          <p:spPr>
            <a:xfrm flipV="1" rot="5395800">
              <a:off x="9911880" y="5743440"/>
              <a:ext cx="182520" cy="182520"/>
            </a:xfrm>
            <a:prstGeom prst="ellipse">
              <a:avLst/>
            </a:prstGeom>
            <a:blipFill rotWithShape="0">
              <a:blip r:embed="rId1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51" name=""/>
            <p:cNvSpPr/>
            <p:nvPr/>
          </p:nvSpPr>
          <p:spPr>
            <a:xfrm flipV="1" rot="5395800">
              <a:off x="9911520" y="5377680"/>
              <a:ext cx="182520" cy="182520"/>
            </a:xfrm>
            <a:prstGeom prst="ellipse">
              <a:avLst/>
            </a:prstGeom>
            <a:blipFill rotWithShape="0">
              <a:blip r:embed="rId1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52" name=""/>
            <p:cNvSpPr/>
            <p:nvPr/>
          </p:nvSpPr>
          <p:spPr>
            <a:xfrm flipV="1" rot="5395800">
              <a:off x="9911160" y="5012280"/>
              <a:ext cx="182520" cy="182520"/>
            </a:xfrm>
            <a:prstGeom prst="ellipse">
              <a:avLst/>
            </a:prstGeom>
            <a:blipFill rotWithShape="0">
              <a:blip r:embed="rId16"/>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53" name=""/>
            <p:cNvSpPr/>
            <p:nvPr/>
          </p:nvSpPr>
          <p:spPr>
            <a:xfrm flipV="1" rot="5395800">
              <a:off x="9910440" y="4646160"/>
              <a:ext cx="182520" cy="182520"/>
            </a:xfrm>
            <a:prstGeom prst="ellipse">
              <a:avLst/>
            </a:prstGeom>
            <a:blipFill rotWithShape="0">
              <a:blip r:embed="rId17"/>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54" name=""/>
            <p:cNvSpPr/>
            <p:nvPr/>
          </p:nvSpPr>
          <p:spPr>
            <a:xfrm flipV="1" rot="5395800">
              <a:off x="10276560" y="4645800"/>
              <a:ext cx="182520" cy="182520"/>
            </a:xfrm>
            <a:prstGeom prst="ellipse">
              <a:avLst/>
            </a:prstGeom>
            <a:blipFill rotWithShape="0">
              <a:blip r:embed="rId18"/>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55" name=""/>
            <p:cNvSpPr/>
            <p:nvPr/>
          </p:nvSpPr>
          <p:spPr>
            <a:xfrm flipV="1" rot="5395800">
              <a:off x="10276920" y="5011560"/>
              <a:ext cx="182520" cy="182520"/>
            </a:xfrm>
            <a:prstGeom prst="ellipse">
              <a:avLst/>
            </a:prstGeom>
            <a:blipFill rotWithShape="0">
              <a:blip r:embed="rId19"/>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56" name=""/>
            <p:cNvSpPr/>
            <p:nvPr/>
          </p:nvSpPr>
          <p:spPr>
            <a:xfrm flipV="1" rot="5395800">
              <a:off x="10276920" y="5377320"/>
              <a:ext cx="182520" cy="182520"/>
            </a:xfrm>
            <a:prstGeom prst="ellipse">
              <a:avLst/>
            </a:prstGeom>
            <a:blipFill rotWithShape="0">
              <a:blip r:embed="rId20"/>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57" name=""/>
            <p:cNvSpPr/>
            <p:nvPr/>
          </p:nvSpPr>
          <p:spPr>
            <a:xfrm flipV="1" rot="5395800">
              <a:off x="10277640" y="5743440"/>
              <a:ext cx="182520" cy="182520"/>
            </a:xfrm>
            <a:prstGeom prst="ellipse">
              <a:avLst/>
            </a:prstGeom>
            <a:blipFill rotWithShape="0">
              <a:blip r:embed="rId21"/>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58" name=""/>
            <p:cNvSpPr/>
            <p:nvPr/>
          </p:nvSpPr>
          <p:spPr>
            <a:xfrm flipV="1" rot="5395800">
              <a:off x="9546120" y="5743800"/>
              <a:ext cx="182520" cy="182520"/>
            </a:xfrm>
            <a:prstGeom prst="ellipse">
              <a:avLst/>
            </a:prstGeom>
            <a:blipFill rotWithShape="0">
              <a:blip r:embed="rId22"/>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59" name=""/>
            <p:cNvSpPr/>
            <p:nvPr/>
          </p:nvSpPr>
          <p:spPr>
            <a:xfrm flipV="1" rot="5395800">
              <a:off x="9545400" y="5378400"/>
              <a:ext cx="182520" cy="182520"/>
            </a:xfrm>
            <a:prstGeom prst="ellipse">
              <a:avLst/>
            </a:prstGeom>
            <a:blipFill rotWithShape="0">
              <a:blip r:embed="rId23"/>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60" name=""/>
            <p:cNvSpPr/>
            <p:nvPr/>
          </p:nvSpPr>
          <p:spPr>
            <a:xfrm flipV="1" rot="5395800">
              <a:off x="9545400" y="5012280"/>
              <a:ext cx="182520" cy="182520"/>
            </a:xfrm>
            <a:prstGeom prst="ellipse">
              <a:avLst/>
            </a:prstGeom>
            <a:blipFill rotWithShape="0">
              <a:blip r:embed="rId24"/>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61" name=""/>
            <p:cNvSpPr/>
            <p:nvPr/>
          </p:nvSpPr>
          <p:spPr>
            <a:xfrm flipV="1" rot="5395800">
              <a:off x="9545040" y="4646520"/>
              <a:ext cx="182520" cy="182520"/>
            </a:xfrm>
            <a:prstGeom prst="ellipse">
              <a:avLst/>
            </a:prstGeom>
            <a:blipFill rotWithShape="0">
              <a:blip r:embed="rId25"/>
              <a:srcRect/>
              <a:tile tx="0" ty="0" sx="74468" sy="74468" algn="ctr"/>
            </a:blipFill>
            <a:ln w="0">
              <a:noFill/>
            </a:ln>
            <a:effectLst>
              <a:outerShdw blurRad="0" dir="2700000" dist="102841" rotWithShape="0">
                <a:srgbClr val="808080">
                  <a:alpha val="65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grpSp>
      <p:sp>
        <p:nvSpPr>
          <p:cNvPr id="362" name=""/>
          <p:cNvSpPr/>
          <p:nvPr/>
        </p:nvSpPr>
        <p:spPr>
          <a:xfrm>
            <a:off x="-146160" y="3109320"/>
            <a:ext cx="1919880" cy="191988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63"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64" name="PlaceHolder 2"/>
          <p:cNvSpPr>
            <a:spLocks noGrp="1"/>
          </p:cNvSpPr>
          <p:nvPr>
            <p:ph type="ftr" idx="40"/>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365" name="PlaceHolder 3"/>
          <p:cNvSpPr>
            <a:spLocks noGrp="1"/>
          </p:cNvSpPr>
          <p:nvPr>
            <p:ph type="sldNum" idx="41"/>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FD152599-0D19-4812-99DB-8A26E3F1532D}"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366" name="PlaceHolder 4"/>
          <p:cNvSpPr>
            <a:spLocks noGrp="1"/>
          </p:cNvSpPr>
          <p:nvPr>
            <p:ph type="dt" idx="42"/>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67" name="PlaceHolder 5"/>
          <p:cNvSpPr>
            <a:spLocks noGrp="1"/>
          </p:cNvSpPr>
          <p:nvPr>
            <p:ph type="body"/>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7" r:id="rId26"/>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
          <p:cNvSpPr/>
          <p:nvPr/>
        </p:nvSpPr>
        <p:spPr>
          <a:xfrm rot="18876000">
            <a:off x="8645760" y="-405360"/>
            <a:ext cx="2895120" cy="289512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70" name=""/>
          <p:cNvSpPr/>
          <p:nvPr/>
        </p:nvSpPr>
        <p:spPr>
          <a:xfrm rot="18876000">
            <a:off x="8665920" y="3983040"/>
            <a:ext cx="2895120" cy="2895120"/>
          </a:xfrm>
          <a:prstGeom prst="rect">
            <a:avLst/>
          </a:prstGeom>
          <a:solidFill>
            <a:srgbClr val="ced4da"/>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71" name=""/>
          <p:cNvSpPr/>
          <p:nvPr/>
        </p:nvSpPr>
        <p:spPr>
          <a:xfrm rot="18964800">
            <a:off x="993960" y="5915880"/>
            <a:ext cx="2588400" cy="73116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72" name=""/>
          <p:cNvSpPr/>
          <p:nvPr/>
        </p:nvSpPr>
        <p:spPr>
          <a:xfrm rot="18964800">
            <a:off x="-1296720" y="5513760"/>
            <a:ext cx="2588400" cy="73116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73" name=""/>
          <p:cNvSpPr/>
          <p:nvPr/>
        </p:nvSpPr>
        <p:spPr>
          <a:xfrm rot="18964800">
            <a:off x="3682080" y="339480"/>
            <a:ext cx="3457440" cy="92196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74" name=""/>
          <p:cNvSpPr/>
          <p:nvPr/>
        </p:nvSpPr>
        <p:spPr>
          <a:xfrm rot="18964800">
            <a:off x="1445760" y="-758160"/>
            <a:ext cx="2588400" cy="73116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75" name=""/>
          <p:cNvSpPr/>
          <p:nvPr/>
        </p:nvSpPr>
        <p:spPr>
          <a:xfrm rot="18964800">
            <a:off x="-727200" y="3295080"/>
            <a:ext cx="2588400" cy="512640"/>
          </a:xfrm>
          <a:prstGeom prst="rect">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376"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buNone/>
            </a:pPr>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377" name="PlaceHolder 2"/>
          <p:cNvSpPr>
            <a:spLocks noGrp="1"/>
          </p:cNvSpPr>
          <p:nvPr>
            <p:ph type="body"/>
          </p:nvPr>
        </p:nvSpPr>
        <p:spPr>
          <a:xfrm>
            <a:off x="468000" y="1800000"/>
            <a:ext cx="9071640" cy="32878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378" name="PlaceHolder 3"/>
          <p:cNvSpPr>
            <a:spLocks noGrp="1"/>
          </p:cNvSpPr>
          <p:nvPr>
            <p:ph type="ftr" idx="43"/>
          </p:nvPr>
        </p:nvSpPr>
        <p:spPr>
          <a:xfrm>
            <a:off x="3442680" y="5166000"/>
            <a:ext cx="3194640" cy="390240"/>
          </a:xfrm>
          <a:prstGeom prst="rect">
            <a:avLst/>
          </a:prstGeom>
          <a:noFill/>
          <a:ln w="0">
            <a:noFill/>
          </a:ln>
        </p:spPr>
        <p:txBody>
          <a:bodyPr lIns="0" rIns="0" tIns="0" bIns="0" anchor="b">
            <a:noAutofit/>
          </a:bodyPr>
          <a:lstStyle>
            <a:lvl1pPr indent="0" algn="ctr">
              <a:lnSpc>
                <a:spcPct val="100000"/>
              </a:lnSpc>
              <a:buNone/>
              <a:tabLst>
                <a:tab algn="l" pos="0"/>
              </a:tabLst>
              <a:defRPr b="0" lang="en-US" sz="1400" spc="-1" strike="noStrike">
                <a:solidFill>
                  <a:srgbClr val="000000"/>
                </a:solidFill>
                <a:latin typeface="Noto Sans"/>
              </a:defRPr>
            </a:lvl1pPr>
          </a:lstStyle>
          <a:p>
            <a:pPr indent="0" algn="ctr">
              <a:lnSpc>
                <a:spcPct val="100000"/>
              </a:lnSpc>
              <a:buNone/>
              <a:tabLst>
                <a:tab algn="l" pos="0"/>
              </a:tabLst>
            </a:pPr>
            <a:r>
              <a:rPr b="0" lang="en-US" sz="1400" spc="-1" strike="noStrike">
                <a:solidFill>
                  <a:srgbClr val="000000"/>
                </a:solidFill>
                <a:latin typeface="Noto Sans"/>
              </a:rPr>
              <a:t>&lt;footer&gt;</a:t>
            </a:r>
            <a:endParaRPr b="0" lang="en-US" sz="1400" spc="-1" strike="noStrike">
              <a:solidFill>
                <a:srgbClr val="000000"/>
              </a:solidFill>
              <a:latin typeface="Times New Roman"/>
            </a:endParaRPr>
          </a:p>
        </p:txBody>
      </p:sp>
      <p:sp>
        <p:nvSpPr>
          <p:cNvPr id="379" name="PlaceHolder 4"/>
          <p:cNvSpPr>
            <a:spLocks noGrp="1"/>
          </p:cNvSpPr>
          <p:nvPr>
            <p:ph type="sldNum" idx="44"/>
          </p:nvPr>
        </p:nvSpPr>
        <p:spPr>
          <a:xfrm>
            <a:off x="7227360" y="5166000"/>
            <a:ext cx="2347920" cy="390240"/>
          </a:xfrm>
          <a:prstGeom prst="rect">
            <a:avLst/>
          </a:prstGeom>
          <a:noFill/>
          <a:ln w="0">
            <a:noFill/>
          </a:ln>
        </p:spPr>
        <p:txBody>
          <a:bodyPr lIns="0" rIns="0" tIns="0" bIns="0" anchor="b">
            <a:noAutofit/>
          </a:bodyPr>
          <a:lstStyle>
            <a:lvl1pPr indent="0" algn="r">
              <a:lnSpc>
                <a:spcPct val="100000"/>
              </a:lnSpc>
              <a:buNone/>
              <a:tabLst>
                <a:tab algn="l" pos="0"/>
              </a:tabLst>
              <a:defRPr b="0" lang="en-US" sz="1400" spc="-1" strike="noStrike">
                <a:solidFill>
                  <a:srgbClr val="000000"/>
                </a:solidFill>
                <a:latin typeface="Noto Sans"/>
              </a:defRPr>
            </a:lvl1pPr>
          </a:lstStyle>
          <a:p>
            <a:pPr indent="0" algn="r">
              <a:lnSpc>
                <a:spcPct val="100000"/>
              </a:lnSpc>
              <a:buNone/>
              <a:tabLst>
                <a:tab algn="l" pos="0"/>
              </a:tabLst>
            </a:pPr>
            <a:fld id="{0D266661-FA46-4A25-B7DD-FF2C6A77AE6F}" type="slidenum">
              <a:rPr b="0" lang="en-US" sz="1400" spc="-1" strike="noStrike">
                <a:solidFill>
                  <a:srgbClr val="000000"/>
                </a:solidFill>
                <a:latin typeface="Noto Sans"/>
              </a:rPr>
              <a:t>&lt;number&gt;</a:t>
            </a:fld>
            <a:endParaRPr b="0" lang="en-US" sz="1400" spc="-1" strike="noStrike">
              <a:solidFill>
                <a:srgbClr val="000000"/>
              </a:solidFill>
              <a:latin typeface="Times New Roman"/>
            </a:endParaRPr>
          </a:p>
        </p:txBody>
      </p:sp>
      <p:sp>
        <p:nvSpPr>
          <p:cNvPr id="380" name="PlaceHolder 5"/>
          <p:cNvSpPr>
            <a:spLocks noGrp="1"/>
          </p:cNvSpPr>
          <p:nvPr>
            <p:ph type="dt" idx="45"/>
          </p:nvPr>
        </p:nvSpPr>
        <p:spPr>
          <a:xfrm>
            <a:off x="468000" y="5166000"/>
            <a:ext cx="2347920" cy="390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Layout" Target="../slideLayouts/slideLayout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4.xml"/>
</Relationships>
</file>

<file path=ppt/slides/_rels/slide11.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svg"/><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9.png"/><Relationship Id="rId6" Type="http://schemas.openxmlformats.org/officeDocument/2006/relationships/image" Target="../media/image10.svg"/><Relationship Id="rId7" Type="http://schemas.openxmlformats.org/officeDocument/2006/relationships/slideLayout" Target="../slideLayouts/slideLayout16.xml"/>
</Relationships>
</file>

<file path=ppt/slides/_rels/slide12.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slideLayout" Target="../slideLayouts/slideLayout1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
          <p:cNvSpPr/>
          <p:nvPr/>
        </p:nvSpPr>
        <p:spPr>
          <a:xfrm>
            <a:off x="7315200" y="4706280"/>
            <a:ext cx="2377080" cy="322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300" spc="-1" strike="noStrike">
                <a:solidFill>
                  <a:srgbClr val="000000"/>
                </a:solidFill>
                <a:latin typeface="Noto Sans"/>
              </a:rPr>
              <a:t>Készítette: Bartos Ádám</a:t>
            </a:r>
            <a:endParaRPr b="0" lang="en-US" sz="1300" spc="-1" strike="noStrike">
              <a:solidFill>
                <a:srgbClr val="000000"/>
              </a:solidFill>
              <a:latin typeface="Arial"/>
            </a:endParaRPr>
          </a:p>
        </p:txBody>
      </p:sp>
      <p:sp>
        <p:nvSpPr>
          <p:cNvPr id="384" name=""/>
          <p:cNvSpPr/>
          <p:nvPr/>
        </p:nvSpPr>
        <p:spPr>
          <a:xfrm>
            <a:off x="7132320" y="4375440"/>
            <a:ext cx="360" cy="1005840"/>
          </a:xfrm>
          <a:prstGeom prst="line">
            <a:avLst/>
          </a:prstGeom>
          <a:ln w="54720">
            <a:solidFill>
              <a:srgbClr val="999999"/>
            </a:solidFill>
            <a:round/>
          </a:ln>
        </p:spPr>
        <p:style>
          <a:lnRef idx="0"/>
          <a:fillRef idx="0"/>
          <a:effectRef idx="0"/>
          <a:fontRef idx="minor"/>
        </p:style>
        <p:txBody>
          <a:bodyPr lIns="117360" rIns="117360" tIns="72360" bIns="72360" anchor="ctr">
            <a:noAutofit/>
          </a:bodyPr>
          <a:p>
            <a:endParaRPr b="0" lang="en-US" sz="1800" spc="-1" strike="noStrike">
              <a:solidFill>
                <a:srgbClr val="000000"/>
              </a:solidFill>
              <a:latin typeface="Noto Sans"/>
              <a:ea typeface="DejaVu Sans"/>
            </a:endParaRPr>
          </a:p>
        </p:txBody>
      </p:sp>
      <p:sp>
        <p:nvSpPr>
          <p:cNvPr id="385" name="PlaceHolder 1"/>
          <p:cNvSpPr>
            <a:spLocks noGrp="1"/>
          </p:cNvSpPr>
          <p:nvPr>
            <p:ph type="title"/>
          </p:nvPr>
        </p:nvSpPr>
        <p:spPr>
          <a:xfrm>
            <a:off x="2514600" y="4230360"/>
            <a:ext cx="2742840" cy="762120"/>
          </a:xfrm>
          <a:prstGeom prst="rect">
            <a:avLst/>
          </a:prstGeom>
          <a:noFill/>
          <a:ln w="0">
            <a:noFill/>
          </a:ln>
        </p:spPr>
        <p:txBody>
          <a:bodyPr lIns="0" rIns="0" tIns="0" bIns="0" anchor="ctr">
            <a:noAutofit/>
          </a:bodyPr>
          <a:p>
            <a:pPr indent="0" algn="r">
              <a:lnSpc>
                <a:spcPct val="100000"/>
              </a:lnSpc>
              <a:buNone/>
              <a:tabLst>
                <a:tab algn="l" pos="0"/>
              </a:tabLst>
            </a:pPr>
            <a:r>
              <a:rPr b="1" lang="en-US" sz="4400" spc="-1" strike="noStrike">
                <a:solidFill>
                  <a:srgbClr val="000000"/>
                </a:solidFill>
                <a:latin typeface="Noto Sans"/>
              </a:rPr>
              <a:t>LVL-Devil</a:t>
            </a:r>
            <a:endParaRPr b="0" lang="en-US" sz="4400" spc="-1" strike="noStrike">
              <a:solidFill>
                <a:srgbClr val="000000"/>
              </a:solidFill>
              <a:latin typeface="Arial"/>
            </a:endParaRPr>
          </a:p>
        </p:txBody>
      </p:sp>
      <p:sp>
        <p:nvSpPr>
          <p:cNvPr id="386" name="PlaceHolder 2"/>
          <p:cNvSpPr>
            <a:spLocks noGrp="1"/>
          </p:cNvSpPr>
          <p:nvPr>
            <p:ph type="subTitle"/>
          </p:nvPr>
        </p:nvSpPr>
        <p:spPr>
          <a:xfrm>
            <a:off x="1600200" y="4994280"/>
            <a:ext cx="5295240" cy="553320"/>
          </a:xfrm>
          <a:prstGeom prst="rect">
            <a:avLst/>
          </a:prstGeom>
          <a:noFill/>
          <a:ln w="0">
            <a:noFill/>
          </a:ln>
        </p:spPr>
        <p:txBody>
          <a:bodyPr lIns="0" rIns="0" tIns="0" bIns="0" anchor="ctr">
            <a:noAutofit/>
          </a:bodyPr>
          <a:p>
            <a:pPr indent="0" algn="r">
              <a:lnSpc>
                <a:spcPct val="100000"/>
              </a:lnSpc>
              <a:buNone/>
              <a:tabLst>
                <a:tab algn="l" pos="0"/>
              </a:tabLst>
            </a:pPr>
            <a:r>
              <a:rPr b="0" lang="en-US" sz="3200" spc="-1" strike="noStrike">
                <a:solidFill>
                  <a:srgbClr val="000000"/>
                </a:solidFill>
                <a:latin typeface="Noto Sans"/>
              </a:rPr>
              <a:t>Hogyan készült?</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nSpc>
                <a:spcPct val="100000"/>
              </a:lnSpc>
              <a:buNone/>
              <a:tabLst>
                <a:tab algn="l" pos="0"/>
              </a:tabLst>
            </a:pPr>
            <a:r>
              <a:rPr b="1" lang="en-US" sz="4400" spc="-1" strike="noStrike">
                <a:solidFill>
                  <a:srgbClr val="000000"/>
                </a:solidFill>
                <a:latin typeface="Noto Sans"/>
              </a:rPr>
              <a:t>Honnan jött az ötlet?</a:t>
            </a:r>
            <a:endParaRPr b="0" lang="en-US" sz="4400" spc="-1" strike="noStrike">
              <a:solidFill>
                <a:srgbClr val="000000"/>
              </a:solidFill>
              <a:latin typeface="Arial"/>
            </a:endParaRPr>
          </a:p>
        </p:txBody>
      </p:sp>
      <p:sp>
        <p:nvSpPr>
          <p:cNvPr id="388"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A cél egy egyszerű platform játék volt.</a:t>
            </a:r>
            <a:endParaRPr b="0" lang="en-US" sz="3200" spc="-1" strike="noStrike">
              <a:solidFill>
                <a:srgbClr val="000000"/>
              </a:solidFill>
              <a:latin typeface="Arial"/>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Tkinter használata.</a:t>
            </a:r>
            <a:endParaRPr b="0" lang="en-US" sz="3200" spc="-1" strike="noStrike">
              <a:solidFill>
                <a:srgbClr val="000000"/>
              </a:solidFill>
              <a:latin typeface="Arial"/>
            </a:endParaRPr>
          </a:p>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Ez volt az egyik ami az egyeszrűen megvalósíthatóak közül a legszimpatikusabb volt.</a:t>
            </a:r>
            <a:endParaRPr b="0" lang="en-US"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nSpc>
                <a:spcPct val="100000"/>
              </a:lnSpc>
              <a:buNone/>
              <a:tabLst>
                <a:tab algn="l" pos="0"/>
              </a:tabLst>
            </a:pPr>
            <a:r>
              <a:rPr b="1" lang="en-US" sz="4400" spc="-1" strike="noStrike">
                <a:solidFill>
                  <a:srgbClr val="000000"/>
                </a:solidFill>
                <a:latin typeface="Noto Sans"/>
              </a:rPr>
              <a:t>Hogyan kezdtem el?</a:t>
            </a:r>
            <a:endParaRPr b="0" lang="en-US" sz="4400" spc="-1" strike="noStrike">
              <a:solidFill>
                <a:srgbClr val="000000"/>
              </a:solidFill>
              <a:latin typeface="Arial"/>
            </a:endParaRPr>
          </a:p>
        </p:txBody>
      </p:sp>
      <p:sp>
        <p:nvSpPr>
          <p:cNvPr id="390" name="PlaceHolder 2"/>
          <p:cNvSpPr>
            <a:spLocks noGrp="1"/>
          </p:cNvSpPr>
          <p:nvPr>
            <p:ph/>
          </p:nvPr>
        </p:nvSpPr>
        <p:spPr>
          <a:xfrm>
            <a:off x="504000" y="1326600"/>
            <a:ext cx="9072000" cy="3288600"/>
          </a:xfrm>
          <a:prstGeom prst="rect">
            <a:avLst/>
          </a:prstGeom>
          <a:noFill/>
          <a:ln w="0">
            <a:noFill/>
          </a:ln>
        </p:spPr>
        <p:txBody>
          <a:bodyPr lIns="0" rIns="0" tIns="0" bIns="0" anchor="t">
            <a:normAutofit/>
          </a:bodyPr>
          <a:p>
            <a:pPr marL="432000" indent="0">
              <a:spcBef>
                <a:spcPts val="1417"/>
              </a:spcBef>
              <a:buNone/>
            </a:pPr>
            <a:r>
              <a:rPr b="0" lang="en-US" sz="3200" spc="-1" strike="noStrike">
                <a:solidFill>
                  <a:srgbClr val="000000"/>
                </a:solidFill>
                <a:latin typeface="Arial"/>
              </a:rPr>
              <a:t>A játék legeslegalapját vagyis magát az “engine”-t az AI segítségével sikerült működőképesre létrehozni.</a:t>
            </a:r>
            <a:endParaRPr b="0" lang="en-US" sz="3200" spc="-1" strike="noStrike">
              <a:solidFill>
                <a:srgbClr val="000000"/>
              </a:solidFill>
              <a:latin typeface="Arial"/>
            </a:endParaRPr>
          </a:p>
        </p:txBody>
      </p:sp>
      <p:pic>
        <p:nvPicPr>
          <p:cNvPr id="391" name="" descr=""/>
          <p:cNvPicPr/>
          <p:nvPr/>
        </p:nvPicPr>
        <p:blipFill>
          <a:blip r:embed="rId1">
            <a:alphaModFix amt="50000"/>
          </a:blip>
          <a:stretch/>
        </p:blipFill>
        <p:spPr>
          <a:xfrm>
            <a:off x="3000600" y="2743200"/>
            <a:ext cx="6143400" cy="2542680"/>
          </a:xfrm>
          <a:prstGeom prst="rect">
            <a:avLst/>
          </a:prstGeom>
          <a:ln w="0">
            <a:noFill/>
          </a:ln>
          <a:effectLst>
            <a:outerShdw dist="103350" dir="2700000" blurRad="0" rotWithShape="0">
              <a:srgbClr val="808080">
                <a:alpha val="50000"/>
              </a:srgbClr>
            </a:outerShdw>
          </a:effectLst>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ubTitle"/>
          </p:nvPr>
        </p:nvSpPr>
        <p:spPr>
          <a:xfrm>
            <a:off x="468000" y="457200"/>
            <a:ext cx="9071640" cy="2514600"/>
          </a:xfrm>
          <a:prstGeom prst="rect">
            <a:avLst/>
          </a:prstGeom>
          <a:noFill/>
          <a:ln w="0">
            <a:noFill/>
          </a:ln>
        </p:spPr>
        <p:txBody>
          <a:bodyPr lIns="0" rIns="0" tIns="0" bIns="0" anchor="ctr">
            <a:noAutofit/>
          </a:bodyPr>
          <a:p>
            <a:r>
              <a:rPr b="0" lang="en-US" sz="3200" spc="-1" strike="noStrike">
                <a:solidFill>
                  <a:srgbClr val="000000"/>
                </a:solidFill>
                <a:latin typeface="Arial"/>
              </a:rPr>
              <a:t>Ezután még rengeteg munka várt rám.</a:t>
            </a:r>
            <a:endParaRPr b="0" lang="en-US" sz="3200" spc="-1" strike="noStrike">
              <a:solidFill>
                <a:srgbClr val="000000"/>
              </a:solidFill>
              <a:latin typeface="Arial"/>
            </a:endParaRPr>
          </a:p>
          <a:p>
            <a:endParaRPr b="0" lang="en-US" sz="3200" spc="-1" strike="noStrike">
              <a:solidFill>
                <a:srgbClr val="000000"/>
              </a:solidFill>
              <a:latin typeface="Arial"/>
            </a:endParaRPr>
          </a:p>
          <a:p>
            <a:r>
              <a:rPr b="0" lang="en-US" sz="2400" spc="-1" strike="noStrike">
                <a:solidFill>
                  <a:srgbClr val="000000"/>
                </a:solidFill>
                <a:latin typeface="Arial"/>
              </a:rPr>
              <a:t>Elsőként átalakítottam a szövegeket az elvárásaimank </a:t>
            </a:r>
            <a:r>
              <a:rPr b="0" lang="en-US" sz="2400" spc="-1" strike="noStrike">
                <a:solidFill>
                  <a:srgbClr val="000000"/>
                </a:solidFill>
                <a:latin typeface="Arial"/>
              </a:rPr>
              <a:t>megfelelően, és a fontos részeket kommenteltem.</a:t>
            </a:r>
            <a:endParaRPr b="0" lang="en-US" sz="2400" spc="-1" strike="noStrike">
              <a:solidFill>
                <a:srgbClr val="000000"/>
              </a:solidFill>
              <a:latin typeface="Arial"/>
            </a:endParaRPr>
          </a:p>
        </p:txBody>
      </p:sp>
      <p:pic>
        <p:nvPicPr>
          <p:cNvPr id="393" name="" descr=""/>
          <p:cNvPicPr/>
          <p:nvPr/>
        </p:nvPicPr>
        <p:blipFill>
          <a:blip r:embed="rId1">
            <a:alphaModFix amt="50000"/>
          </a:blip>
          <a:stretch/>
        </p:blipFill>
        <p:spPr>
          <a:xfrm>
            <a:off x="1986480" y="2971800"/>
            <a:ext cx="4871520" cy="2470320"/>
          </a:xfrm>
          <a:prstGeom prst="rect">
            <a:avLst/>
          </a:prstGeom>
          <a:ln w="0">
            <a:noFill/>
          </a:ln>
          <a:effectLst>
            <a:outerShdw dist="103350" dir="2700000" blurRad="762120" rotWithShape="0">
              <a:srgbClr val="808080">
                <a:alpha val="50000"/>
              </a:srgbClr>
            </a:outerShdw>
          </a:effectLst>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nSpc>
                <a:spcPct val="100000"/>
              </a:lnSpc>
              <a:buNone/>
              <a:tabLst>
                <a:tab algn="l" pos="0"/>
              </a:tabLst>
            </a:pPr>
            <a:r>
              <a:rPr b="1" lang="en-US" sz="4400" spc="-1" strike="noStrike">
                <a:solidFill>
                  <a:srgbClr val="000000"/>
                </a:solidFill>
                <a:latin typeface="Noto Sans"/>
              </a:rPr>
              <a:t>Hogyan kezdtem el?</a:t>
            </a:r>
            <a:endParaRPr b="0" lang="en-US" sz="4400" spc="-1" strike="noStrike">
              <a:solidFill>
                <a:srgbClr val="000000"/>
              </a:solidFill>
              <a:latin typeface="Arial"/>
            </a:endParaRPr>
          </a:p>
        </p:txBody>
      </p:sp>
      <p:sp>
        <p:nvSpPr>
          <p:cNvPr id="395" name="PlaceHolder 2"/>
          <p:cNvSpPr>
            <a:spLocks noGrp="1"/>
          </p:cNvSpPr>
          <p:nvPr>
            <p:ph/>
          </p:nvPr>
        </p:nvSpPr>
        <p:spPr>
          <a:xfrm>
            <a:off x="468000" y="1800000"/>
            <a:ext cx="6162840" cy="32878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
          <p:cNvSpPr/>
          <p:nvPr/>
        </p:nvSpPr>
        <p:spPr>
          <a:xfrm>
            <a:off x="822960" y="2273400"/>
            <a:ext cx="2375640" cy="401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Noto Sans"/>
              </a:rPr>
              <a:t>Lorem Ipsum Dolor</a:t>
            </a:r>
            <a:endParaRPr b="0" lang="en-US" sz="1800" spc="-1" strike="noStrike">
              <a:solidFill>
                <a:srgbClr val="000000"/>
              </a:solidFill>
              <a:latin typeface="Arial"/>
            </a:endParaRPr>
          </a:p>
        </p:txBody>
      </p:sp>
      <p:sp>
        <p:nvSpPr>
          <p:cNvPr id="397" name=""/>
          <p:cNvSpPr/>
          <p:nvPr/>
        </p:nvSpPr>
        <p:spPr>
          <a:xfrm>
            <a:off x="1097280" y="2885400"/>
            <a:ext cx="5851800" cy="153180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999999"/>
                </a:solidFill>
                <a:latin typeface="Noto Sans"/>
              </a:rPr>
              <a:t>Id volutpat lacus laoreet non curabitur gravida arcu. Felis bibendum ut tristique et egestas quis ipsum suspendisse. Quam viverra orci sagittis eu. Risus commodo viverra maecenas accumsan lacus. Sit amet est placerat in egestas. Semper auctor neque vitae tempus quam pellentesque</a:t>
            </a:r>
            <a:endParaRPr b="0" lang="en-US" sz="1600" spc="-1" strike="noStrike">
              <a:solidFill>
                <a:srgbClr val="000000"/>
              </a:solidFill>
              <a:latin typeface="Arial"/>
            </a:endParaRPr>
          </a:p>
        </p:txBody>
      </p:sp>
      <p:sp>
        <p:nvSpPr>
          <p:cNvPr id="398" name=""/>
          <p:cNvSpPr/>
          <p:nvPr/>
        </p:nvSpPr>
        <p:spPr>
          <a:xfrm>
            <a:off x="914400" y="2835000"/>
            <a:ext cx="91080" cy="1645560"/>
          </a:xfrm>
          <a:prstGeom prst="rect">
            <a:avLst/>
          </a:prstGeom>
          <a:solidFill>
            <a:srgbClr val="ced4da">
              <a:alpha val="5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399"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
          <p:cNvSpPr/>
          <p:nvPr/>
        </p:nvSpPr>
        <p:spPr>
          <a:xfrm>
            <a:off x="91440" y="1158840"/>
            <a:ext cx="3382920" cy="74808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spcBef>
                <a:spcPts val="1191"/>
              </a:spcBef>
              <a:spcAft>
                <a:spcPts val="992"/>
              </a:spcAft>
            </a:pPr>
            <a:r>
              <a:rPr b="0" lang="en-US" sz="1200" spc="-1" strike="noStrike">
                <a:solidFill>
                  <a:srgbClr val="666666"/>
                </a:solidFill>
                <a:latin typeface="Noto Sans"/>
              </a:rPr>
              <a:t>Lorem ipsum dolor sit amet, consectetur adipiscing elit, sed do eiusmod tempor incididunt ut labore et dolore magna aliqua. </a:t>
            </a:r>
            <a:endParaRPr b="0" lang="en-US" sz="1200" spc="-1" strike="noStrike">
              <a:solidFill>
                <a:srgbClr val="000000"/>
              </a:solidFill>
              <a:latin typeface="Arial"/>
            </a:endParaRPr>
          </a:p>
        </p:txBody>
      </p:sp>
      <p:sp>
        <p:nvSpPr>
          <p:cNvPr id="401" name=""/>
          <p:cNvSpPr/>
          <p:nvPr/>
        </p:nvSpPr>
        <p:spPr>
          <a:xfrm>
            <a:off x="1463040" y="731520"/>
            <a:ext cx="2011320" cy="40104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pPr>
            <a:r>
              <a:rPr b="1" lang="en-US" sz="1800" spc="-1" strike="noStrike">
                <a:solidFill>
                  <a:srgbClr val="000000"/>
                </a:solidFill>
                <a:latin typeface="Noto Sans"/>
              </a:rPr>
              <a:t>Lorem</a:t>
            </a:r>
            <a:endParaRPr b="0" lang="en-US" sz="1800" spc="-1" strike="noStrike">
              <a:solidFill>
                <a:srgbClr val="000000"/>
              </a:solidFill>
              <a:latin typeface="Arial"/>
            </a:endParaRPr>
          </a:p>
        </p:txBody>
      </p:sp>
      <p:sp>
        <p:nvSpPr>
          <p:cNvPr id="402" name=""/>
          <p:cNvSpPr/>
          <p:nvPr/>
        </p:nvSpPr>
        <p:spPr>
          <a:xfrm>
            <a:off x="109800" y="2639520"/>
            <a:ext cx="3382920" cy="106056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spcBef>
                <a:spcPts val="1191"/>
              </a:spcBef>
              <a:spcAft>
                <a:spcPts val="992"/>
              </a:spcAft>
            </a:pPr>
            <a:r>
              <a:rPr b="0" lang="en-US" sz="1200" spc="-1" strike="noStrike">
                <a:solidFill>
                  <a:srgbClr val="666666"/>
                </a:solidFill>
                <a:latin typeface="Noto Sans"/>
              </a:rPr>
              <a:t>Lorem ipsum dolor sit amet, consectetur adipiscing elit, sed do eiusmod tempor incididunt ut labore et dolore magna aliqua. </a:t>
            </a:r>
            <a:endParaRPr b="0" lang="en-US" sz="1200" spc="-1" strike="noStrike">
              <a:solidFill>
                <a:srgbClr val="000000"/>
              </a:solidFill>
              <a:latin typeface="Arial"/>
            </a:endParaRPr>
          </a:p>
        </p:txBody>
      </p:sp>
      <p:sp>
        <p:nvSpPr>
          <p:cNvPr id="403" name=""/>
          <p:cNvSpPr/>
          <p:nvPr/>
        </p:nvSpPr>
        <p:spPr>
          <a:xfrm>
            <a:off x="1481400" y="2212200"/>
            <a:ext cx="2011320" cy="40104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pPr>
            <a:r>
              <a:rPr b="1" lang="en-US" sz="1800" spc="-1" strike="noStrike">
                <a:solidFill>
                  <a:srgbClr val="000000"/>
                </a:solidFill>
                <a:latin typeface="Noto Sans"/>
              </a:rPr>
              <a:t>Ipsum</a:t>
            </a:r>
            <a:endParaRPr b="0" lang="en-US" sz="1800" spc="-1" strike="noStrike">
              <a:solidFill>
                <a:srgbClr val="000000"/>
              </a:solidFill>
              <a:latin typeface="Arial"/>
            </a:endParaRPr>
          </a:p>
        </p:txBody>
      </p:sp>
      <p:sp>
        <p:nvSpPr>
          <p:cNvPr id="404" name=""/>
          <p:cNvSpPr/>
          <p:nvPr/>
        </p:nvSpPr>
        <p:spPr>
          <a:xfrm>
            <a:off x="91440" y="4097880"/>
            <a:ext cx="3382920" cy="74808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spcBef>
                <a:spcPts val="1191"/>
              </a:spcBef>
              <a:spcAft>
                <a:spcPts val="992"/>
              </a:spcAft>
            </a:pPr>
            <a:r>
              <a:rPr b="0" lang="en-US" sz="1200" spc="-1" strike="noStrike">
                <a:solidFill>
                  <a:srgbClr val="666666"/>
                </a:solidFill>
                <a:latin typeface="Noto Sans"/>
              </a:rPr>
              <a:t>Lorem ipsum dolor sit amet, consectetur adipiscing elit, sed do eiusmod tempor incididunt ut labore et dolore magna aliqua. </a:t>
            </a:r>
            <a:endParaRPr b="0" lang="en-US" sz="1200" spc="-1" strike="noStrike">
              <a:solidFill>
                <a:srgbClr val="000000"/>
              </a:solidFill>
              <a:latin typeface="Arial"/>
            </a:endParaRPr>
          </a:p>
        </p:txBody>
      </p:sp>
      <p:sp>
        <p:nvSpPr>
          <p:cNvPr id="405" name=""/>
          <p:cNvSpPr/>
          <p:nvPr/>
        </p:nvSpPr>
        <p:spPr>
          <a:xfrm>
            <a:off x="1463040" y="3670560"/>
            <a:ext cx="2011320" cy="40104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pPr>
            <a:r>
              <a:rPr b="1" lang="en-US" sz="1800" spc="-1" strike="noStrike">
                <a:solidFill>
                  <a:srgbClr val="000000"/>
                </a:solidFill>
                <a:latin typeface="Noto Sans"/>
              </a:rPr>
              <a:t>Dolor</a:t>
            </a:r>
            <a:endParaRPr b="0" lang="en-US" sz="1800" spc="-1" strike="noStrike">
              <a:solidFill>
                <a:srgbClr val="000000"/>
              </a:solidFill>
              <a:latin typeface="Arial"/>
            </a:endParaRPr>
          </a:p>
        </p:txBody>
      </p:sp>
      <p:sp>
        <p:nvSpPr>
          <p:cNvPr id="406" name=""/>
          <p:cNvSpPr/>
          <p:nvPr/>
        </p:nvSpPr>
        <p:spPr>
          <a:xfrm>
            <a:off x="6672240" y="4447080"/>
            <a:ext cx="3382920" cy="7480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0" lang="en-US" sz="1200" spc="-1" strike="noStrike">
                <a:solidFill>
                  <a:srgbClr val="666666"/>
                </a:solidFill>
                <a:latin typeface="Noto Sans"/>
              </a:rPr>
              <a:t>Lorem ipsum dolor sit amet, consectetur adipiscing elit, sed do eiusmod tempor incididunt ut labore et dolore magna aliqua. </a:t>
            </a:r>
            <a:endParaRPr b="0" lang="en-US" sz="1200" spc="-1" strike="noStrike">
              <a:solidFill>
                <a:srgbClr val="000000"/>
              </a:solidFill>
              <a:latin typeface="Arial"/>
            </a:endParaRPr>
          </a:p>
        </p:txBody>
      </p:sp>
      <p:sp>
        <p:nvSpPr>
          <p:cNvPr id="407" name=""/>
          <p:cNvSpPr/>
          <p:nvPr/>
        </p:nvSpPr>
        <p:spPr>
          <a:xfrm>
            <a:off x="6672240" y="4019760"/>
            <a:ext cx="2011320" cy="401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Noto Sans"/>
              </a:rPr>
              <a:t>Consectetur</a:t>
            </a:r>
            <a:endParaRPr b="0" lang="en-US" sz="1800" spc="-1" strike="noStrike">
              <a:solidFill>
                <a:srgbClr val="000000"/>
              </a:solidFill>
              <a:latin typeface="Arial"/>
            </a:endParaRPr>
          </a:p>
        </p:txBody>
      </p:sp>
      <p:sp>
        <p:nvSpPr>
          <p:cNvPr id="408" name=""/>
          <p:cNvSpPr/>
          <p:nvPr/>
        </p:nvSpPr>
        <p:spPr>
          <a:xfrm>
            <a:off x="6672240" y="2990520"/>
            <a:ext cx="3382920" cy="7480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0" lang="en-US" sz="1200" spc="-1" strike="noStrike">
                <a:solidFill>
                  <a:srgbClr val="666666"/>
                </a:solidFill>
                <a:latin typeface="Noto Sans"/>
              </a:rPr>
              <a:t>Lorem ipsum dolor sit amet, consectetur adipiscing elit, sed do eiusmod tempor incididunt ut labore et dolore magna aliqua. </a:t>
            </a:r>
            <a:endParaRPr b="0" lang="en-US" sz="1200" spc="-1" strike="noStrike">
              <a:solidFill>
                <a:srgbClr val="000000"/>
              </a:solidFill>
              <a:latin typeface="Arial"/>
            </a:endParaRPr>
          </a:p>
        </p:txBody>
      </p:sp>
      <p:sp>
        <p:nvSpPr>
          <p:cNvPr id="409" name=""/>
          <p:cNvSpPr/>
          <p:nvPr/>
        </p:nvSpPr>
        <p:spPr>
          <a:xfrm>
            <a:off x="6672240" y="2563200"/>
            <a:ext cx="2011320" cy="401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Noto Sans"/>
              </a:rPr>
              <a:t>Amet</a:t>
            </a:r>
            <a:endParaRPr b="0" lang="en-US" sz="1800" spc="-1" strike="noStrike">
              <a:solidFill>
                <a:srgbClr val="000000"/>
              </a:solidFill>
              <a:latin typeface="Arial"/>
            </a:endParaRPr>
          </a:p>
        </p:txBody>
      </p:sp>
      <p:sp>
        <p:nvSpPr>
          <p:cNvPr id="410" name=""/>
          <p:cNvSpPr/>
          <p:nvPr/>
        </p:nvSpPr>
        <p:spPr>
          <a:xfrm>
            <a:off x="6672240" y="1433160"/>
            <a:ext cx="3382920" cy="7480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0" lang="en-US" sz="1200" spc="-1" strike="noStrike">
                <a:solidFill>
                  <a:srgbClr val="666666"/>
                </a:solidFill>
                <a:latin typeface="Noto Sans"/>
              </a:rPr>
              <a:t>Lorem ipsum dolor sit amet, consectetur adipiscing elit, sed do eiusmod tempor incididunt ut labore et dolore magna aliqua. </a:t>
            </a:r>
            <a:endParaRPr b="0" lang="en-US" sz="1200" spc="-1" strike="noStrike">
              <a:solidFill>
                <a:srgbClr val="000000"/>
              </a:solidFill>
              <a:latin typeface="Arial"/>
            </a:endParaRPr>
          </a:p>
        </p:txBody>
      </p:sp>
      <p:sp>
        <p:nvSpPr>
          <p:cNvPr id="411" name=""/>
          <p:cNvSpPr/>
          <p:nvPr/>
        </p:nvSpPr>
        <p:spPr>
          <a:xfrm>
            <a:off x="6672240" y="1005840"/>
            <a:ext cx="2011320" cy="401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Noto Sans"/>
              </a:rPr>
              <a:t>Sit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2" name="" descr=""/>
          <p:cNvPicPr/>
          <p:nvPr/>
        </p:nvPicPr>
        <p:blipFill>
          <a:blip r:embed="rId1">
            <a:extLst>
              <a:ext uri="{96DAC541-7B7A-43D3-8B79-37D633B846F1}">
                <asvg:svgBlip xmlns:asvg="http://schemas.microsoft.com/office/drawing/2016/SVG/main" r:embed="rId2"/>
              </a:ext>
            </a:extLst>
            <a:alphaModFix amt="50000"/>
          </a:blip>
          <a:stretch/>
        </p:blipFill>
        <p:spPr>
          <a:xfrm>
            <a:off x="1188720" y="2783880"/>
            <a:ext cx="781920" cy="781920"/>
          </a:xfrm>
          <a:prstGeom prst="rect">
            <a:avLst/>
          </a:prstGeom>
          <a:ln w="0">
            <a:noFill/>
          </a:ln>
          <a:effectLst>
            <a:outerShdw blurRad="0" dir="2700000" dist="102841" rotWithShape="0">
              <a:srgbClr val="808080">
                <a:alpha val="20000"/>
              </a:srgbClr>
            </a:outerShdw>
          </a:effectLst>
        </p:spPr>
      </p:pic>
      <p:sp>
        <p:nvSpPr>
          <p:cNvPr id="413" name=""/>
          <p:cNvSpPr/>
          <p:nvPr/>
        </p:nvSpPr>
        <p:spPr>
          <a:xfrm>
            <a:off x="2651760" y="4467600"/>
            <a:ext cx="3382920" cy="7480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191"/>
              </a:spcBef>
              <a:spcAft>
                <a:spcPts val="992"/>
              </a:spcAft>
            </a:pPr>
            <a:r>
              <a:rPr b="0" lang="en-US" sz="1200" spc="-1" strike="noStrike">
                <a:solidFill>
                  <a:srgbClr val="666666"/>
                </a:solidFill>
                <a:latin typeface="Noto Sans"/>
              </a:rPr>
              <a:t>Lorem ipsum dolor sit amet, consectetur adipiscing elit, sed do eiusmod tempor incididunt ut labore et dolore magna aliqua. </a:t>
            </a:r>
            <a:endParaRPr b="0" lang="en-US" sz="1200" spc="-1" strike="noStrike">
              <a:solidFill>
                <a:srgbClr val="000000"/>
              </a:solidFill>
              <a:latin typeface="Arial"/>
            </a:endParaRPr>
          </a:p>
        </p:txBody>
      </p:sp>
      <p:sp>
        <p:nvSpPr>
          <p:cNvPr id="414" name=""/>
          <p:cNvSpPr/>
          <p:nvPr/>
        </p:nvSpPr>
        <p:spPr>
          <a:xfrm>
            <a:off x="2651760" y="4040280"/>
            <a:ext cx="2011320" cy="4010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1800" spc="-1" strike="noStrike">
                <a:solidFill>
                  <a:srgbClr val="000000"/>
                </a:solidFill>
                <a:latin typeface="Noto Sans"/>
              </a:rPr>
              <a:t>03 Dolor</a:t>
            </a:r>
            <a:endParaRPr b="0" lang="en-US" sz="1800" spc="-1" strike="noStrike">
              <a:solidFill>
                <a:srgbClr val="000000"/>
              </a:solidFill>
              <a:latin typeface="Arial"/>
            </a:endParaRPr>
          </a:p>
        </p:txBody>
      </p:sp>
      <p:sp>
        <p:nvSpPr>
          <p:cNvPr id="415" name=""/>
          <p:cNvSpPr/>
          <p:nvPr/>
        </p:nvSpPr>
        <p:spPr>
          <a:xfrm>
            <a:off x="180000" y="1250280"/>
            <a:ext cx="3477240" cy="98568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spcBef>
                <a:spcPts val="1191"/>
              </a:spcBef>
              <a:spcAft>
                <a:spcPts val="992"/>
              </a:spcAft>
            </a:pPr>
            <a:r>
              <a:rPr b="0" lang="en-US" sz="1200" spc="-1" strike="noStrike">
                <a:solidFill>
                  <a:srgbClr val="666666"/>
                </a:solidFill>
                <a:latin typeface="Noto Sans"/>
              </a:rPr>
              <a:t>Lorem ipsum dolor sit amet, consectetur adipiscing elit, sed do eiusmod tempor incididunt ut labore et dolore magna aliqua. </a:t>
            </a:r>
            <a:endParaRPr b="0" lang="en-US" sz="1200" spc="-1" strike="noStrike">
              <a:solidFill>
                <a:srgbClr val="000000"/>
              </a:solidFill>
              <a:latin typeface="Arial"/>
            </a:endParaRPr>
          </a:p>
        </p:txBody>
      </p:sp>
      <p:sp>
        <p:nvSpPr>
          <p:cNvPr id="416" name=""/>
          <p:cNvSpPr/>
          <p:nvPr/>
        </p:nvSpPr>
        <p:spPr>
          <a:xfrm>
            <a:off x="2468880" y="822960"/>
            <a:ext cx="1410120" cy="1371240"/>
          </a:xfrm>
          <a:prstGeom prst="ellipse">
            <a:avLst/>
          </a:prstGeom>
          <a:solidFill>
            <a:srgbClr val="8d99ae">
              <a:alpha val="10000"/>
            </a:srgbClr>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417" name=""/>
          <p:cNvSpPr/>
          <p:nvPr/>
        </p:nvSpPr>
        <p:spPr>
          <a:xfrm>
            <a:off x="1645920" y="822960"/>
            <a:ext cx="2011320" cy="40104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pPr>
            <a:r>
              <a:rPr b="1" lang="en-US" sz="1800" spc="-1" strike="noStrike">
                <a:solidFill>
                  <a:srgbClr val="000000"/>
                </a:solidFill>
                <a:latin typeface="Noto Sans"/>
              </a:rPr>
              <a:t>01 Lorem</a:t>
            </a:r>
            <a:endParaRPr b="0" lang="en-US" sz="1800" spc="-1" strike="noStrike">
              <a:solidFill>
                <a:srgbClr val="000000"/>
              </a:solidFill>
              <a:latin typeface="Arial"/>
            </a:endParaRPr>
          </a:p>
        </p:txBody>
      </p:sp>
      <p:pic>
        <p:nvPicPr>
          <p:cNvPr id="418" name="" descr=""/>
          <p:cNvPicPr/>
          <p:nvPr/>
        </p:nvPicPr>
        <p:blipFill>
          <a:blip r:embed="rId3">
            <a:extLst>
              <a:ext uri="{96DAC541-7B7A-43D3-8B79-37D633B846F1}">
                <asvg:svgBlip xmlns:asvg="http://schemas.microsoft.com/office/drawing/2016/SVG/main" r:embed="rId4"/>
              </a:ext>
            </a:extLst>
            <a:alphaModFix amt="50000"/>
          </a:blip>
          <a:stretch/>
        </p:blipFill>
        <p:spPr>
          <a:xfrm>
            <a:off x="4854240" y="1774080"/>
            <a:ext cx="942840" cy="1045080"/>
          </a:xfrm>
          <a:prstGeom prst="rect">
            <a:avLst/>
          </a:prstGeom>
          <a:ln w="0">
            <a:noFill/>
          </a:ln>
          <a:effectLst>
            <a:outerShdw blurRad="0" dir="2700000" dist="102841" rotWithShape="0">
              <a:srgbClr val="808080">
                <a:alpha val="20000"/>
              </a:srgbClr>
            </a:outerShdw>
          </a:effectLst>
        </p:spPr>
      </p:pic>
      <p:pic>
        <p:nvPicPr>
          <p:cNvPr id="419" name="" descr=""/>
          <p:cNvPicPr/>
          <p:nvPr/>
        </p:nvPicPr>
        <p:blipFill>
          <a:blip r:embed="rId5">
            <a:extLst>
              <a:ext uri="{96DAC541-7B7A-43D3-8B79-37D633B846F1}">
                <asvg:svgBlip xmlns:asvg="http://schemas.microsoft.com/office/drawing/2016/SVG/main" r:embed="rId6"/>
              </a:ext>
            </a:extLst>
            <a:alphaModFix amt="50000"/>
          </a:blip>
          <a:stretch/>
        </p:blipFill>
        <p:spPr>
          <a:xfrm>
            <a:off x="6884640" y="3486960"/>
            <a:ext cx="924120" cy="847080"/>
          </a:xfrm>
          <a:prstGeom prst="rect">
            <a:avLst/>
          </a:prstGeom>
          <a:ln w="0">
            <a:noFill/>
          </a:ln>
          <a:effectLst>
            <a:outerShdw blurRad="0" dir="2700000" dist="102841" rotWithShape="0">
              <a:srgbClr val="808080">
                <a:alpha val="20000"/>
              </a:srgbClr>
            </a:outerShdw>
          </a:effectLst>
        </p:spPr>
      </p:pic>
      <p:sp>
        <p:nvSpPr>
          <p:cNvPr id="420" name=""/>
          <p:cNvSpPr/>
          <p:nvPr/>
        </p:nvSpPr>
        <p:spPr>
          <a:xfrm>
            <a:off x="6309360" y="1856520"/>
            <a:ext cx="2742840" cy="91944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spcBef>
                <a:spcPts val="1191"/>
              </a:spcBef>
              <a:spcAft>
                <a:spcPts val="992"/>
              </a:spcAft>
            </a:pPr>
            <a:r>
              <a:rPr b="0" lang="en-US" sz="1200" spc="-1" strike="noStrike">
                <a:solidFill>
                  <a:srgbClr val="666666"/>
                </a:solidFill>
                <a:latin typeface="Noto Sans"/>
              </a:rPr>
              <a:t>Lorem ipsum dolor sit amet, consectetur adipiscing elit, sed do eiusmod tempor incididunt ut labore et dolore magna aliqua. </a:t>
            </a:r>
            <a:endParaRPr b="0" lang="en-US" sz="1200" spc="-1" strike="noStrike">
              <a:solidFill>
                <a:srgbClr val="000000"/>
              </a:solidFill>
              <a:latin typeface="Arial"/>
            </a:endParaRPr>
          </a:p>
        </p:txBody>
      </p:sp>
      <p:sp>
        <p:nvSpPr>
          <p:cNvPr id="421" name=""/>
          <p:cNvSpPr/>
          <p:nvPr/>
        </p:nvSpPr>
        <p:spPr>
          <a:xfrm>
            <a:off x="7040880" y="1429200"/>
            <a:ext cx="2011320" cy="401040"/>
          </a:xfrm>
          <a:prstGeom prst="rect">
            <a:avLst/>
          </a:prstGeom>
          <a:noFill/>
          <a:ln w="0">
            <a:noFill/>
          </a:ln>
        </p:spPr>
        <p:style>
          <a:lnRef idx="0"/>
          <a:fillRef idx="0"/>
          <a:effectRef idx="0"/>
          <a:fontRef idx="minor"/>
        </p:style>
        <p:txBody>
          <a:bodyPr lIns="90000" rIns="90000" tIns="45000" bIns="45000" anchor="t">
            <a:noAutofit/>
          </a:bodyPr>
          <a:p>
            <a:pPr algn="r">
              <a:lnSpc>
                <a:spcPct val="100000"/>
              </a:lnSpc>
            </a:pPr>
            <a:r>
              <a:rPr b="1" lang="en-US" sz="1800" spc="-1" strike="noStrike">
                <a:solidFill>
                  <a:srgbClr val="000000"/>
                </a:solidFill>
                <a:latin typeface="Noto Sans"/>
              </a:rPr>
              <a:t>02 Ipsum</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
          <p:cNvSpPr/>
          <p:nvPr/>
        </p:nvSpPr>
        <p:spPr>
          <a:xfrm>
            <a:off x="953280" y="1524240"/>
            <a:ext cx="3200040" cy="1132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500" spc="-1" strike="noStrike">
                <a:solidFill>
                  <a:srgbClr val="666666"/>
                </a:solidFill>
                <a:latin typeface="Noto Sans"/>
              </a:rPr>
              <a:t>Lorem ipsum dolor sit amet, consectetur adipiscing elit, sed do eiusmod tempor incididunt ut labore et dolore magna aliqua. </a:t>
            </a:r>
            <a:endParaRPr b="0" lang="en-US" sz="1500" spc="-1" strike="noStrike">
              <a:solidFill>
                <a:srgbClr val="000000"/>
              </a:solidFill>
              <a:latin typeface="Arial"/>
            </a:endParaRPr>
          </a:p>
        </p:txBody>
      </p:sp>
      <p:sp>
        <p:nvSpPr>
          <p:cNvPr id="423" name=""/>
          <p:cNvSpPr/>
          <p:nvPr/>
        </p:nvSpPr>
        <p:spPr>
          <a:xfrm>
            <a:off x="1604520" y="1113840"/>
            <a:ext cx="1554120" cy="471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Noto Sans"/>
              </a:rPr>
              <a:t>Lorem</a:t>
            </a:r>
            <a:endParaRPr b="0" lang="en-US" sz="2200" spc="-1" strike="noStrike">
              <a:solidFill>
                <a:srgbClr val="000000"/>
              </a:solidFill>
              <a:latin typeface="Arial"/>
            </a:endParaRPr>
          </a:p>
        </p:txBody>
      </p:sp>
      <p:sp>
        <p:nvSpPr>
          <p:cNvPr id="424" name=""/>
          <p:cNvSpPr/>
          <p:nvPr/>
        </p:nvSpPr>
        <p:spPr>
          <a:xfrm>
            <a:off x="2873520" y="4037760"/>
            <a:ext cx="3200040" cy="1132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500" spc="-1" strike="noStrike">
                <a:solidFill>
                  <a:srgbClr val="666666"/>
                </a:solidFill>
                <a:latin typeface="Noto Sans"/>
              </a:rPr>
              <a:t>Lorem ipsum dolor sit amet, consectetur adipiscing elit, sed do eiusmod tempor incididunt ut labore et dolore magna aliqua. </a:t>
            </a:r>
            <a:endParaRPr b="0" lang="en-US" sz="1500" spc="-1" strike="noStrike">
              <a:solidFill>
                <a:srgbClr val="000000"/>
              </a:solidFill>
              <a:latin typeface="Arial"/>
            </a:endParaRPr>
          </a:p>
        </p:txBody>
      </p:sp>
      <p:sp>
        <p:nvSpPr>
          <p:cNvPr id="425" name=""/>
          <p:cNvSpPr/>
          <p:nvPr/>
        </p:nvSpPr>
        <p:spPr>
          <a:xfrm>
            <a:off x="3524760" y="3627360"/>
            <a:ext cx="1554120" cy="471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Noto Sans"/>
              </a:rPr>
              <a:t>Ipsum</a:t>
            </a:r>
            <a:endParaRPr b="0" lang="en-US" sz="2200" spc="-1" strike="noStrike">
              <a:solidFill>
                <a:srgbClr val="000000"/>
              </a:solidFill>
              <a:latin typeface="Arial"/>
            </a:endParaRPr>
          </a:p>
        </p:txBody>
      </p:sp>
      <p:sp>
        <p:nvSpPr>
          <p:cNvPr id="426" name=""/>
          <p:cNvSpPr/>
          <p:nvPr/>
        </p:nvSpPr>
        <p:spPr>
          <a:xfrm>
            <a:off x="6714000" y="4084560"/>
            <a:ext cx="3200040" cy="1132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500" spc="-1" strike="noStrike">
                <a:solidFill>
                  <a:srgbClr val="666666"/>
                </a:solidFill>
                <a:latin typeface="Noto Sans"/>
              </a:rPr>
              <a:t>Lorem ipsum dolor sit amet, consectetur adipiscing elit, sed do eiusmod tempor incididunt ut labore et dolore magna aliqua. </a:t>
            </a:r>
            <a:endParaRPr b="0" lang="en-US" sz="1500" spc="-1" strike="noStrike">
              <a:solidFill>
                <a:srgbClr val="000000"/>
              </a:solidFill>
              <a:latin typeface="Arial"/>
            </a:endParaRPr>
          </a:p>
        </p:txBody>
      </p:sp>
      <p:sp>
        <p:nvSpPr>
          <p:cNvPr id="427" name=""/>
          <p:cNvSpPr/>
          <p:nvPr/>
        </p:nvSpPr>
        <p:spPr>
          <a:xfrm>
            <a:off x="7365240" y="3674160"/>
            <a:ext cx="1554120" cy="471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Noto Sans"/>
              </a:rPr>
              <a:t>Sit</a:t>
            </a:r>
            <a:endParaRPr b="0" lang="en-US" sz="2200" spc="-1" strike="noStrike">
              <a:solidFill>
                <a:srgbClr val="000000"/>
              </a:solidFill>
              <a:latin typeface="Arial"/>
            </a:endParaRPr>
          </a:p>
        </p:txBody>
      </p:sp>
      <p:sp>
        <p:nvSpPr>
          <p:cNvPr id="428" name=""/>
          <p:cNvSpPr/>
          <p:nvPr/>
        </p:nvSpPr>
        <p:spPr>
          <a:xfrm>
            <a:off x="5068080" y="1524240"/>
            <a:ext cx="3200040" cy="11325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500" spc="-1" strike="noStrike">
                <a:solidFill>
                  <a:srgbClr val="666666"/>
                </a:solidFill>
                <a:latin typeface="Noto Sans"/>
              </a:rPr>
              <a:t>Lorem ipsum dolor sit amet, consectetur adipiscing elit, sed do eiusmod tempor incididunt ut labore et dolore magna aliqua. </a:t>
            </a:r>
            <a:endParaRPr b="0" lang="en-US" sz="1500" spc="-1" strike="noStrike">
              <a:solidFill>
                <a:srgbClr val="000000"/>
              </a:solidFill>
              <a:latin typeface="Arial"/>
            </a:endParaRPr>
          </a:p>
        </p:txBody>
      </p:sp>
      <p:sp>
        <p:nvSpPr>
          <p:cNvPr id="429" name=""/>
          <p:cNvSpPr/>
          <p:nvPr/>
        </p:nvSpPr>
        <p:spPr>
          <a:xfrm>
            <a:off x="5719320" y="1113840"/>
            <a:ext cx="1554120" cy="47124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1" lang="en-US" sz="2200" spc="-1" strike="noStrike">
                <a:solidFill>
                  <a:srgbClr val="000000"/>
                </a:solidFill>
                <a:latin typeface="Noto Sans"/>
              </a:rPr>
              <a:t>Dolor</a:t>
            </a:r>
            <a:endParaRPr b="0" lang="en-US" sz="2200" spc="-1" strike="noStrike">
              <a:solidFill>
                <a:srgbClr val="000000"/>
              </a:solidFill>
              <a:latin typeface="Arial"/>
            </a:endParaRPr>
          </a:p>
        </p:txBody>
      </p:sp>
      <p:sp>
        <p:nvSpPr>
          <p:cNvPr id="430" name=""/>
          <p:cNvSpPr/>
          <p:nvPr/>
        </p:nvSpPr>
        <p:spPr>
          <a:xfrm>
            <a:off x="496080" y="518400"/>
            <a:ext cx="1096920" cy="1129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6000" spc="-1" strike="noStrike">
                <a:solidFill>
                  <a:srgbClr val="000000"/>
                </a:solidFill>
                <a:latin typeface="Noto Sans"/>
              </a:rPr>
              <a:t>01</a:t>
            </a:r>
            <a:endParaRPr b="0" lang="en-US" sz="6000" spc="-1" strike="noStrike">
              <a:solidFill>
                <a:srgbClr val="000000"/>
              </a:solidFill>
              <a:latin typeface="Arial"/>
            </a:endParaRPr>
          </a:p>
        </p:txBody>
      </p:sp>
      <p:sp>
        <p:nvSpPr>
          <p:cNvPr id="431" name=""/>
          <p:cNvSpPr/>
          <p:nvPr/>
        </p:nvSpPr>
        <p:spPr>
          <a:xfrm>
            <a:off x="2416320" y="3078720"/>
            <a:ext cx="1096920" cy="1129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6000" spc="-1" strike="noStrike">
                <a:solidFill>
                  <a:srgbClr val="000000"/>
                </a:solidFill>
                <a:latin typeface="Noto Sans"/>
              </a:rPr>
              <a:t>02</a:t>
            </a:r>
            <a:endParaRPr b="0" lang="en-US" sz="6000" spc="-1" strike="noStrike">
              <a:solidFill>
                <a:srgbClr val="000000"/>
              </a:solidFill>
              <a:latin typeface="Arial"/>
            </a:endParaRPr>
          </a:p>
        </p:txBody>
      </p:sp>
      <p:sp>
        <p:nvSpPr>
          <p:cNvPr id="432" name=""/>
          <p:cNvSpPr/>
          <p:nvPr/>
        </p:nvSpPr>
        <p:spPr>
          <a:xfrm>
            <a:off x="4610880" y="577440"/>
            <a:ext cx="1096920" cy="1129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6000" spc="-1" strike="noStrike">
                <a:solidFill>
                  <a:srgbClr val="000000"/>
                </a:solidFill>
                <a:latin typeface="Noto Sans"/>
              </a:rPr>
              <a:t>03</a:t>
            </a:r>
            <a:endParaRPr b="0" lang="en-US" sz="6000" spc="-1" strike="noStrike">
              <a:solidFill>
                <a:srgbClr val="000000"/>
              </a:solidFill>
              <a:latin typeface="Arial"/>
            </a:endParaRPr>
          </a:p>
        </p:txBody>
      </p:sp>
      <p:sp>
        <p:nvSpPr>
          <p:cNvPr id="433" name=""/>
          <p:cNvSpPr/>
          <p:nvPr/>
        </p:nvSpPr>
        <p:spPr>
          <a:xfrm>
            <a:off x="6256800" y="3137760"/>
            <a:ext cx="1096920" cy="112932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6000" spc="-1" strike="noStrike">
                <a:solidFill>
                  <a:srgbClr val="000000"/>
                </a:solidFill>
                <a:latin typeface="Noto Sans"/>
              </a:rPr>
              <a:t>04</a:t>
            </a:r>
            <a:endParaRPr b="0" lang="en-US" sz="6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
          <p:cNvSpPr/>
          <p:nvPr/>
        </p:nvSpPr>
        <p:spPr>
          <a:xfrm>
            <a:off x="4297680" y="2371680"/>
            <a:ext cx="3840120" cy="13341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800" spc="-1" strike="noStrike">
                <a:solidFill>
                  <a:srgbClr val="000000"/>
                </a:solidFill>
                <a:latin typeface="Noto Sans"/>
              </a:rPr>
              <a:t>Lorem ipsum dolor sit amet, consectetur adipiscing elit, sed do eiusmod tempor incididunt ut labore et dolore magna aliqua. </a:t>
            </a:r>
            <a:endParaRPr b="0" lang="en-US" sz="1800" spc="-1" strike="noStrike">
              <a:solidFill>
                <a:srgbClr val="000000"/>
              </a:solidFill>
              <a:latin typeface="Arial"/>
            </a:endParaRPr>
          </a:p>
        </p:txBody>
      </p:sp>
      <p:sp>
        <p:nvSpPr>
          <p:cNvPr id="435" name=""/>
          <p:cNvSpPr/>
          <p:nvPr/>
        </p:nvSpPr>
        <p:spPr>
          <a:xfrm>
            <a:off x="4317120" y="3748320"/>
            <a:ext cx="1554120" cy="365760"/>
          </a:xfrm>
          <a:prstGeom prst="rect">
            <a:avLst/>
          </a:prstGeom>
          <a:noFill/>
          <a:ln w="0">
            <a:noFill/>
          </a:ln>
        </p:spPr>
        <p:style>
          <a:lnRef idx="0"/>
          <a:fillRef idx="0"/>
          <a:effectRef idx="0"/>
          <a:fontRef idx="minor"/>
        </p:style>
        <p:txBody>
          <a:bodyPr lIns="90000" rIns="90000" tIns="45000" bIns="45000" anchor="t">
            <a:noAutofit/>
          </a:bodyPr>
          <a:p>
            <a:pPr>
              <a:lnSpc>
                <a:spcPct val="100000"/>
              </a:lnSpc>
            </a:pPr>
            <a:r>
              <a:rPr b="0" lang="en-US" sz="1600" spc="-1" strike="noStrike">
                <a:solidFill>
                  <a:srgbClr val="000000"/>
                </a:solidFill>
                <a:latin typeface="Noto Sans"/>
              </a:rPr>
              <a:t>- Loremus</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36" name=""/>
          <p:cNvGrpSpPr/>
          <p:nvPr/>
        </p:nvGrpSpPr>
        <p:grpSpPr>
          <a:xfrm>
            <a:off x="914400" y="2103120"/>
            <a:ext cx="1462680" cy="1462680"/>
            <a:chOff x="914400" y="2103120"/>
            <a:chExt cx="1462680" cy="1462680"/>
          </a:xfrm>
        </p:grpSpPr>
        <p:sp>
          <p:nvSpPr>
            <p:cNvPr id="437" name=""/>
            <p:cNvSpPr/>
            <p:nvPr/>
          </p:nvSpPr>
          <p:spPr>
            <a:xfrm>
              <a:off x="914400" y="2103120"/>
              <a:ext cx="1462680" cy="1462680"/>
            </a:xfrm>
            <a:prstGeom prst="ellipse">
              <a:avLst/>
            </a:prstGeom>
            <a:solidFill>
              <a:srgbClr val="b8dbd9"/>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pic>
          <p:nvPicPr>
            <p:cNvPr id="438" name="" descr=""/>
            <p:cNvPicPr/>
            <p:nvPr/>
          </p:nvPicPr>
          <p:blipFill>
            <a:blip r:embed="rId1">
              <a:extLst>
                <a:ext uri="{96DAC541-7B7A-43D3-8B79-37D633B846F1}">
                  <asvg:svgBlip xmlns:asvg="http://schemas.microsoft.com/office/drawing/2016/SVG/main" r:embed="rId2"/>
                </a:ext>
              </a:extLst>
              <a:alphaModFix amt="50000"/>
            </a:blip>
            <a:stretch/>
          </p:blipFill>
          <p:spPr>
            <a:xfrm>
              <a:off x="1188720" y="2377440"/>
              <a:ext cx="914040" cy="914040"/>
            </a:xfrm>
            <a:prstGeom prst="rect">
              <a:avLst/>
            </a:prstGeom>
            <a:ln w="0">
              <a:noFill/>
            </a:ln>
            <a:effectLst>
              <a:outerShdw dist="103350" dir="2700000" blurRad="762120" rotWithShape="0">
                <a:srgbClr val="808080">
                  <a:alpha val="50000"/>
                </a:srgbClr>
              </a:outerShdw>
            </a:effectLst>
          </p:spPr>
        </p:pic>
      </p:grpSp>
      <p:grpSp>
        <p:nvGrpSpPr>
          <p:cNvPr id="439" name=""/>
          <p:cNvGrpSpPr/>
          <p:nvPr/>
        </p:nvGrpSpPr>
        <p:grpSpPr>
          <a:xfrm>
            <a:off x="4297680" y="2103120"/>
            <a:ext cx="1462680" cy="1462680"/>
            <a:chOff x="4297680" y="2103120"/>
            <a:chExt cx="1462680" cy="1462680"/>
          </a:xfrm>
        </p:grpSpPr>
        <p:sp>
          <p:nvSpPr>
            <p:cNvPr id="440" name=""/>
            <p:cNvSpPr/>
            <p:nvPr/>
          </p:nvSpPr>
          <p:spPr>
            <a:xfrm>
              <a:off x="4297680" y="2103120"/>
              <a:ext cx="1462680" cy="1462680"/>
            </a:xfrm>
            <a:prstGeom prst="ellipse">
              <a:avLst/>
            </a:prstGeom>
            <a:solidFill>
              <a:srgbClr val="586f7c"/>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pic>
          <p:nvPicPr>
            <p:cNvPr id="441" name="" descr=""/>
            <p:cNvPicPr/>
            <p:nvPr/>
          </p:nvPicPr>
          <p:blipFill>
            <a:blip r:embed="rId3">
              <a:extLst>
                <a:ext uri="{96DAC541-7B7A-43D3-8B79-37D633B846F1}">
                  <asvg:svgBlip xmlns:asvg="http://schemas.microsoft.com/office/drawing/2016/SVG/main" r:embed="rId4"/>
                </a:ext>
              </a:extLst>
              <a:alphaModFix amt="50000"/>
            </a:blip>
            <a:stretch/>
          </p:blipFill>
          <p:spPr>
            <a:xfrm>
              <a:off x="4572000" y="2370600"/>
              <a:ext cx="920880" cy="920880"/>
            </a:xfrm>
            <a:prstGeom prst="rect">
              <a:avLst/>
            </a:prstGeom>
            <a:ln w="0">
              <a:noFill/>
            </a:ln>
            <a:effectLst>
              <a:outerShdw dist="103350" dir="2700000" blurRad="762120" rotWithShape="0">
                <a:srgbClr val="808080">
                  <a:alpha val="50000"/>
                </a:srgbClr>
              </a:outerShdw>
            </a:effectLst>
          </p:spPr>
        </p:pic>
      </p:grpSp>
      <p:grpSp>
        <p:nvGrpSpPr>
          <p:cNvPr id="442" name=""/>
          <p:cNvGrpSpPr/>
          <p:nvPr/>
        </p:nvGrpSpPr>
        <p:grpSpPr>
          <a:xfrm>
            <a:off x="7570080" y="2103120"/>
            <a:ext cx="1462680" cy="1462680"/>
            <a:chOff x="7570080" y="2103120"/>
            <a:chExt cx="1462680" cy="1462680"/>
          </a:xfrm>
        </p:grpSpPr>
        <p:sp>
          <p:nvSpPr>
            <p:cNvPr id="443" name=""/>
            <p:cNvSpPr/>
            <p:nvPr/>
          </p:nvSpPr>
          <p:spPr>
            <a:xfrm>
              <a:off x="7570080" y="2103120"/>
              <a:ext cx="1462680" cy="1462680"/>
            </a:xfrm>
            <a:prstGeom prst="ellipse">
              <a:avLst/>
            </a:prstGeom>
            <a:solidFill>
              <a:srgbClr val="2f4550"/>
            </a:solidFill>
            <a:ln w="0">
              <a:noFill/>
            </a:ln>
            <a:effectLst>
              <a:outerShdw blurRad="0" dir="2700000" dist="102841" rotWithShape="0">
                <a:srgbClr val="808080">
                  <a:alpha val="20000"/>
                </a:srgbClr>
              </a:outerShdw>
            </a:effectLst>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pic>
          <p:nvPicPr>
            <p:cNvPr id="444" name="" descr=""/>
            <p:cNvPicPr/>
            <p:nvPr/>
          </p:nvPicPr>
          <p:blipFill>
            <a:blip r:embed="rId5">
              <a:extLst>
                <a:ext uri="{96DAC541-7B7A-43D3-8B79-37D633B846F1}">
                  <asvg:svgBlip xmlns:asvg="http://schemas.microsoft.com/office/drawing/2016/SVG/main" r:embed="rId6"/>
                </a:ext>
              </a:extLst>
              <a:alphaModFix amt="50000"/>
            </a:blip>
            <a:stretch/>
          </p:blipFill>
          <p:spPr>
            <a:xfrm>
              <a:off x="7844400" y="2286000"/>
              <a:ext cx="992880" cy="992880"/>
            </a:xfrm>
            <a:prstGeom prst="rect">
              <a:avLst/>
            </a:prstGeom>
            <a:ln w="0">
              <a:noFill/>
            </a:ln>
            <a:effectLst>
              <a:outerShdw dist="103350" dir="2700000" blurRad="762120" rotWithShape="0">
                <a:srgbClr val="808080">
                  <a:alpha val="50000"/>
                </a:srgbClr>
              </a:outerShdw>
            </a:effectLst>
          </p:spPr>
        </p:pic>
      </p:grpSp>
      <p:sp>
        <p:nvSpPr>
          <p:cNvPr id="445" name=""/>
          <p:cNvSpPr/>
          <p:nvPr/>
        </p:nvSpPr>
        <p:spPr>
          <a:xfrm>
            <a:off x="1005840" y="3736440"/>
            <a:ext cx="1279800" cy="4010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en-US" sz="1800" spc="-1" strike="noStrike">
                <a:solidFill>
                  <a:srgbClr val="000000"/>
                </a:solidFill>
                <a:latin typeface="Noto Sans"/>
              </a:rPr>
              <a:t>Lorem</a:t>
            </a:r>
            <a:endParaRPr b="0" lang="en-US" sz="1800" spc="-1" strike="noStrike">
              <a:solidFill>
                <a:srgbClr val="000000"/>
              </a:solidFill>
              <a:latin typeface="Arial"/>
            </a:endParaRPr>
          </a:p>
        </p:txBody>
      </p:sp>
      <p:sp>
        <p:nvSpPr>
          <p:cNvPr id="446" name=""/>
          <p:cNvSpPr/>
          <p:nvPr/>
        </p:nvSpPr>
        <p:spPr>
          <a:xfrm>
            <a:off x="4389120" y="3768480"/>
            <a:ext cx="1279800" cy="4010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en-US" sz="1800" spc="-1" strike="noStrike">
                <a:solidFill>
                  <a:srgbClr val="000000"/>
                </a:solidFill>
                <a:latin typeface="Noto Sans"/>
              </a:rPr>
              <a:t>Ipsum</a:t>
            </a:r>
            <a:endParaRPr b="0" lang="en-US" sz="1800" spc="-1" strike="noStrike">
              <a:solidFill>
                <a:srgbClr val="000000"/>
              </a:solidFill>
              <a:latin typeface="Arial"/>
            </a:endParaRPr>
          </a:p>
        </p:txBody>
      </p:sp>
      <p:sp>
        <p:nvSpPr>
          <p:cNvPr id="447" name=""/>
          <p:cNvSpPr/>
          <p:nvPr/>
        </p:nvSpPr>
        <p:spPr>
          <a:xfrm>
            <a:off x="7661520" y="3749040"/>
            <a:ext cx="1279800" cy="4010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1" lang="en-US" sz="1800" spc="-1" strike="noStrike">
                <a:solidFill>
                  <a:srgbClr val="000000"/>
                </a:solidFill>
                <a:latin typeface="Noto Sans"/>
              </a:rPr>
              <a:t>Dolor</a:t>
            </a:r>
            <a:endParaRPr b="0" lang="en-US" sz="1800" spc="-1" strike="noStrike">
              <a:solidFill>
                <a:srgbClr val="000000"/>
              </a:solidFill>
              <a:latin typeface="Arial"/>
            </a:endParaRPr>
          </a:p>
        </p:txBody>
      </p:sp>
      <p:sp>
        <p:nvSpPr>
          <p:cNvPr id="448" name=""/>
          <p:cNvSpPr/>
          <p:nvPr/>
        </p:nvSpPr>
        <p:spPr>
          <a:xfrm>
            <a:off x="365760" y="4088520"/>
            <a:ext cx="2873880" cy="16538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US" sz="1500" spc="-1" strike="noStrike">
                <a:solidFill>
                  <a:srgbClr val="666666"/>
                </a:solidFill>
                <a:latin typeface="Noto Sans"/>
              </a:rPr>
              <a:t>Lorem ipsum dolor sit amet, consectetur adipiscing elit, sed do eiusmod tempor incididunt ut labore et dolore magna aliqua. </a:t>
            </a:r>
            <a:endParaRPr b="0" lang="en-US" sz="1500" spc="-1" strike="noStrike">
              <a:solidFill>
                <a:srgbClr val="000000"/>
              </a:solidFill>
              <a:latin typeface="Arial"/>
            </a:endParaRPr>
          </a:p>
        </p:txBody>
      </p:sp>
      <p:sp>
        <p:nvSpPr>
          <p:cNvPr id="449" name=""/>
          <p:cNvSpPr/>
          <p:nvPr/>
        </p:nvSpPr>
        <p:spPr>
          <a:xfrm>
            <a:off x="3600000" y="4088880"/>
            <a:ext cx="2781720" cy="16538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US" sz="1500" spc="-1" strike="noStrike">
                <a:solidFill>
                  <a:srgbClr val="666666"/>
                </a:solidFill>
                <a:latin typeface="Noto Sans"/>
              </a:rPr>
              <a:t>Lorem ipsum dolor sit amet, consectetur adipiscing elit, sed do eiusmod tempor incididunt ut labore et dolore magna aliqua. </a:t>
            </a:r>
            <a:endParaRPr b="0" lang="en-US" sz="1500" spc="-1" strike="noStrike">
              <a:solidFill>
                <a:srgbClr val="000000"/>
              </a:solidFill>
              <a:latin typeface="Arial"/>
            </a:endParaRPr>
          </a:p>
        </p:txBody>
      </p:sp>
      <p:sp>
        <p:nvSpPr>
          <p:cNvPr id="450" name=""/>
          <p:cNvSpPr/>
          <p:nvPr/>
        </p:nvSpPr>
        <p:spPr>
          <a:xfrm>
            <a:off x="6840000" y="4089240"/>
            <a:ext cx="2817720" cy="16538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pPr>
            <a:r>
              <a:rPr b="0" lang="en-US" sz="1500" spc="-1" strike="noStrike">
                <a:solidFill>
                  <a:srgbClr val="666666"/>
                </a:solidFill>
                <a:latin typeface="Noto Sans"/>
              </a:rPr>
              <a:t>Lorem ipsum dolor sit amet, consectetur adipiscing elit, sed do eiusmod tempor incididunt ut labore et dolore magna aliqua. </a:t>
            </a:r>
            <a:endParaRPr b="0" lang="en-US" sz="1500" spc="-1" strike="noStrike">
              <a:solidFill>
                <a:srgbClr val="000000"/>
              </a:solidFill>
              <a:latin typeface="Arial"/>
            </a:endParaRPr>
          </a:p>
        </p:txBody>
      </p:sp>
      <p:grpSp>
        <p:nvGrpSpPr>
          <p:cNvPr id="451" name=""/>
          <p:cNvGrpSpPr/>
          <p:nvPr/>
        </p:nvGrpSpPr>
        <p:grpSpPr>
          <a:xfrm>
            <a:off x="4445640" y="1542960"/>
            <a:ext cx="1188360" cy="273960"/>
            <a:chOff x="4445640" y="1542960"/>
            <a:chExt cx="1188360" cy="273960"/>
          </a:xfrm>
        </p:grpSpPr>
        <p:sp>
          <p:nvSpPr>
            <p:cNvPr id="452" name=""/>
            <p:cNvSpPr/>
            <p:nvPr/>
          </p:nvSpPr>
          <p:spPr>
            <a:xfrm>
              <a:off x="4445640" y="1542960"/>
              <a:ext cx="273960" cy="273960"/>
            </a:xfrm>
            <a:prstGeom prst="ellipse">
              <a:avLst/>
            </a:prstGeom>
            <a:solidFill>
              <a:srgbClr val="b8dbd9"/>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000000"/>
                </a:solidFill>
                <a:latin typeface="Noto Sans"/>
                <a:ea typeface="DejaVu Sans"/>
              </a:endParaRPr>
            </a:p>
          </p:txBody>
        </p:sp>
        <p:sp>
          <p:nvSpPr>
            <p:cNvPr id="453" name=""/>
            <p:cNvSpPr/>
            <p:nvPr/>
          </p:nvSpPr>
          <p:spPr>
            <a:xfrm>
              <a:off x="4902840" y="1542960"/>
              <a:ext cx="273960" cy="273960"/>
            </a:xfrm>
            <a:prstGeom prst="ellipse">
              <a:avLst/>
            </a:prstGeom>
            <a:solidFill>
              <a:srgbClr val="586f7c"/>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sp>
          <p:nvSpPr>
            <p:cNvPr id="454" name=""/>
            <p:cNvSpPr/>
            <p:nvPr/>
          </p:nvSpPr>
          <p:spPr>
            <a:xfrm>
              <a:off x="5360040" y="1542960"/>
              <a:ext cx="273960" cy="273960"/>
            </a:xfrm>
            <a:prstGeom prst="ellipse">
              <a:avLst/>
            </a:prstGeom>
            <a:solidFill>
              <a:srgbClr val="2f4550"/>
            </a:solidFill>
            <a:ln w="0">
              <a:noFill/>
            </a:ln>
          </p:spPr>
          <p:style>
            <a:lnRef idx="0"/>
            <a:fillRef idx="0"/>
            <a:effectRef idx="0"/>
            <a:fontRef idx="minor"/>
          </p:style>
          <p:txBody>
            <a:bodyPr wrap="none" lIns="90000" rIns="90000" tIns="45000" bIns="45000" anchor="ctr">
              <a:noAutofit/>
            </a:bodyPr>
            <a:p>
              <a:pPr>
                <a:lnSpc>
                  <a:spcPct val="100000"/>
                </a:lnSpc>
              </a:pPr>
              <a:endParaRPr b="0" lang="en-US" sz="1800" spc="-1" strike="noStrike">
                <a:solidFill>
                  <a:srgbClr val="ffffff"/>
                </a:solidFill>
                <a:latin typeface="Noto Sans"/>
                <a:ea typeface="DejaVu Sans"/>
              </a:endParaRPr>
            </a:p>
          </p:txBody>
        </p:sp>
      </p:grpSp>
      <p:sp>
        <p:nvSpPr>
          <p:cNvPr id="455"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
          <p:cNvSpPr/>
          <p:nvPr/>
        </p:nvSpPr>
        <p:spPr>
          <a:xfrm>
            <a:off x="5873400" y="1190520"/>
            <a:ext cx="4093920" cy="4093920"/>
          </a:xfrm>
          <a:custGeom>
            <a:avLst/>
            <a:gdLst>
              <a:gd name="textAreaLeft" fmla="*/ 0 w 4093920"/>
              <a:gd name="textAreaRight" fmla="*/ 4094280 w 4093920"/>
              <a:gd name="textAreaTop" fmla="*/ 0 h 4093920"/>
              <a:gd name="textAreaBottom" fmla="*/ 4094280 h 4093920"/>
            </a:gdLst>
            <a:ahLst/>
            <a:rect l="textAreaLeft" t="textAreaTop" r="textAreaRight" b="textAreaBottom"/>
            <a:pathLst>
              <a:path w="11373" h="11373">
                <a:moveTo>
                  <a:pt x="0" y="5726"/>
                </a:moveTo>
                <a:lnTo>
                  <a:pt x="5646" y="0"/>
                </a:lnTo>
                <a:lnTo>
                  <a:pt x="11373" y="5648"/>
                </a:lnTo>
                <a:lnTo>
                  <a:pt x="5727" y="11373"/>
                </a:lnTo>
                <a:lnTo>
                  <a:pt x="5725" y="11373"/>
                </a:lnTo>
                <a:lnTo>
                  <a:pt x="0" y="5728"/>
                </a:lnTo>
                <a:lnTo>
                  <a:pt x="0" y="5726"/>
                </a:lnTo>
                <a:close/>
              </a:path>
            </a:pathLst>
          </a:custGeom>
          <a:blipFill rotWithShape="0">
            <a:blip r:embed="rId1"/>
            <a:srcRect/>
            <a:stretch/>
          </a:blipFill>
          <a:ln w="0">
            <a:noFill/>
          </a:ln>
        </p:spPr>
        <p:style>
          <a:lnRef idx="0"/>
          <a:fillRef idx="0"/>
          <a:effectRef idx="0"/>
          <a:fontRef idx="minor"/>
        </p:style>
        <p:txBody>
          <a:bodyPr lIns="90000" rIns="90000" tIns="45000" bIns="45000" anchor="ctr" anchorCtr="1">
            <a:noAutofit/>
          </a:bodyPr>
          <a:p>
            <a:pPr>
              <a:lnSpc>
                <a:spcPct val="100000"/>
              </a:lnSpc>
            </a:pPr>
            <a:endParaRPr b="0" lang="en-US" sz="1800" spc="-1" strike="noStrike">
              <a:solidFill>
                <a:srgbClr val="000000"/>
              </a:solidFill>
              <a:latin typeface="Noto Sans"/>
            </a:endParaRPr>
          </a:p>
        </p:txBody>
      </p:sp>
      <p:sp>
        <p:nvSpPr>
          <p:cNvPr id="457" name="PlaceHolder 1"/>
          <p:cNvSpPr>
            <a:spLocks noGrp="1"/>
          </p:cNvSpPr>
          <p:nvPr>
            <p:ph type="title"/>
          </p:nvPr>
        </p:nvSpPr>
        <p:spPr>
          <a:xfrm>
            <a:off x="468000" y="468000"/>
            <a:ext cx="9071640" cy="946080"/>
          </a:xfrm>
          <a:prstGeom prst="rect">
            <a:avLst/>
          </a:prstGeom>
          <a:noFill/>
          <a:ln w="0">
            <a:noFill/>
          </a:ln>
        </p:spPr>
        <p:txBody>
          <a:bodyPr lIns="0" rIns="0" tIns="0" bIns="0" anchor="ctr">
            <a:noAutofit/>
          </a:bodyPr>
          <a:p>
            <a:pPr indent="0" algn="ctr">
              <a:buNone/>
            </a:pPr>
            <a:endParaRPr b="0" lang="en-US" sz="1800" spc="-1" strike="noStrike">
              <a:solidFill>
                <a:srgbClr val="000000"/>
              </a:solidFill>
              <a:latin typeface="Arial"/>
            </a:endParaRPr>
          </a:p>
        </p:txBody>
      </p:sp>
      <p:sp>
        <p:nvSpPr>
          <p:cNvPr id="458" name="PlaceHolder 2"/>
          <p:cNvSpPr>
            <a:spLocks noGrp="1"/>
          </p:cNvSpPr>
          <p:nvPr>
            <p:ph/>
          </p:nvPr>
        </p:nvSpPr>
        <p:spPr>
          <a:xfrm>
            <a:off x="468000" y="1800000"/>
            <a:ext cx="6162840" cy="3287880"/>
          </a:xfrm>
          <a:prstGeom prst="rect">
            <a:avLst/>
          </a:prstGeom>
          <a:noFill/>
          <a:ln w="0">
            <a:noFill/>
          </a:ln>
        </p:spPr>
        <p:txBody>
          <a:bodyPr lIns="0" rIns="0" tIns="0" bIns="0" anchor="t">
            <a:normAutofit/>
          </a:bodyPr>
          <a:p>
            <a:pPr indent="0">
              <a:spcBef>
                <a:spcPts val="1417"/>
              </a:spcBef>
              <a:buNone/>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36</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2026-09-30T20:45:26Z</dcterms:created>
  <dc:creator/>
  <dc:description>Credits:
Illustrations by Pixeltrue https://icons8.com/illustrations/author/5ec7b0e101d0360016f3d1b3 on icon8 (master slide "Table of content")
Photo by Dave Hoefler https://unsplash.com/fr/@iamthedave on Unsplash https://unsplash.com/fr/licence (slide 9)
    </dc:description>
  <dc:language>en-US</dc:language>
  <cp:lastModifiedBy/>
  <dcterms:modified xsi:type="dcterms:W3CDTF">2026-10-06T18:09:04Z</dcterms:modified>
  <cp:revision>25</cp:revision>
  <dc:subject/>
  <dc:title>Grey Elegant</dc:title>
</cp:coreProperties>
</file>

<file path=docProps/custom.xml><?xml version="1.0" encoding="utf-8"?>
<Properties xmlns="http://schemas.openxmlformats.org/officeDocument/2006/custom-properties" xmlns:vt="http://schemas.openxmlformats.org/officeDocument/2006/docPropsVTypes"/>
</file>