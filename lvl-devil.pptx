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17.xml" ContentType="application/vnd.openxmlformats-officedocument.presentationml.slideMaster+xml"/>
  <Override PartName="/ppt/slideMasters/slideMaster5.xml" ContentType="application/vnd.openxmlformats-officedocument.presentationml.slideMaster+xml"/>
  <Override PartName="/ppt/slideMasters/slideMaster16.xml" ContentType="application/vnd.openxmlformats-officedocument.presentationml.slideMaster+xml"/>
  <Override PartName="/ppt/slideMasters/slideMaster4.xml" ContentType="application/vnd.openxmlformats-officedocument.presentationml.slideMaster+xml"/>
  <Override PartName="/ppt/slideMasters/slideMaster15.xml" ContentType="application/vnd.openxmlformats-officedocument.presentationml.slideMaster+xml"/>
  <Override PartName="/ppt/slideMasters/slideMaster3.xml" ContentType="application/vnd.openxmlformats-officedocument.presentationml.slideMaster+xml"/>
  <Override PartName="/ppt/slideMasters/_rels/slideMaster6.xml.rels" ContentType="application/vnd.openxmlformats-package.relationships+xml"/>
  <Override PartName="/ppt/slideMasters/_rels/slideMaster17.xml.rels" ContentType="application/vnd.openxmlformats-package.relationships+xml"/>
  <Override PartName="/ppt/slideMasters/_rels/slideMaster5.xml.rels" ContentType="application/vnd.openxmlformats-package.relationships+xml"/>
  <Override PartName="/ppt/slideMasters/_rels/slideMaster16.xml.rels" ContentType="application/vnd.openxmlformats-package.relationships+xml"/>
  <Override PartName="/ppt/slideMasters/_rels/slideMaster11.xml.rels" ContentType="application/vnd.openxmlformats-package.relationships+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4.xml.rels" ContentType="application/vnd.openxmlformats-package.relationships+xml"/>
  <Override PartName="/ppt/slideMasters/_rels/slideMaster15.xml.rels" ContentType="application/vnd.openxmlformats-package.relationships+xml"/>
  <Override PartName="/ppt/slideMasters/_rels/slideMaster8.xml.rels" ContentType="application/vnd.openxmlformats-package.relationships+xml"/>
  <Override PartName="/ppt/slideMasters/_rels/slideMaster12.xml.rels" ContentType="application/vnd.openxmlformats-package.relationships+xml"/>
  <Override PartName="/ppt/slideMasters/_rels/slideMaster1.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6.xml" ContentType="application/vnd.openxmlformats-officedocument.theme+xml"/>
  <Override PartName="/ppt/theme/theme15.xml" ContentType="application/vnd.openxmlformats-officedocument.theme+xml"/>
  <Override PartName="/ppt/theme/theme5.xml" ContentType="application/vnd.openxmlformats-officedocument.theme+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15.xml.rels" ContentType="application/vnd.openxmlformats-package.relationships+xml"/>
  <Override PartName="/ppt/slideLayouts/_rels/slideLayout7.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10.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_rels/presentation.xml.rels" ContentType="application/vnd.openxmlformats-package.relationships+xml"/>
  <Override PartName="/ppt/media/image13.png" ContentType="image/png"/>
  <Override PartName="/ppt/media/image10.svg" ContentType="image/svg"/>
  <Override PartName="/ppt/media/image9.png" ContentType="image/png"/>
  <Override PartName="/ppt/media/image16.svg" ContentType="image/svg"/>
  <Override PartName="/ppt/media/image14.svg" ContentType="image/svg"/>
  <Override PartName="/ppt/media/image4.jpeg" ContentType="image/jpeg"/>
  <Override PartName="/ppt/media/image1.jpeg" ContentType="image/jpeg"/>
  <Override PartName="/ppt/media/image12.svg" ContentType="image/svg"/>
  <Override PartName="/ppt/media/image3.svg" ContentType="image/svg"/>
  <Override PartName="/ppt/media/image6.png" ContentType="image/png"/>
  <Override PartName="/ppt/media/image15.png" ContentType="image/png"/>
  <Override PartName="/ppt/media/image8.svg" ContentType="image/svg"/>
  <Override PartName="/ppt/media/image5.png" ContentType="image/png"/>
  <Override PartName="/ppt/media/image17.jpeg" ContentType="image/jpeg"/>
  <Override PartName="/ppt/media/image7.png" ContentType="image/png"/>
  <Override PartName="/ppt/media/image2.png" ContentType="image/png"/>
  <Override PartName="/ppt/media/image11.png" ContentType="image/png"/>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Lst>
  <p:sldIdLst>
    <p:sldId id="256" r:id="rId19"/>
    <p:sldId id="257" r:id="rId20"/>
    <p:sldId id="258" r:id="rId21"/>
    <p:sldId id="259" r:id="rId22"/>
    <p:sldId id="260" r:id="rId23"/>
    <p:sldId id="261" r:id="rId24"/>
    <p:sldId id="262" r:id="rId25"/>
    <p:sldId id="263" r:id="rId26"/>
    <p:sldId id="264" r:id="rId27"/>
    <p:sldId id="265" r:id="rId28"/>
    <p:sldId id="266" r:id="rId29"/>
    <p:sldId id="267" r:id="rId30"/>
    <p:sldId id="268" r:id="rId31"/>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p:spTree>
      <p:nvGrpSpPr>
        <p:cNvPr id="1" name=""/>
        <p:cNvGrpSpPr/>
        <p:nvPr/>
      </p:nvGrpSpPr>
      <p:grpSpPr>
        <a:xfrm>
          <a:off x="0" y="0"/>
          <a:ext cx="0" cy="0"/>
          <a:chOff x="0" y="0"/>
          <a:chExt cx="0" cy="0"/>
        </a:xfrm>
      </p:grpSpPr>
      <p:sp>
        <p:nvSpPr>
          <p:cNvPr id="25"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DC45189-E8ED-4C99-8CAD-8682AC81C98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59593DFB-9F54-4B85-9501-E6A427C08FC5}"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77"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7197FF4-1F48-4408-8AC1-C13B740C530E}"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spTree>
      <p:nvGrpSpPr>
        <p:cNvPr id="1" name=""/>
        <p:cNvGrpSpPr/>
        <p:nvPr/>
      </p:nvGrpSpPr>
      <p:grpSpPr>
        <a:xfrm>
          <a:off x="0" y="0"/>
          <a:ext cx="0" cy="0"/>
          <a:chOff x="0" y="0"/>
          <a:chExt cx="0" cy="0"/>
        </a:xfrm>
      </p:grpSpPr>
      <p:sp>
        <p:nvSpPr>
          <p:cNvPr id="104"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type="subTitle"/>
          </p:nvPr>
        </p:nvSpPr>
        <p:spPr>
          <a:xfrm>
            <a:off x="468000" y="1800000"/>
            <a:ext cx="9070920" cy="32871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79D212E-7A28-4536-A1CC-BE56CEA2D446}"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able of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0"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8F5FEDF8-4D4D-454C-AD95-514816B78D75}"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Content 1">
    <p:spTree>
      <p:nvGrpSpPr>
        <p:cNvPr id="1" name=""/>
        <p:cNvGrpSpPr/>
        <p:nvPr/>
      </p:nvGrpSpPr>
      <p:grpSpPr>
        <a:xfrm>
          <a:off x="0" y="0"/>
          <a:ext cx="0" cy="0"/>
          <a:chOff x="0" y="0"/>
          <a:chExt cx="0" cy="0"/>
        </a:xfrm>
      </p:grpSpPr>
      <p:sp>
        <p:nvSpPr>
          <p:cNvPr id="150"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1"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EDE76EC4-6773-4791-8CB4-D8EED798E099}"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1">
    <p:spTree>
      <p:nvGrpSpPr>
        <p:cNvPr id="1" name=""/>
        <p:cNvGrpSpPr/>
        <p:nvPr/>
      </p:nvGrpSpPr>
      <p:grpSpPr>
        <a:xfrm>
          <a:off x="0" y="0"/>
          <a:ext cx="0" cy="0"/>
          <a:chOff x="0" y="0"/>
          <a:chExt cx="0" cy="0"/>
        </a:xfrm>
      </p:grpSpPr>
      <p:sp>
        <p:nvSpPr>
          <p:cNvPr id="166"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7"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92B4FABB-50B1-431E-8D6F-91E0EA3D480A}"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7B1A9273-0669-409A-82CB-CCEA6135ADA3}"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Content 2">
    <p:spTree>
      <p:nvGrpSpPr>
        <p:cNvPr id="1" name=""/>
        <p:cNvGrpSpPr/>
        <p:nvPr/>
      </p:nvGrpSpPr>
      <p:grpSpPr>
        <a:xfrm>
          <a:off x="0" y="0"/>
          <a:ext cx="0" cy="0"/>
          <a:chOff x="0" y="0"/>
          <a:chExt cx="0" cy="0"/>
        </a:xfrm>
      </p:grpSpPr>
      <p:sp>
        <p:nvSpPr>
          <p:cNvPr id="198"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FABF94F1-BA02-4E43-8C7D-A0AAC078BAD8}"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15995C00-5F46-4704-9905-211AE64A8C05}"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2">
    <p:spTree>
      <p:nvGrpSpPr>
        <p:cNvPr id="1" name=""/>
        <p:cNvGrpSpPr/>
        <p:nvPr/>
      </p:nvGrpSpPr>
      <p:grpSpPr>
        <a:xfrm>
          <a:off x="0" y="0"/>
          <a:ext cx="0" cy="0"/>
          <a:chOff x="0" y="0"/>
          <a:chExt cx="0" cy="0"/>
        </a:xfrm>
      </p:grpSpPr>
      <p:sp>
        <p:nvSpPr>
          <p:cNvPr id="231"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4D8557FF-180A-4593-9DA5-323DA008D607}"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74E0A64B-8B9D-461F-85B0-AC5F82D4BDDC}"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Jigsaw">
    <p:spTree>
      <p:nvGrpSpPr>
        <p:cNvPr id="1" name=""/>
        <p:cNvGrpSpPr/>
        <p:nvPr/>
      </p:nvGrpSpPr>
      <p:grpSpPr>
        <a:xfrm>
          <a:off x="0" y="0"/>
          <a:ext cx="0" cy="0"/>
          <a:chOff x="0" y="0"/>
          <a:chExt cx="0" cy="0"/>
        </a:xfrm>
      </p:grpSpPr>
      <p:sp>
        <p:nvSpPr>
          <p:cNvPr id="297"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8"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3532E0A6-9F10-4D1A-BB7E-15C55AF6C77D}"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3373EE10-7CCB-4A93-AA92-ECCE51F994FE}"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3">
    <p:spTree>
      <p:nvGrpSpPr>
        <p:cNvPr id="1" name=""/>
        <p:cNvGrpSpPr/>
        <p:nvPr/>
      </p:nvGrpSpPr>
      <p:grpSpPr>
        <a:xfrm>
          <a:off x="0" y="0"/>
          <a:ext cx="0" cy="0"/>
          <a:chOff x="0" y="0"/>
          <a:chExt cx="0" cy="0"/>
        </a:xfrm>
      </p:grpSpPr>
      <p:sp>
        <p:nvSpPr>
          <p:cNvPr id="382"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3"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254A7408-8154-4959-B683-1DDB4209BA58}"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7">
    <p:spTree>
      <p:nvGrpSpPr>
        <p:cNvPr id="1" name=""/>
        <p:cNvGrpSpPr/>
        <p:nvPr/>
      </p:nvGrpSpPr>
      <p:grpSpPr>
        <a:xfrm>
          <a:off x="0" y="0"/>
          <a:ext cx="0" cy="0"/>
          <a:chOff x="0" y="0"/>
          <a:chExt cx="0" cy="0"/>
        </a:xfrm>
      </p:grpSpPr>
      <p:sp>
        <p:nvSpPr>
          <p:cNvPr id="418"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FB95B87F-3B61-4CFA-987F-CF9CA0FB1445}"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mage">
    <p:spTree>
      <p:nvGrpSpPr>
        <p:cNvPr id="1" name=""/>
        <p:cNvGrpSpPr/>
        <p:nvPr/>
      </p:nvGrpSpPr>
      <p:grpSpPr>
        <a:xfrm>
          <a:off x="0" y="0"/>
          <a:ext cx="0" cy="0"/>
          <a:chOff x="0" y="0"/>
          <a:chExt cx="0" cy="0"/>
        </a:xfrm>
      </p:grpSpPr>
      <p:sp>
        <p:nvSpPr>
          <p:cNvPr id="431"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2" name="PlaceHolder 2"/>
          <p:cNvSpPr>
            <a:spLocks noGrp="1"/>
          </p:cNvSpPr>
          <p:nvPr>
            <p:ph/>
          </p:nvPr>
        </p:nvSpPr>
        <p:spPr>
          <a:xfrm>
            <a:off x="468000" y="1800000"/>
            <a:ext cx="9070920" cy="3287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C123F3E4-EB7F-4531-AF08-A5E9113E00CE}" type="slidenum">
              <a:t>&lt;#&gt;</a:t>
            </a:fld>
          </a:p>
        </p:txBody>
      </p:sp>
      <p:sp>
        <p:nvSpPr>
          <p:cNvPr id="6" name="PlaceHolder 5"/>
          <p:cNvSpPr>
            <a:spLocks noGrp="1"/>
          </p:cNvSpPr>
          <p:nvPr>
            <p:ph type="dt" idx="5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2.png"/><Relationship Id="rId15" Type="http://schemas.openxmlformats.org/officeDocument/2006/relationships/image" Target="../media/image3.svg"/><Relationship Id="rId16"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image" Target="../media/image1.jpeg"/><Relationship Id="rId3" Type="http://schemas.openxmlformats.org/officeDocument/2006/relationships/image" Target="../media/image4.jpeg"/><Relationship Id="rId4" Type="http://schemas.openxmlformats.org/officeDocument/2006/relationships/image" Target="../media/image4.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image" Target="../media/image1.jpeg"/><Relationship Id="rId3" Type="http://schemas.openxmlformats.org/officeDocument/2006/relationships/image" Target="../media/image4.jpeg"/><Relationship Id="rId4" Type="http://schemas.openxmlformats.org/officeDocument/2006/relationships/image" Target="../media/image4.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1.jpeg"/><Relationship Id="rId15" Type="http://schemas.openxmlformats.org/officeDocument/2006/relationships/image" Target="../media/image1.jpeg"/><Relationship Id="rId16" Type="http://schemas.openxmlformats.org/officeDocument/2006/relationships/image" Target="../media/image1.jpeg"/><Relationship Id="rId17" Type="http://schemas.openxmlformats.org/officeDocument/2006/relationships/image" Target="../media/image1.jpeg"/><Relationship Id="rId18" Type="http://schemas.openxmlformats.org/officeDocument/2006/relationships/image" Target="../media/image1.jpeg"/><Relationship Id="rId19" Type="http://schemas.openxmlformats.org/officeDocument/2006/relationships/image" Target="../media/image1.jpeg"/><Relationship Id="rId20" Type="http://schemas.openxmlformats.org/officeDocument/2006/relationships/image" Target="../media/image1.jpeg"/><Relationship Id="rId21" Type="http://schemas.openxmlformats.org/officeDocument/2006/relationships/image" Target="../media/image1.jpeg"/><Relationship Id="rId22" Type="http://schemas.openxmlformats.org/officeDocument/2006/relationships/image" Target="../media/image1.jpeg"/><Relationship Id="rId23" Type="http://schemas.openxmlformats.org/officeDocument/2006/relationships/image" Target="../media/image1.jpeg"/><Relationship Id="rId24" Type="http://schemas.openxmlformats.org/officeDocument/2006/relationships/image" Target="../media/image1.jpeg"/><Relationship Id="rId25" Type="http://schemas.openxmlformats.org/officeDocument/2006/relationships/image" Target="../media/image1.jpeg"/><Relationship Id="rId26"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1.jpeg"/><Relationship Id="rId15" Type="http://schemas.openxmlformats.org/officeDocument/2006/relationships/image" Target="../media/image1.jpeg"/><Relationship Id="rId16" Type="http://schemas.openxmlformats.org/officeDocument/2006/relationships/image" Target="../media/image1.jpeg"/><Relationship Id="rId17" Type="http://schemas.openxmlformats.org/officeDocument/2006/relationships/image" Target="../media/image1.jpeg"/><Relationship Id="rId18" Type="http://schemas.openxmlformats.org/officeDocument/2006/relationships/image" Target="../media/image1.jpeg"/><Relationship Id="rId19" Type="http://schemas.openxmlformats.org/officeDocument/2006/relationships/image" Target="../media/image1.jpeg"/><Relationship Id="rId20" Type="http://schemas.openxmlformats.org/officeDocument/2006/relationships/image" Target="../media/image1.jpeg"/><Relationship Id="rId21" Type="http://schemas.openxmlformats.org/officeDocument/2006/relationships/image" Target="../media/image1.jpeg"/><Relationship Id="rId22" Type="http://schemas.openxmlformats.org/officeDocument/2006/relationships/image" Target="../media/image1.jpeg"/><Relationship Id="rId23" Type="http://schemas.openxmlformats.org/officeDocument/2006/relationships/image" Target="../media/image1.jpeg"/><Relationship Id="rId24" Type="http://schemas.openxmlformats.org/officeDocument/2006/relationships/image" Target="../media/image1.jpeg"/><Relationship Id="rId25" Type="http://schemas.openxmlformats.org/officeDocument/2006/relationships/image" Target="../media/image1.jpeg"/><Relationship Id="rId26"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0" name=""/>
          <p:cNvGrpSpPr/>
          <p:nvPr/>
        </p:nvGrpSpPr>
        <p:grpSpPr>
          <a:xfrm>
            <a:off x="0" y="0"/>
            <a:ext cx="10079640" cy="4113720"/>
            <a:chOff x="0" y="0"/>
            <a:chExt cx="10079640" cy="4113720"/>
          </a:xfrm>
        </p:grpSpPr>
        <p:sp>
          <p:nvSpPr>
            <p:cNvPr id="1"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 name=""/>
            <p:cNvSpPr/>
            <p:nvPr/>
          </p:nvSpPr>
          <p:spPr>
            <a:xfrm>
              <a:off x="0" y="1280160"/>
              <a:ext cx="1553400" cy="63900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 name=""/>
            <p:cNvSpPr/>
            <p:nvPr/>
          </p:nvSpPr>
          <p:spPr>
            <a:xfrm>
              <a:off x="914400" y="1920240"/>
              <a:ext cx="1279080" cy="18277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 name=""/>
            <p:cNvSpPr/>
            <p:nvPr/>
          </p:nvSpPr>
          <p:spPr>
            <a:xfrm>
              <a:off x="2194560" y="548640"/>
              <a:ext cx="1279080" cy="18277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 name=""/>
            <p:cNvSpPr/>
            <p:nvPr/>
          </p:nvSpPr>
          <p:spPr>
            <a:xfrm>
              <a:off x="3474720" y="118872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 name=""/>
            <p:cNvSpPr/>
            <p:nvPr/>
          </p:nvSpPr>
          <p:spPr>
            <a:xfrm>
              <a:off x="4206240" y="0"/>
              <a:ext cx="1461960" cy="91332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 name=""/>
            <p:cNvSpPr/>
            <p:nvPr/>
          </p:nvSpPr>
          <p:spPr>
            <a:xfrm>
              <a:off x="4663440" y="914400"/>
              <a:ext cx="1004760" cy="4561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 name=""/>
            <p:cNvSpPr/>
            <p:nvPr/>
          </p:nvSpPr>
          <p:spPr>
            <a:xfrm>
              <a:off x="3474720" y="1737360"/>
              <a:ext cx="3107880" cy="100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0" name=""/>
            <p:cNvSpPr/>
            <p:nvPr/>
          </p:nvSpPr>
          <p:spPr>
            <a:xfrm>
              <a:off x="4114800" y="2743200"/>
              <a:ext cx="1461960" cy="100476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 name=""/>
            <p:cNvSpPr/>
            <p:nvPr/>
          </p:nvSpPr>
          <p:spPr>
            <a:xfrm>
              <a:off x="6583680" y="1463040"/>
              <a:ext cx="1553400" cy="45612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 name=""/>
            <p:cNvSpPr/>
            <p:nvPr/>
          </p:nvSpPr>
          <p:spPr>
            <a:xfrm>
              <a:off x="7315200" y="1920240"/>
              <a:ext cx="1461960" cy="164484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 name=""/>
            <p:cNvSpPr/>
            <p:nvPr/>
          </p:nvSpPr>
          <p:spPr>
            <a:xfrm>
              <a:off x="2743200" y="2377440"/>
              <a:ext cx="547560" cy="82188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 name=""/>
            <p:cNvSpPr/>
            <p:nvPr/>
          </p:nvSpPr>
          <p:spPr>
            <a:xfrm>
              <a:off x="8595360" y="0"/>
              <a:ext cx="1484280" cy="146196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 name=""/>
            <p:cNvSpPr/>
            <p:nvPr/>
          </p:nvSpPr>
          <p:spPr>
            <a:xfrm>
              <a:off x="6766560" y="0"/>
              <a:ext cx="273240" cy="100476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 name=""/>
            <p:cNvSpPr/>
            <p:nvPr/>
          </p:nvSpPr>
          <p:spPr>
            <a:xfrm>
              <a:off x="1554480" y="0"/>
              <a:ext cx="181800" cy="91332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 name=""/>
            <p:cNvSpPr/>
            <p:nvPr/>
          </p:nvSpPr>
          <p:spPr>
            <a:xfrm>
              <a:off x="0" y="3017520"/>
              <a:ext cx="364680" cy="109620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 name=""/>
            <p:cNvSpPr/>
            <p:nvPr/>
          </p:nvSpPr>
          <p:spPr>
            <a:xfrm>
              <a:off x="9601200" y="2560320"/>
              <a:ext cx="364680" cy="155340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9" name=""/>
            <p:cNvSpPr/>
            <p:nvPr/>
          </p:nvSpPr>
          <p:spPr>
            <a:xfrm>
              <a:off x="8778240" y="182880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20"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1"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2" name="PlaceHolder 3"/>
          <p:cNvSpPr>
            <a:spLocks noGrp="1"/>
          </p:cNvSpPr>
          <p:nvPr>
            <p:ph type="ftr" idx="1"/>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3" name="PlaceHolder 4"/>
          <p:cNvSpPr>
            <a:spLocks noGrp="1"/>
          </p:cNvSpPr>
          <p:nvPr>
            <p:ph type="sldNum" idx="2"/>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D5A35B53-284D-4D1F-82A8-21D717853D73}"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4" name="PlaceHolder 5"/>
          <p:cNvSpPr>
            <a:spLocks noGrp="1"/>
          </p:cNvSpPr>
          <p:nvPr>
            <p:ph type="dt" idx="3"/>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7" name=""/>
          <p:cNvGrpSpPr/>
          <p:nvPr/>
        </p:nvGrpSpPr>
        <p:grpSpPr>
          <a:xfrm>
            <a:off x="0" y="0"/>
            <a:ext cx="10079640" cy="4113720"/>
            <a:chOff x="0" y="0"/>
            <a:chExt cx="10079640" cy="4113720"/>
          </a:xfrm>
        </p:grpSpPr>
        <p:sp>
          <p:nvSpPr>
            <p:cNvPr id="28"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9"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0" name=""/>
            <p:cNvSpPr/>
            <p:nvPr/>
          </p:nvSpPr>
          <p:spPr>
            <a:xfrm>
              <a:off x="0" y="1280160"/>
              <a:ext cx="1553400" cy="63900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1" name=""/>
            <p:cNvSpPr/>
            <p:nvPr/>
          </p:nvSpPr>
          <p:spPr>
            <a:xfrm>
              <a:off x="914400" y="1920240"/>
              <a:ext cx="1279080" cy="18277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2" name=""/>
            <p:cNvSpPr/>
            <p:nvPr/>
          </p:nvSpPr>
          <p:spPr>
            <a:xfrm>
              <a:off x="2194560" y="548640"/>
              <a:ext cx="1279080" cy="18277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3" name=""/>
            <p:cNvSpPr/>
            <p:nvPr/>
          </p:nvSpPr>
          <p:spPr>
            <a:xfrm>
              <a:off x="3474720" y="118872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4" name=""/>
            <p:cNvSpPr/>
            <p:nvPr/>
          </p:nvSpPr>
          <p:spPr>
            <a:xfrm>
              <a:off x="4206240" y="0"/>
              <a:ext cx="1461960" cy="91332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5" name=""/>
            <p:cNvSpPr/>
            <p:nvPr/>
          </p:nvSpPr>
          <p:spPr>
            <a:xfrm>
              <a:off x="4663440" y="914400"/>
              <a:ext cx="1004760" cy="4561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 name=""/>
            <p:cNvSpPr/>
            <p:nvPr/>
          </p:nvSpPr>
          <p:spPr>
            <a:xfrm>
              <a:off x="3474720" y="1737360"/>
              <a:ext cx="3107880" cy="100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 name=""/>
            <p:cNvSpPr/>
            <p:nvPr/>
          </p:nvSpPr>
          <p:spPr>
            <a:xfrm>
              <a:off x="4114800" y="2743200"/>
              <a:ext cx="1461960" cy="100476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 name=""/>
            <p:cNvSpPr/>
            <p:nvPr/>
          </p:nvSpPr>
          <p:spPr>
            <a:xfrm>
              <a:off x="6583680" y="1463040"/>
              <a:ext cx="1553400" cy="45612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 name=""/>
            <p:cNvSpPr/>
            <p:nvPr/>
          </p:nvSpPr>
          <p:spPr>
            <a:xfrm>
              <a:off x="7315200" y="1920240"/>
              <a:ext cx="1461960" cy="164484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 name=""/>
            <p:cNvSpPr/>
            <p:nvPr/>
          </p:nvSpPr>
          <p:spPr>
            <a:xfrm>
              <a:off x="2743200" y="2377440"/>
              <a:ext cx="547560" cy="82188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 name=""/>
            <p:cNvSpPr/>
            <p:nvPr/>
          </p:nvSpPr>
          <p:spPr>
            <a:xfrm>
              <a:off x="8595360" y="0"/>
              <a:ext cx="1484280" cy="146196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 name=""/>
            <p:cNvSpPr/>
            <p:nvPr/>
          </p:nvSpPr>
          <p:spPr>
            <a:xfrm>
              <a:off x="6766560" y="0"/>
              <a:ext cx="273240" cy="100476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3" name=""/>
            <p:cNvSpPr/>
            <p:nvPr/>
          </p:nvSpPr>
          <p:spPr>
            <a:xfrm>
              <a:off x="1554480" y="0"/>
              <a:ext cx="181800" cy="91332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4" name=""/>
            <p:cNvSpPr/>
            <p:nvPr/>
          </p:nvSpPr>
          <p:spPr>
            <a:xfrm>
              <a:off x="0" y="3017520"/>
              <a:ext cx="364680" cy="109620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5" name=""/>
            <p:cNvSpPr/>
            <p:nvPr/>
          </p:nvSpPr>
          <p:spPr>
            <a:xfrm>
              <a:off x="9601200" y="2560320"/>
              <a:ext cx="364680" cy="155340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6" name=""/>
            <p:cNvSpPr/>
            <p:nvPr/>
          </p:nvSpPr>
          <p:spPr>
            <a:xfrm>
              <a:off x="8778240" y="182880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47" name="PlaceHolder 1"/>
          <p:cNvSpPr>
            <a:spLocks noGrp="1"/>
          </p:cNvSpPr>
          <p:nvPr>
            <p:ph type="ftr" idx="4"/>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8" name="PlaceHolder 2"/>
          <p:cNvSpPr>
            <a:spLocks noGrp="1"/>
          </p:cNvSpPr>
          <p:nvPr>
            <p:ph type="sldNum" idx="5"/>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68729E7-65E2-458B-8670-6C7D08ADB214}"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9" name="PlaceHolder 3"/>
          <p:cNvSpPr>
            <a:spLocks noGrp="1"/>
          </p:cNvSpPr>
          <p:nvPr>
            <p:ph type="dt" idx="6"/>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0"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52" name=""/>
          <p:cNvGrpSpPr/>
          <p:nvPr/>
        </p:nvGrpSpPr>
        <p:grpSpPr>
          <a:xfrm>
            <a:off x="0" y="0"/>
            <a:ext cx="10079640" cy="4113720"/>
            <a:chOff x="0" y="0"/>
            <a:chExt cx="10079640" cy="4113720"/>
          </a:xfrm>
        </p:grpSpPr>
        <p:sp>
          <p:nvSpPr>
            <p:cNvPr id="53"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4"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5" name=""/>
            <p:cNvSpPr/>
            <p:nvPr/>
          </p:nvSpPr>
          <p:spPr>
            <a:xfrm>
              <a:off x="0" y="1280160"/>
              <a:ext cx="1553400" cy="63900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56" name=""/>
            <p:cNvSpPr/>
            <p:nvPr/>
          </p:nvSpPr>
          <p:spPr>
            <a:xfrm>
              <a:off x="914400" y="1920240"/>
              <a:ext cx="1279080" cy="18277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7" name=""/>
            <p:cNvSpPr/>
            <p:nvPr/>
          </p:nvSpPr>
          <p:spPr>
            <a:xfrm>
              <a:off x="2194560" y="548640"/>
              <a:ext cx="1279080" cy="18277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8" name=""/>
            <p:cNvSpPr/>
            <p:nvPr/>
          </p:nvSpPr>
          <p:spPr>
            <a:xfrm>
              <a:off x="3474720" y="118872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9" name=""/>
            <p:cNvSpPr/>
            <p:nvPr/>
          </p:nvSpPr>
          <p:spPr>
            <a:xfrm>
              <a:off x="4206240" y="0"/>
              <a:ext cx="1461960" cy="91332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0" name=""/>
            <p:cNvSpPr/>
            <p:nvPr/>
          </p:nvSpPr>
          <p:spPr>
            <a:xfrm>
              <a:off x="4663440" y="914400"/>
              <a:ext cx="1004760" cy="4561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1" name=""/>
            <p:cNvSpPr/>
            <p:nvPr/>
          </p:nvSpPr>
          <p:spPr>
            <a:xfrm>
              <a:off x="3474720" y="1737360"/>
              <a:ext cx="3107880" cy="100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2" name=""/>
            <p:cNvSpPr/>
            <p:nvPr/>
          </p:nvSpPr>
          <p:spPr>
            <a:xfrm>
              <a:off x="4114800" y="2743200"/>
              <a:ext cx="1461960" cy="100476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3" name=""/>
            <p:cNvSpPr/>
            <p:nvPr/>
          </p:nvSpPr>
          <p:spPr>
            <a:xfrm>
              <a:off x="6583680" y="1463040"/>
              <a:ext cx="1553400" cy="45612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4" name=""/>
            <p:cNvSpPr/>
            <p:nvPr/>
          </p:nvSpPr>
          <p:spPr>
            <a:xfrm>
              <a:off x="7315200" y="1920240"/>
              <a:ext cx="1461960" cy="164484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5" name=""/>
            <p:cNvSpPr/>
            <p:nvPr/>
          </p:nvSpPr>
          <p:spPr>
            <a:xfrm>
              <a:off x="2743200" y="2377440"/>
              <a:ext cx="547560" cy="82188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6" name=""/>
            <p:cNvSpPr/>
            <p:nvPr/>
          </p:nvSpPr>
          <p:spPr>
            <a:xfrm>
              <a:off x="8595360" y="0"/>
              <a:ext cx="1484280" cy="146196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7" name=""/>
            <p:cNvSpPr/>
            <p:nvPr/>
          </p:nvSpPr>
          <p:spPr>
            <a:xfrm>
              <a:off x="6766560" y="0"/>
              <a:ext cx="273240" cy="100476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8" name=""/>
            <p:cNvSpPr/>
            <p:nvPr/>
          </p:nvSpPr>
          <p:spPr>
            <a:xfrm>
              <a:off x="1554480" y="0"/>
              <a:ext cx="181800" cy="91332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9" name=""/>
            <p:cNvSpPr/>
            <p:nvPr/>
          </p:nvSpPr>
          <p:spPr>
            <a:xfrm>
              <a:off x="0" y="3017520"/>
              <a:ext cx="364680" cy="109620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0" name=""/>
            <p:cNvSpPr/>
            <p:nvPr/>
          </p:nvSpPr>
          <p:spPr>
            <a:xfrm>
              <a:off x="9601200" y="2560320"/>
              <a:ext cx="364680" cy="155340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1" name=""/>
            <p:cNvSpPr/>
            <p:nvPr/>
          </p:nvSpPr>
          <p:spPr>
            <a:xfrm>
              <a:off x="8778240" y="182880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72"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3"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4" name="PlaceHolder 3"/>
          <p:cNvSpPr>
            <a:spLocks noGrp="1"/>
          </p:cNvSpPr>
          <p:nvPr>
            <p:ph type="ftr" idx="7"/>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75" name="PlaceHolder 4"/>
          <p:cNvSpPr>
            <a:spLocks noGrp="1"/>
          </p:cNvSpPr>
          <p:nvPr>
            <p:ph type="sldNum" idx="8"/>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E4F67A7B-A0EF-4EF2-B28F-151351776ED3}"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76" name="PlaceHolder 5"/>
          <p:cNvSpPr>
            <a:spLocks noGrp="1"/>
          </p:cNvSpPr>
          <p:nvPr>
            <p:ph type="dt" idx="9"/>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79" name=""/>
          <p:cNvGrpSpPr/>
          <p:nvPr/>
        </p:nvGrpSpPr>
        <p:grpSpPr>
          <a:xfrm>
            <a:off x="0" y="0"/>
            <a:ext cx="10079640" cy="4113720"/>
            <a:chOff x="0" y="0"/>
            <a:chExt cx="10079640" cy="4113720"/>
          </a:xfrm>
        </p:grpSpPr>
        <p:sp>
          <p:nvSpPr>
            <p:cNvPr id="80"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1" name=""/>
            <p:cNvSpPr/>
            <p:nvPr/>
          </p:nvSpPr>
          <p:spPr>
            <a:xfrm>
              <a:off x="0" y="0"/>
              <a:ext cx="10079640" cy="411372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2" name=""/>
            <p:cNvSpPr/>
            <p:nvPr/>
          </p:nvSpPr>
          <p:spPr>
            <a:xfrm>
              <a:off x="0" y="1280160"/>
              <a:ext cx="1553400" cy="63900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3" name=""/>
            <p:cNvSpPr/>
            <p:nvPr/>
          </p:nvSpPr>
          <p:spPr>
            <a:xfrm>
              <a:off x="914400" y="1920240"/>
              <a:ext cx="1279080" cy="18277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4" name=""/>
            <p:cNvSpPr/>
            <p:nvPr/>
          </p:nvSpPr>
          <p:spPr>
            <a:xfrm>
              <a:off x="2194560" y="548640"/>
              <a:ext cx="1279080" cy="18277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5" name=""/>
            <p:cNvSpPr/>
            <p:nvPr/>
          </p:nvSpPr>
          <p:spPr>
            <a:xfrm>
              <a:off x="3474720" y="118872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6" name=""/>
            <p:cNvSpPr/>
            <p:nvPr/>
          </p:nvSpPr>
          <p:spPr>
            <a:xfrm>
              <a:off x="4206240" y="0"/>
              <a:ext cx="1461960" cy="91332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7" name=""/>
            <p:cNvSpPr/>
            <p:nvPr/>
          </p:nvSpPr>
          <p:spPr>
            <a:xfrm>
              <a:off x="4663440" y="914400"/>
              <a:ext cx="1004760" cy="45612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8" name=""/>
            <p:cNvSpPr/>
            <p:nvPr/>
          </p:nvSpPr>
          <p:spPr>
            <a:xfrm>
              <a:off x="3474720" y="1737360"/>
              <a:ext cx="3107880" cy="100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9" name=""/>
            <p:cNvSpPr/>
            <p:nvPr/>
          </p:nvSpPr>
          <p:spPr>
            <a:xfrm>
              <a:off x="4114800" y="2743200"/>
              <a:ext cx="1461960" cy="100476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0" name=""/>
            <p:cNvSpPr/>
            <p:nvPr/>
          </p:nvSpPr>
          <p:spPr>
            <a:xfrm>
              <a:off x="6583680" y="1463040"/>
              <a:ext cx="1553400" cy="45612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1" name=""/>
            <p:cNvSpPr/>
            <p:nvPr/>
          </p:nvSpPr>
          <p:spPr>
            <a:xfrm>
              <a:off x="7315200" y="1920240"/>
              <a:ext cx="1461960" cy="164484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2" name=""/>
            <p:cNvSpPr/>
            <p:nvPr/>
          </p:nvSpPr>
          <p:spPr>
            <a:xfrm>
              <a:off x="2743200" y="2377440"/>
              <a:ext cx="547560" cy="82188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3" name=""/>
            <p:cNvSpPr/>
            <p:nvPr/>
          </p:nvSpPr>
          <p:spPr>
            <a:xfrm>
              <a:off x="8595360" y="0"/>
              <a:ext cx="1484280" cy="146196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4" name=""/>
            <p:cNvSpPr/>
            <p:nvPr/>
          </p:nvSpPr>
          <p:spPr>
            <a:xfrm>
              <a:off x="6766560" y="0"/>
              <a:ext cx="273240" cy="100476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95" name=""/>
            <p:cNvSpPr/>
            <p:nvPr/>
          </p:nvSpPr>
          <p:spPr>
            <a:xfrm>
              <a:off x="1554480" y="0"/>
              <a:ext cx="181800" cy="91332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96" name=""/>
            <p:cNvSpPr/>
            <p:nvPr/>
          </p:nvSpPr>
          <p:spPr>
            <a:xfrm>
              <a:off x="0" y="3017520"/>
              <a:ext cx="364680" cy="109620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7" name=""/>
            <p:cNvSpPr/>
            <p:nvPr/>
          </p:nvSpPr>
          <p:spPr>
            <a:xfrm>
              <a:off x="9601200" y="2560320"/>
              <a:ext cx="364680" cy="155340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8" name=""/>
            <p:cNvSpPr/>
            <p:nvPr/>
          </p:nvSpPr>
          <p:spPr>
            <a:xfrm>
              <a:off x="8778240" y="1828800"/>
              <a:ext cx="364680" cy="36468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99"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0" name="PlaceHolder 2"/>
          <p:cNvSpPr>
            <a:spLocks noGrp="1"/>
          </p:cNvSpPr>
          <p:nvPr>
            <p:ph type="ftr" idx="10"/>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01" name="PlaceHolder 3"/>
          <p:cNvSpPr>
            <a:spLocks noGrp="1"/>
          </p:cNvSpPr>
          <p:nvPr>
            <p:ph type="sldNum" idx="11"/>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82F13528-5BE9-46F8-A56D-D310F4E8877C}"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02" name="PlaceHolder 4"/>
          <p:cNvSpPr>
            <a:spLocks noGrp="1"/>
          </p:cNvSpPr>
          <p:nvPr>
            <p:ph type="dt" idx="12"/>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03"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6" name=""/>
          <p:cNvGrpSpPr/>
          <p:nvPr/>
        </p:nvGrpSpPr>
        <p:grpSpPr>
          <a:xfrm>
            <a:off x="8540280" y="5064840"/>
            <a:ext cx="1279440" cy="913680"/>
            <a:chOff x="8540280" y="5064840"/>
            <a:chExt cx="1279440" cy="913680"/>
          </a:xfrm>
        </p:grpSpPr>
        <p:grpSp>
          <p:nvGrpSpPr>
            <p:cNvPr id="107" name=""/>
            <p:cNvGrpSpPr/>
            <p:nvPr/>
          </p:nvGrpSpPr>
          <p:grpSpPr>
            <a:xfrm>
              <a:off x="8540280" y="5064840"/>
              <a:ext cx="1279440" cy="913680"/>
              <a:chOff x="8540280" y="5064840"/>
              <a:chExt cx="1279440" cy="913680"/>
            </a:xfrm>
          </p:grpSpPr>
          <p:sp>
            <p:nvSpPr>
              <p:cNvPr id="108" name=""/>
              <p:cNvSpPr/>
              <p:nvPr/>
            </p:nvSpPr>
            <p:spPr>
              <a:xfrm flipV="1" rot="21598800">
                <a:off x="9637560" y="5430240"/>
                <a:ext cx="181800" cy="181800"/>
              </a:xfrm>
              <a:prstGeom prst="ellipse">
                <a:avLst/>
              </a:prstGeom>
              <a:blipFill rotWithShape="0">
                <a:blip r:embed="rId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09" name=""/>
              <p:cNvSpPr/>
              <p:nvPr/>
            </p:nvSpPr>
            <p:spPr>
              <a:xfrm flipV="1" rot="21598800">
                <a:off x="9271800" y="5430240"/>
                <a:ext cx="181800" cy="181800"/>
              </a:xfrm>
              <a:prstGeom prst="ellipse">
                <a:avLst/>
              </a:prstGeom>
              <a:blipFill rotWithShape="0">
                <a:blip r:embed="rId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0" name=""/>
              <p:cNvSpPr/>
              <p:nvPr/>
            </p:nvSpPr>
            <p:spPr>
              <a:xfrm flipV="1" rot="21598800">
                <a:off x="8906400" y="5430240"/>
                <a:ext cx="181800" cy="181800"/>
              </a:xfrm>
              <a:prstGeom prst="ellipse">
                <a:avLst/>
              </a:prstGeom>
              <a:blipFill rotWithShape="0">
                <a:blip r:embed="rId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1" name=""/>
              <p:cNvSpPr/>
              <p:nvPr/>
            </p:nvSpPr>
            <p:spPr>
              <a:xfrm flipV="1" rot="21598800">
                <a:off x="8540280" y="5430600"/>
                <a:ext cx="181800" cy="181800"/>
              </a:xfrm>
              <a:prstGeom prst="ellipse">
                <a:avLst/>
              </a:prstGeom>
              <a:blipFill rotWithShape="0">
                <a:blip r:embed="rId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2" name=""/>
              <p:cNvSpPr/>
              <p:nvPr/>
            </p:nvSpPr>
            <p:spPr>
              <a:xfrm flipV="1" rot="21598800">
                <a:off x="8540280" y="5064480"/>
                <a:ext cx="181800" cy="181800"/>
              </a:xfrm>
              <a:prstGeom prst="ellipse">
                <a:avLst/>
              </a:prstGeom>
              <a:blipFill rotWithShape="0">
                <a:blip r:embed="rId6"/>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3" name=""/>
              <p:cNvSpPr/>
              <p:nvPr/>
            </p:nvSpPr>
            <p:spPr>
              <a:xfrm flipV="1" rot="21598800">
                <a:off x="8906040" y="5064480"/>
                <a:ext cx="181800" cy="181800"/>
              </a:xfrm>
              <a:prstGeom prst="ellipse">
                <a:avLst/>
              </a:prstGeom>
              <a:blipFill rotWithShape="0">
                <a:blip r:embed="rId7"/>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4" name=""/>
              <p:cNvSpPr/>
              <p:nvPr/>
            </p:nvSpPr>
            <p:spPr>
              <a:xfrm flipV="1" rot="21598800">
                <a:off x="9271800" y="5064840"/>
                <a:ext cx="181800" cy="181800"/>
              </a:xfrm>
              <a:prstGeom prst="ellipse">
                <a:avLst/>
              </a:prstGeom>
              <a:blipFill rotWithShape="0">
                <a:blip r:embed="rId8"/>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5" name=""/>
              <p:cNvSpPr/>
              <p:nvPr/>
            </p:nvSpPr>
            <p:spPr>
              <a:xfrm flipV="1" rot="21598800">
                <a:off x="9637920" y="5064480"/>
                <a:ext cx="181800" cy="181800"/>
              </a:xfrm>
              <a:prstGeom prst="ellipse">
                <a:avLst/>
              </a:prstGeom>
              <a:blipFill rotWithShape="0">
                <a:blip r:embed="rId9"/>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6" name=""/>
              <p:cNvSpPr/>
              <p:nvPr/>
            </p:nvSpPr>
            <p:spPr>
              <a:xfrm flipV="1" rot="21598800">
                <a:off x="9637560" y="5796000"/>
                <a:ext cx="181800" cy="181800"/>
              </a:xfrm>
              <a:prstGeom prst="ellipse">
                <a:avLst/>
              </a:prstGeom>
              <a:blipFill rotWithShape="0">
                <a:blip r:embed="rId10"/>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7" name=""/>
              <p:cNvSpPr/>
              <p:nvPr/>
            </p:nvSpPr>
            <p:spPr>
              <a:xfrm flipV="1" rot="21598800">
                <a:off x="9272160" y="5796360"/>
                <a:ext cx="181800" cy="181800"/>
              </a:xfrm>
              <a:prstGeom prst="ellipse">
                <a:avLst/>
              </a:prstGeom>
              <a:blipFill rotWithShape="0">
                <a:blip r:embed="rId11"/>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8" name=""/>
              <p:cNvSpPr/>
              <p:nvPr/>
            </p:nvSpPr>
            <p:spPr>
              <a:xfrm flipV="1" rot="21598800">
                <a:off x="8906040" y="5796000"/>
                <a:ext cx="181800" cy="181800"/>
              </a:xfrm>
              <a:prstGeom prst="ellipse">
                <a:avLst/>
              </a:prstGeom>
              <a:blipFill rotWithShape="0">
                <a:blip r:embed="rId1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9" name=""/>
              <p:cNvSpPr/>
              <p:nvPr/>
            </p:nvSpPr>
            <p:spPr>
              <a:xfrm flipV="1" rot="21598800">
                <a:off x="8540280" y="5796000"/>
                <a:ext cx="181800" cy="181800"/>
              </a:xfrm>
              <a:prstGeom prst="ellipse">
                <a:avLst/>
              </a:prstGeom>
              <a:blipFill rotWithShape="0">
                <a:blip r:embed="rId1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sp>
        <p:nvSpPr>
          <p:cNvPr id="120" name=""/>
          <p:cNvSpPr/>
          <p:nvPr/>
        </p:nvSpPr>
        <p:spPr>
          <a:xfrm>
            <a:off x="1499760" y="1774080"/>
            <a:ext cx="2925000" cy="292500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1" name=""/>
          <p:cNvSpPr/>
          <p:nvPr/>
        </p:nvSpPr>
        <p:spPr>
          <a:xfrm>
            <a:off x="1225080" y="1134360"/>
            <a:ext cx="1188000" cy="118728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2" name=""/>
          <p:cNvSpPr/>
          <p:nvPr/>
        </p:nvSpPr>
        <p:spPr>
          <a:xfrm>
            <a:off x="3420000" y="4242960"/>
            <a:ext cx="639000" cy="63900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pic>
        <p:nvPicPr>
          <p:cNvPr id="123" name="" descr=""/>
          <p:cNvPicPr/>
          <p:nvPr/>
        </p:nvPicPr>
        <p:blipFill>
          <a:blip r:embed="rId14">
            <a:extLst>
              <a:ext uri="{96DAC541-7B7A-43D3-8B79-37D633B846F1}">
                <asvg:svgBlip xmlns:asvg="http://schemas.microsoft.com/office/drawing/2016/SVG/main" r:embed="rId15"/>
              </a:ext>
            </a:extLst>
            <a:alphaModFix amt="50000"/>
          </a:blip>
          <a:stretch/>
        </p:blipFill>
        <p:spPr>
          <a:xfrm>
            <a:off x="4349520" y="792360"/>
            <a:ext cx="5524920" cy="4144320"/>
          </a:xfrm>
          <a:prstGeom prst="rect">
            <a:avLst/>
          </a:prstGeom>
          <a:ln w="0">
            <a:noFill/>
          </a:ln>
          <a:effectLst>
            <a:outerShdw blurRad="762120" dir="2700000" dist="102841" rotWithShape="0">
              <a:srgbClr val="808080">
                <a:alpha val="50000"/>
              </a:srgbClr>
            </a:outerShdw>
          </a:effectLst>
        </p:spPr>
      </p:pic>
      <p:sp>
        <p:nvSpPr>
          <p:cNvPr id="124"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25"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6" name="PlaceHolder 3"/>
          <p:cNvSpPr>
            <a:spLocks noGrp="1"/>
          </p:cNvSpPr>
          <p:nvPr>
            <p:ph type="ftr" idx="13"/>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27" name="PlaceHolder 4"/>
          <p:cNvSpPr>
            <a:spLocks noGrp="1"/>
          </p:cNvSpPr>
          <p:nvPr>
            <p:ph type="sldNum" idx="14"/>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2ECD4003-9117-4962-9795-9AD84E5B0050}"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28" name="PlaceHolder 5"/>
          <p:cNvSpPr>
            <a:spLocks noGrp="1"/>
          </p:cNvSpPr>
          <p:nvPr>
            <p:ph type="dt" idx="15"/>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16"/>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31" name=""/>
          <p:cNvGrpSpPr/>
          <p:nvPr/>
        </p:nvGrpSpPr>
        <p:grpSpPr>
          <a:xfrm>
            <a:off x="7406640" y="3566160"/>
            <a:ext cx="2376360" cy="4296600"/>
            <a:chOff x="7406640" y="3566160"/>
            <a:chExt cx="2376360" cy="4296600"/>
          </a:xfrm>
        </p:grpSpPr>
        <p:sp>
          <p:nvSpPr>
            <p:cNvPr id="132" name=""/>
            <p:cNvSpPr/>
            <p:nvPr/>
          </p:nvSpPr>
          <p:spPr>
            <a:xfrm>
              <a:off x="8138160" y="4754880"/>
              <a:ext cx="456120" cy="2559240"/>
            </a:xfrm>
            <a:prstGeom prst="rect">
              <a:avLst/>
            </a:prstGeom>
            <a:blipFill rotWithShape="0">
              <a:blip r:embed="rId2"/>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3" name=""/>
            <p:cNvSpPr/>
            <p:nvPr/>
          </p:nvSpPr>
          <p:spPr>
            <a:xfrm>
              <a:off x="8961120" y="3566160"/>
              <a:ext cx="456120" cy="2559240"/>
            </a:xfrm>
            <a:prstGeom prst="rect">
              <a:avLst/>
            </a:prstGeom>
            <a:blipFill rotWithShape="0">
              <a:blip r:embed="rId3"/>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4" name=""/>
            <p:cNvSpPr/>
            <p:nvPr/>
          </p:nvSpPr>
          <p:spPr>
            <a:xfrm>
              <a:off x="8503920" y="5120640"/>
              <a:ext cx="127908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5" name=""/>
            <p:cNvSpPr/>
            <p:nvPr/>
          </p:nvSpPr>
          <p:spPr>
            <a:xfrm>
              <a:off x="8321040" y="5303520"/>
              <a:ext cx="91332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6" name=""/>
            <p:cNvSpPr/>
            <p:nvPr/>
          </p:nvSpPr>
          <p:spPr>
            <a:xfrm>
              <a:off x="8869680" y="5486400"/>
              <a:ext cx="91332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7" name=""/>
            <p:cNvSpPr/>
            <p:nvPr/>
          </p:nvSpPr>
          <p:spPr>
            <a:xfrm>
              <a:off x="7406640" y="5303520"/>
              <a:ext cx="456120" cy="2559240"/>
            </a:xfrm>
            <a:prstGeom prst="rect">
              <a:avLst/>
            </a:prstGeom>
            <a:blipFill rotWithShape="0">
              <a:blip r:embed="rId4"/>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138" name=""/>
          <p:cNvSpPr/>
          <p:nvPr/>
        </p:nvSpPr>
        <p:spPr>
          <a:xfrm flipH="1" flipV="1">
            <a:off x="1460160" y="-1555920"/>
            <a:ext cx="456120" cy="2559240"/>
          </a:xfrm>
          <a:prstGeom prst="rect">
            <a:avLst/>
          </a:prstGeom>
          <a:blipFill rotWithShape="0">
            <a:blip r:embed="rId5"/>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9" name=""/>
          <p:cNvSpPr/>
          <p:nvPr/>
        </p:nvSpPr>
        <p:spPr>
          <a:xfrm flipH="1" flipV="1">
            <a:off x="637200" y="-365760"/>
            <a:ext cx="456120" cy="2559240"/>
          </a:xfrm>
          <a:prstGeom prst="rect">
            <a:avLst/>
          </a:prstGeom>
          <a:blipFill rotWithShape="0">
            <a:blip r:embed="rId6"/>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0" name=""/>
          <p:cNvSpPr/>
          <p:nvPr/>
        </p:nvSpPr>
        <p:spPr>
          <a:xfrm flipH="1" flipV="1">
            <a:off x="272880" y="547200"/>
            <a:ext cx="127908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1" name=""/>
          <p:cNvSpPr/>
          <p:nvPr/>
        </p:nvSpPr>
        <p:spPr>
          <a:xfrm flipH="1" flipV="1">
            <a:off x="821520" y="364320"/>
            <a:ext cx="91332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2" name=""/>
          <p:cNvSpPr/>
          <p:nvPr/>
        </p:nvSpPr>
        <p:spPr>
          <a:xfrm flipH="1" flipV="1">
            <a:off x="272880" y="181440"/>
            <a:ext cx="913320" cy="9036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3" name=""/>
          <p:cNvSpPr/>
          <p:nvPr/>
        </p:nvSpPr>
        <p:spPr>
          <a:xfrm flipH="1" flipV="1">
            <a:off x="2193120" y="-2104560"/>
            <a:ext cx="456120" cy="2559240"/>
          </a:xfrm>
          <a:prstGeom prst="rect">
            <a:avLst/>
          </a:prstGeom>
          <a:blipFill rotWithShape="0">
            <a:blip r:embed="rId7"/>
            <a:srcRect/>
            <a:tile tx="0" ty="0" sx="73758" sy="73758"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4" name=""/>
          <p:cNvSpPr/>
          <p:nvPr/>
        </p:nvSpPr>
        <p:spPr>
          <a:xfrm>
            <a:off x="3474720" y="2560320"/>
            <a:ext cx="2742120" cy="27421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45"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6"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7" name="PlaceHolder 3"/>
          <p:cNvSpPr>
            <a:spLocks noGrp="1"/>
          </p:cNvSpPr>
          <p:nvPr>
            <p:ph type="ftr" idx="16"/>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48" name="PlaceHolder 4"/>
          <p:cNvSpPr>
            <a:spLocks noGrp="1"/>
          </p:cNvSpPr>
          <p:nvPr>
            <p:ph type="sldNum" idx="17"/>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5A3D0C2E-C54B-4C7F-852A-E91EEC20405E}"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49" name="PlaceHolder 5"/>
          <p:cNvSpPr>
            <a:spLocks noGrp="1"/>
          </p:cNvSpPr>
          <p:nvPr>
            <p:ph type="dt" idx="18"/>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8"/>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
          <p:cNvSpPr/>
          <p:nvPr/>
        </p:nvSpPr>
        <p:spPr>
          <a:xfrm>
            <a:off x="822960" y="246888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3" name=""/>
          <p:cNvSpPr/>
          <p:nvPr/>
        </p:nvSpPr>
        <p:spPr>
          <a:xfrm>
            <a:off x="4480560" y="155448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4" name=""/>
          <p:cNvSpPr/>
          <p:nvPr/>
        </p:nvSpPr>
        <p:spPr>
          <a:xfrm>
            <a:off x="6583680" y="310896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5" name=""/>
          <p:cNvSpPr/>
          <p:nvPr/>
        </p:nvSpPr>
        <p:spPr>
          <a:xfrm>
            <a:off x="1554480" y="4114800"/>
            <a:ext cx="913320" cy="656280"/>
          </a:xfrm>
          <a:custGeom>
            <a:avLst/>
            <a:gdLst>
              <a:gd name="textAreaLeft" fmla="*/ 0 w 913320"/>
              <a:gd name="textAreaRight" fmla="*/ 914400 w 913320"/>
              <a:gd name="textAreaTop" fmla="*/ 0 h 656280"/>
              <a:gd name="textAreaBottom" fmla="*/ 657360 h 656280"/>
            </a:gdLst>
            <a:ahLst/>
            <a:rect l="textAreaLeft" t="textAreaTop" r="textAreaRight" b="textAreaBottom"/>
            <a:pathLst>
              <a:path fill="none" w="2540" h="1826">
                <a:moveTo>
                  <a:pt x="0" y="0"/>
                </a:moveTo>
                <a:cubicBezTo>
                  <a:pt x="508" y="2286"/>
                  <a:pt x="2540" y="1778"/>
                  <a:pt x="2540" y="1778"/>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6" name=""/>
          <p:cNvSpPr/>
          <p:nvPr/>
        </p:nvSpPr>
        <p:spPr>
          <a:xfrm>
            <a:off x="3657600" y="1188720"/>
            <a:ext cx="821880" cy="639000"/>
          </a:xfrm>
          <a:custGeom>
            <a:avLst/>
            <a:gdLst>
              <a:gd name="textAreaLeft" fmla="*/ 0 w 821880"/>
              <a:gd name="textAreaRight" fmla="*/ 822960 w 821880"/>
              <a:gd name="textAreaTop" fmla="*/ 0 h 639000"/>
              <a:gd name="textAreaBottom" fmla="*/ 640080 h 639000"/>
            </a:gdLst>
            <a:ahLst/>
            <a:rect l="textAreaLeft" t="textAreaTop" r="textAreaRight" b="textAreaBottom"/>
            <a:pathLst>
              <a:path fill="none" w="2286" h="1778">
                <a:moveTo>
                  <a:pt x="2286" y="1778"/>
                </a:moveTo>
                <a:cubicBezTo>
                  <a:pt x="1016" y="1778"/>
                  <a:pt x="2033" y="0"/>
                  <a:pt x="0" y="0"/>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7" name=""/>
          <p:cNvSpPr/>
          <p:nvPr/>
        </p:nvSpPr>
        <p:spPr>
          <a:xfrm>
            <a:off x="7955280" y="2011680"/>
            <a:ext cx="1463040" cy="1187640"/>
          </a:xfrm>
          <a:custGeom>
            <a:avLst/>
            <a:gdLst>
              <a:gd name="textAreaLeft" fmla="*/ 0 w 1463040"/>
              <a:gd name="textAreaRight" fmla="*/ 1464120 w 1463040"/>
              <a:gd name="textAreaTop" fmla="*/ 0 h 1187640"/>
              <a:gd name="textAreaBottom" fmla="*/ 1188720 h 1187640"/>
            </a:gdLst>
            <a:ahLst/>
            <a:rect l="textAreaLeft" t="textAreaTop" r="textAreaRight" b="textAreaBottom"/>
            <a:pathLst>
              <a:path fill="none" w="4067" h="3302">
                <a:moveTo>
                  <a:pt x="3302" y="0"/>
                </a:moveTo>
                <a:cubicBezTo>
                  <a:pt x="4826" y="1016"/>
                  <a:pt x="3810" y="2286"/>
                  <a:pt x="2540" y="2286"/>
                </a:cubicBezTo>
                <a:cubicBezTo>
                  <a:pt x="1269" y="2286"/>
                  <a:pt x="253" y="2540"/>
                  <a:pt x="0" y="3302"/>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8" name=""/>
          <p:cNvSpPr/>
          <p:nvPr/>
        </p:nvSpPr>
        <p:spPr>
          <a:xfrm>
            <a:off x="2468880" y="822960"/>
            <a:ext cx="1409400" cy="1370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59" name=""/>
          <p:cNvSpPr/>
          <p:nvPr/>
        </p:nvSpPr>
        <p:spPr>
          <a:xfrm>
            <a:off x="3931920" y="466344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0" name=""/>
          <p:cNvSpPr/>
          <p:nvPr/>
        </p:nvSpPr>
        <p:spPr>
          <a:xfrm>
            <a:off x="8412480" y="1280160"/>
            <a:ext cx="1096200" cy="10047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1"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62"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3" name="PlaceHolder 3"/>
          <p:cNvSpPr>
            <a:spLocks noGrp="1"/>
          </p:cNvSpPr>
          <p:nvPr>
            <p:ph type="ftr" idx="19"/>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64" name="PlaceHolder 4"/>
          <p:cNvSpPr>
            <a:spLocks noGrp="1"/>
          </p:cNvSpPr>
          <p:nvPr>
            <p:ph type="sldNum" idx="20"/>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BCE27652-B8EE-4A20-A4B0-9F028C63012F}"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65" name="PlaceHolder 5"/>
          <p:cNvSpPr>
            <a:spLocks noGrp="1"/>
          </p:cNvSpPr>
          <p:nvPr>
            <p:ph type="dt" idx="21"/>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
          <p:cNvSpPr/>
          <p:nvPr/>
        </p:nvSpPr>
        <p:spPr>
          <a:xfrm>
            <a:off x="822960" y="246888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69" name=""/>
          <p:cNvSpPr/>
          <p:nvPr/>
        </p:nvSpPr>
        <p:spPr>
          <a:xfrm>
            <a:off x="4480560" y="155448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70" name=""/>
          <p:cNvSpPr/>
          <p:nvPr/>
        </p:nvSpPr>
        <p:spPr>
          <a:xfrm>
            <a:off x="6583680" y="3108960"/>
            <a:ext cx="1461960" cy="146196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71" name=""/>
          <p:cNvSpPr/>
          <p:nvPr/>
        </p:nvSpPr>
        <p:spPr>
          <a:xfrm>
            <a:off x="1554480" y="4114800"/>
            <a:ext cx="913320" cy="656280"/>
          </a:xfrm>
          <a:custGeom>
            <a:avLst/>
            <a:gdLst>
              <a:gd name="textAreaLeft" fmla="*/ 0 w 913320"/>
              <a:gd name="textAreaRight" fmla="*/ 914400 w 913320"/>
              <a:gd name="textAreaTop" fmla="*/ 0 h 656280"/>
              <a:gd name="textAreaBottom" fmla="*/ 657360 h 656280"/>
            </a:gdLst>
            <a:ahLst/>
            <a:rect l="textAreaLeft" t="textAreaTop" r="textAreaRight" b="textAreaBottom"/>
            <a:pathLst>
              <a:path fill="none" w="2540" h="1826">
                <a:moveTo>
                  <a:pt x="0" y="0"/>
                </a:moveTo>
                <a:cubicBezTo>
                  <a:pt x="508" y="2286"/>
                  <a:pt x="2540" y="1778"/>
                  <a:pt x="2540" y="1778"/>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2" name=""/>
          <p:cNvSpPr/>
          <p:nvPr/>
        </p:nvSpPr>
        <p:spPr>
          <a:xfrm>
            <a:off x="3657600" y="1188720"/>
            <a:ext cx="821880" cy="639000"/>
          </a:xfrm>
          <a:custGeom>
            <a:avLst/>
            <a:gdLst>
              <a:gd name="textAreaLeft" fmla="*/ 0 w 821880"/>
              <a:gd name="textAreaRight" fmla="*/ 822960 w 821880"/>
              <a:gd name="textAreaTop" fmla="*/ 0 h 639000"/>
              <a:gd name="textAreaBottom" fmla="*/ 640080 h 639000"/>
            </a:gdLst>
            <a:ahLst/>
            <a:rect l="textAreaLeft" t="textAreaTop" r="textAreaRight" b="textAreaBottom"/>
            <a:pathLst>
              <a:path fill="none" w="2286" h="1778">
                <a:moveTo>
                  <a:pt x="2286" y="1778"/>
                </a:moveTo>
                <a:cubicBezTo>
                  <a:pt x="1016" y="1778"/>
                  <a:pt x="2033" y="0"/>
                  <a:pt x="0" y="0"/>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3" name=""/>
          <p:cNvSpPr/>
          <p:nvPr/>
        </p:nvSpPr>
        <p:spPr>
          <a:xfrm>
            <a:off x="7955280" y="2011680"/>
            <a:ext cx="1463040" cy="1187640"/>
          </a:xfrm>
          <a:custGeom>
            <a:avLst/>
            <a:gdLst>
              <a:gd name="textAreaLeft" fmla="*/ 0 w 1463040"/>
              <a:gd name="textAreaRight" fmla="*/ 1464120 w 1463040"/>
              <a:gd name="textAreaTop" fmla="*/ 0 h 1187640"/>
              <a:gd name="textAreaBottom" fmla="*/ 1188720 h 1187640"/>
            </a:gdLst>
            <a:ahLst/>
            <a:rect l="textAreaLeft" t="textAreaTop" r="textAreaRight" b="textAreaBottom"/>
            <a:pathLst>
              <a:path fill="none" w="4067" h="3302">
                <a:moveTo>
                  <a:pt x="3302" y="0"/>
                </a:moveTo>
                <a:cubicBezTo>
                  <a:pt x="4826" y="1016"/>
                  <a:pt x="3810" y="2286"/>
                  <a:pt x="2540" y="2286"/>
                </a:cubicBezTo>
                <a:cubicBezTo>
                  <a:pt x="1269" y="2286"/>
                  <a:pt x="253" y="2540"/>
                  <a:pt x="0" y="3302"/>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4" name=""/>
          <p:cNvSpPr/>
          <p:nvPr/>
        </p:nvSpPr>
        <p:spPr>
          <a:xfrm>
            <a:off x="2468880" y="822960"/>
            <a:ext cx="1409400" cy="1370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5" name=""/>
          <p:cNvSpPr/>
          <p:nvPr/>
        </p:nvSpPr>
        <p:spPr>
          <a:xfrm>
            <a:off x="3931920" y="466344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6" name=""/>
          <p:cNvSpPr/>
          <p:nvPr/>
        </p:nvSpPr>
        <p:spPr>
          <a:xfrm>
            <a:off x="8412480" y="1280160"/>
            <a:ext cx="1096200" cy="10047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7" name="PlaceHolder 1"/>
          <p:cNvSpPr>
            <a:spLocks noGrp="1"/>
          </p:cNvSpPr>
          <p:nvPr>
            <p:ph type="ftr" idx="22"/>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78" name="PlaceHolder 2"/>
          <p:cNvSpPr>
            <a:spLocks noGrp="1"/>
          </p:cNvSpPr>
          <p:nvPr>
            <p:ph type="sldNum" idx="23"/>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3A4AAEDB-38D9-4088-9C63-9EBC543CD20F}"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79" name="PlaceHolder 3"/>
          <p:cNvSpPr>
            <a:spLocks noGrp="1"/>
          </p:cNvSpPr>
          <p:nvPr>
            <p:ph type="dt" idx="24"/>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80"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8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
          <p:cNvSpPr/>
          <p:nvPr/>
        </p:nvSpPr>
        <p:spPr>
          <a:xfrm>
            <a:off x="2103480" y="3658320"/>
            <a:ext cx="164484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3" name=""/>
          <p:cNvSpPr/>
          <p:nvPr/>
        </p:nvSpPr>
        <p:spPr>
          <a:xfrm>
            <a:off x="823320" y="-27324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4" name=""/>
          <p:cNvSpPr/>
          <p:nvPr/>
        </p:nvSpPr>
        <p:spPr>
          <a:xfrm>
            <a:off x="7955640" y="310968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5" name=""/>
          <p:cNvSpPr/>
          <p:nvPr/>
        </p:nvSpPr>
        <p:spPr>
          <a:xfrm>
            <a:off x="9601560" y="915120"/>
            <a:ext cx="164484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186" name=""/>
          <p:cNvGrpSpPr/>
          <p:nvPr/>
        </p:nvGrpSpPr>
        <p:grpSpPr>
          <a:xfrm>
            <a:off x="3917160" y="1134360"/>
            <a:ext cx="2432520" cy="4338000"/>
            <a:chOff x="3917160" y="1134360"/>
            <a:chExt cx="2432520" cy="4338000"/>
          </a:xfrm>
        </p:grpSpPr>
        <p:sp>
          <p:nvSpPr>
            <p:cNvPr id="187" name=""/>
            <p:cNvSpPr/>
            <p:nvPr/>
          </p:nvSpPr>
          <p:spPr>
            <a:xfrm flipH="1" flipV="1" rot="5330400">
              <a:off x="4852440" y="3737160"/>
              <a:ext cx="1370520" cy="1461960"/>
            </a:xfrm>
            <a:prstGeom prst="parallelogram">
              <a:avLst>
                <a:gd name="adj" fmla="val 50564"/>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8" name=""/>
            <p:cNvSpPr/>
            <p:nvPr/>
          </p:nvSpPr>
          <p:spPr>
            <a:xfrm flipH="1" flipV="1" rot="5330400">
              <a:off x="4021920" y="2698920"/>
              <a:ext cx="1370520" cy="1461960"/>
            </a:xfrm>
            <a:prstGeom prst="parallelogram">
              <a:avLst>
                <a:gd name="adj" fmla="val 50564"/>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9" name=""/>
            <p:cNvSpPr/>
            <p:nvPr/>
          </p:nvSpPr>
          <p:spPr>
            <a:xfrm flipH="1" flipV="1" rot="5330400">
              <a:off x="4919040" y="2434680"/>
              <a:ext cx="1370520" cy="1461960"/>
            </a:xfrm>
            <a:prstGeom prst="parallelogram">
              <a:avLst>
                <a:gd name="adj" fmla="val 50564"/>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90" name=""/>
            <p:cNvSpPr/>
            <p:nvPr/>
          </p:nvSpPr>
          <p:spPr>
            <a:xfrm flipH="1" flipV="1" rot="5330400">
              <a:off x="3975840" y="1341000"/>
              <a:ext cx="1370520" cy="1461960"/>
            </a:xfrm>
            <a:prstGeom prst="parallelogram">
              <a:avLst>
                <a:gd name="adj" fmla="val 50564"/>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91" name=""/>
            <p:cNvSpPr/>
            <p:nvPr/>
          </p:nvSpPr>
          <p:spPr>
            <a:xfrm flipH="1" flipV="1" rot="5330400">
              <a:off x="4910040" y="1103040"/>
              <a:ext cx="1370520" cy="1461960"/>
            </a:xfrm>
            <a:prstGeom prst="parallelogram">
              <a:avLst>
                <a:gd name="adj" fmla="val 50564"/>
              </a:avLst>
            </a:prstGeom>
            <a:solidFill>
              <a:srgbClr val="343a4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92" name=""/>
            <p:cNvSpPr/>
            <p:nvPr/>
          </p:nvSpPr>
          <p:spPr>
            <a:xfrm flipH="1" flipV="1" rot="5330400">
              <a:off x="4030560" y="4041360"/>
              <a:ext cx="1370520" cy="1461960"/>
            </a:xfrm>
            <a:prstGeom prst="parallelogram">
              <a:avLst>
                <a:gd name="adj" fmla="val 50564"/>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193"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94"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95" name="PlaceHolder 3"/>
          <p:cNvSpPr>
            <a:spLocks noGrp="1"/>
          </p:cNvSpPr>
          <p:nvPr>
            <p:ph type="ftr" idx="25"/>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96" name="PlaceHolder 4"/>
          <p:cNvSpPr>
            <a:spLocks noGrp="1"/>
          </p:cNvSpPr>
          <p:nvPr>
            <p:ph type="sldNum" idx="26"/>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5A275F7F-F816-497E-9858-50EF766A93AC}"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97" name="PlaceHolder 5"/>
          <p:cNvSpPr>
            <a:spLocks noGrp="1"/>
          </p:cNvSpPr>
          <p:nvPr>
            <p:ph type="dt" idx="27"/>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
          <p:cNvSpPr/>
          <p:nvPr/>
        </p:nvSpPr>
        <p:spPr>
          <a:xfrm>
            <a:off x="2103480" y="3658320"/>
            <a:ext cx="164484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1" name=""/>
          <p:cNvSpPr/>
          <p:nvPr/>
        </p:nvSpPr>
        <p:spPr>
          <a:xfrm>
            <a:off x="823320" y="-27324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2" name=""/>
          <p:cNvSpPr/>
          <p:nvPr/>
        </p:nvSpPr>
        <p:spPr>
          <a:xfrm>
            <a:off x="7955640" y="310968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3" name=""/>
          <p:cNvSpPr/>
          <p:nvPr/>
        </p:nvSpPr>
        <p:spPr>
          <a:xfrm>
            <a:off x="9601560" y="915120"/>
            <a:ext cx="164484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204" name=""/>
          <p:cNvGrpSpPr/>
          <p:nvPr/>
        </p:nvGrpSpPr>
        <p:grpSpPr>
          <a:xfrm>
            <a:off x="3917160" y="1134360"/>
            <a:ext cx="2432520" cy="4338000"/>
            <a:chOff x="3917160" y="1134360"/>
            <a:chExt cx="2432520" cy="4338000"/>
          </a:xfrm>
        </p:grpSpPr>
        <p:sp>
          <p:nvSpPr>
            <p:cNvPr id="205" name=""/>
            <p:cNvSpPr/>
            <p:nvPr/>
          </p:nvSpPr>
          <p:spPr>
            <a:xfrm flipH="1" flipV="1" rot="5330400">
              <a:off x="4852440" y="3737160"/>
              <a:ext cx="1370520" cy="1461960"/>
            </a:xfrm>
            <a:prstGeom prst="parallelogram">
              <a:avLst>
                <a:gd name="adj" fmla="val 50564"/>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6" name=""/>
            <p:cNvSpPr/>
            <p:nvPr/>
          </p:nvSpPr>
          <p:spPr>
            <a:xfrm flipH="1" flipV="1" rot="5330400">
              <a:off x="4021920" y="2698920"/>
              <a:ext cx="1370520" cy="1461960"/>
            </a:xfrm>
            <a:prstGeom prst="parallelogram">
              <a:avLst>
                <a:gd name="adj" fmla="val 50564"/>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7" name=""/>
            <p:cNvSpPr/>
            <p:nvPr/>
          </p:nvSpPr>
          <p:spPr>
            <a:xfrm flipH="1" flipV="1" rot="5330400">
              <a:off x="4919040" y="2434680"/>
              <a:ext cx="1370520" cy="1461960"/>
            </a:xfrm>
            <a:prstGeom prst="parallelogram">
              <a:avLst>
                <a:gd name="adj" fmla="val 50564"/>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8" name=""/>
            <p:cNvSpPr/>
            <p:nvPr/>
          </p:nvSpPr>
          <p:spPr>
            <a:xfrm flipH="1" flipV="1" rot="5330400">
              <a:off x="3975840" y="1341000"/>
              <a:ext cx="1370520" cy="1461960"/>
            </a:xfrm>
            <a:prstGeom prst="parallelogram">
              <a:avLst>
                <a:gd name="adj" fmla="val 50564"/>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9" name=""/>
            <p:cNvSpPr/>
            <p:nvPr/>
          </p:nvSpPr>
          <p:spPr>
            <a:xfrm flipH="1" flipV="1" rot="5330400">
              <a:off x="4910040" y="1103040"/>
              <a:ext cx="1370520" cy="1461960"/>
            </a:xfrm>
            <a:prstGeom prst="parallelogram">
              <a:avLst>
                <a:gd name="adj" fmla="val 50564"/>
              </a:avLst>
            </a:prstGeom>
            <a:solidFill>
              <a:srgbClr val="343a4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10" name=""/>
            <p:cNvSpPr/>
            <p:nvPr/>
          </p:nvSpPr>
          <p:spPr>
            <a:xfrm flipH="1" flipV="1" rot="5330400">
              <a:off x="4030560" y="4041360"/>
              <a:ext cx="1370520" cy="1461960"/>
            </a:xfrm>
            <a:prstGeom prst="parallelogram">
              <a:avLst>
                <a:gd name="adj" fmla="val 50564"/>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211" name="PlaceHolder 1"/>
          <p:cNvSpPr>
            <a:spLocks noGrp="1"/>
          </p:cNvSpPr>
          <p:nvPr>
            <p:ph type="ftr" idx="28"/>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12" name="PlaceHolder 2"/>
          <p:cNvSpPr>
            <a:spLocks noGrp="1"/>
          </p:cNvSpPr>
          <p:nvPr>
            <p:ph type="sldNum" idx="29"/>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2DFBDBFD-8821-47CF-9489-9A1FED681765}"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13" name="PlaceHolder 3"/>
          <p:cNvSpPr>
            <a:spLocks noGrp="1"/>
          </p:cNvSpPr>
          <p:nvPr>
            <p:ph type="dt" idx="30"/>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14"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15"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
          <p:cNvSpPr/>
          <p:nvPr/>
        </p:nvSpPr>
        <p:spPr>
          <a:xfrm>
            <a:off x="6771960" y="130032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17" name=""/>
          <p:cNvSpPr/>
          <p:nvPr/>
        </p:nvSpPr>
        <p:spPr>
          <a:xfrm>
            <a:off x="5813280" y="385488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18" name=""/>
          <p:cNvSpPr/>
          <p:nvPr/>
        </p:nvSpPr>
        <p:spPr>
          <a:xfrm>
            <a:off x="7589520" y="256032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19" name=""/>
          <p:cNvSpPr/>
          <p:nvPr/>
        </p:nvSpPr>
        <p:spPr>
          <a:xfrm>
            <a:off x="3200400" y="73152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20" name=""/>
          <p:cNvSpPr/>
          <p:nvPr/>
        </p:nvSpPr>
        <p:spPr>
          <a:xfrm>
            <a:off x="1424160" y="348912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21" name=""/>
          <p:cNvSpPr/>
          <p:nvPr/>
        </p:nvSpPr>
        <p:spPr>
          <a:xfrm>
            <a:off x="700920" y="1900080"/>
            <a:ext cx="1401120" cy="1847880"/>
          </a:xfrm>
          <a:custGeom>
            <a:avLst/>
            <a:gdLst>
              <a:gd name="textAreaLeft" fmla="*/ 0 w 1401120"/>
              <a:gd name="textAreaRight" fmla="*/ 1402200 w 1401120"/>
              <a:gd name="textAreaTop" fmla="*/ 0 h 1847880"/>
              <a:gd name="textAreaBottom" fmla="*/ 1848960 h 1847880"/>
            </a:gdLst>
            <a:ahLst/>
            <a:rect l="textAreaLeft" t="textAreaTop" r="textAreaRight" b="textAreaBottom"/>
            <a:pathLst>
              <a:path fill="none" w="3895" h="5136">
                <a:moveTo>
                  <a:pt x="339" y="0"/>
                </a:moveTo>
                <a:cubicBezTo>
                  <a:pt x="-931" y="2540"/>
                  <a:pt x="1609" y="5588"/>
                  <a:pt x="3895" y="508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2" name=""/>
          <p:cNvSpPr/>
          <p:nvPr/>
        </p:nvSpPr>
        <p:spPr>
          <a:xfrm>
            <a:off x="3931920" y="2011680"/>
            <a:ext cx="974880" cy="1370520"/>
          </a:xfrm>
          <a:custGeom>
            <a:avLst/>
            <a:gdLst>
              <a:gd name="textAreaLeft" fmla="*/ 0 w 974880"/>
              <a:gd name="textAreaRight" fmla="*/ 975960 w 974880"/>
              <a:gd name="textAreaTop" fmla="*/ 0 h 1370520"/>
              <a:gd name="textAreaBottom" fmla="*/ 1371600 h 137052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3" name=""/>
          <p:cNvSpPr/>
          <p:nvPr/>
        </p:nvSpPr>
        <p:spPr>
          <a:xfrm>
            <a:off x="7724880" y="2103120"/>
            <a:ext cx="777960" cy="1461960"/>
          </a:xfrm>
          <a:custGeom>
            <a:avLst/>
            <a:gdLst>
              <a:gd name="textAreaLeft" fmla="*/ 0 w 777960"/>
              <a:gd name="textAreaRight" fmla="*/ 779040 w 777960"/>
              <a:gd name="textAreaTop" fmla="*/ 0 h 1461960"/>
              <a:gd name="textAreaBottom" fmla="*/ 1463040 h 1461960"/>
            </a:gdLst>
            <a:ahLst/>
            <a:rect l="textAreaLeft" t="textAreaTop" r="textAreaRight" b="textAreaBottom"/>
            <a:pathLst>
              <a:path fill="none" w="2164" h="4064">
                <a:moveTo>
                  <a:pt x="132" y="4064"/>
                </a:moveTo>
                <a:cubicBezTo>
                  <a:pt x="-630" y="3301"/>
                  <a:pt x="2164" y="3555"/>
                  <a:pt x="2164" y="2794"/>
                </a:cubicBezTo>
                <a:cubicBezTo>
                  <a:pt x="2164" y="2032"/>
                  <a:pt x="-630" y="1778"/>
                  <a:pt x="132" y="2540"/>
                </a:cubicBezTo>
                <a:cubicBezTo>
                  <a:pt x="894" y="3302"/>
                  <a:pt x="1910" y="508"/>
                  <a:pt x="894"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4" name=""/>
          <p:cNvSpPr/>
          <p:nvPr/>
        </p:nvSpPr>
        <p:spPr>
          <a:xfrm>
            <a:off x="1424160" y="475488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25" name=""/>
          <p:cNvSpPr/>
          <p:nvPr/>
        </p:nvSpPr>
        <p:spPr>
          <a:xfrm>
            <a:off x="2887200" y="130032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26"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27"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28" name="PlaceHolder 3"/>
          <p:cNvSpPr>
            <a:spLocks noGrp="1"/>
          </p:cNvSpPr>
          <p:nvPr>
            <p:ph type="ftr" idx="31"/>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29" name="PlaceHolder 4"/>
          <p:cNvSpPr>
            <a:spLocks noGrp="1"/>
          </p:cNvSpPr>
          <p:nvPr>
            <p:ph type="sldNum" idx="32"/>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9367DEFE-5C33-4C1A-B8B4-EDFF02419335}"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30" name="PlaceHolder 5"/>
          <p:cNvSpPr>
            <a:spLocks noGrp="1"/>
          </p:cNvSpPr>
          <p:nvPr>
            <p:ph type="dt" idx="33"/>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
          <p:cNvSpPr/>
          <p:nvPr/>
        </p:nvSpPr>
        <p:spPr>
          <a:xfrm>
            <a:off x="6771960" y="130032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34" name=""/>
          <p:cNvSpPr/>
          <p:nvPr/>
        </p:nvSpPr>
        <p:spPr>
          <a:xfrm>
            <a:off x="5813280" y="385488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35" name=""/>
          <p:cNvSpPr/>
          <p:nvPr/>
        </p:nvSpPr>
        <p:spPr>
          <a:xfrm>
            <a:off x="7589520" y="2560320"/>
            <a:ext cx="2193480" cy="2193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6" name=""/>
          <p:cNvSpPr/>
          <p:nvPr/>
        </p:nvSpPr>
        <p:spPr>
          <a:xfrm>
            <a:off x="3200400" y="73152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7" name=""/>
          <p:cNvSpPr/>
          <p:nvPr/>
        </p:nvSpPr>
        <p:spPr>
          <a:xfrm>
            <a:off x="1424160" y="348912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8" name=""/>
          <p:cNvSpPr/>
          <p:nvPr/>
        </p:nvSpPr>
        <p:spPr>
          <a:xfrm>
            <a:off x="700920" y="1900080"/>
            <a:ext cx="1401120" cy="1847880"/>
          </a:xfrm>
          <a:custGeom>
            <a:avLst/>
            <a:gdLst>
              <a:gd name="textAreaLeft" fmla="*/ 0 w 1401120"/>
              <a:gd name="textAreaRight" fmla="*/ 1402200 w 1401120"/>
              <a:gd name="textAreaTop" fmla="*/ 0 h 1847880"/>
              <a:gd name="textAreaBottom" fmla="*/ 1848960 h 1847880"/>
            </a:gdLst>
            <a:ahLst/>
            <a:rect l="textAreaLeft" t="textAreaTop" r="textAreaRight" b="textAreaBottom"/>
            <a:pathLst>
              <a:path fill="none" w="3895" h="5136">
                <a:moveTo>
                  <a:pt x="339" y="0"/>
                </a:moveTo>
                <a:cubicBezTo>
                  <a:pt x="-931" y="2540"/>
                  <a:pt x="1609" y="5588"/>
                  <a:pt x="3895" y="508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39" name=""/>
          <p:cNvSpPr/>
          <p:nvPr/>
        </p:nvSpPr>
        <p:spPr>
          <a:xfrm>
            <a:off x="3931920" y="2011680"/>
            <a:ext cx="974880" cy="1370520"/>
          </a:xfrm>
          <a:custGeom>
            <a:avLst/>
            <a:gdLst>
              <a:gd name="textAreaLeft" fmla="*/ 0 w 974880"/>
              <a:gd name="textAreaRight" fmla="*/ 975960 w 974880"/>
              <a:gd name="textAreaTop" fmla="*/ 0 h 1370520"/>
              <a:gd name="textAreaBottom" fmla="*/ 1371600 h 137052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40" name=""/>
          <p:cNvSpPr/>
          <p:nvPr/>
        </p:nvSpPr>
        <p:spPr>
          <a:xfrm>
            <a:off x="7724880" y="2103120"/>
            <a:ext cx="777960" cy="1461960"/>
          </a:xfrm>
          <a:custGeom>
            <a:avLst/>
            <a:gdLst>
              <a:gd name="textAreaLeft" fmla="*/ 0 w 777960"/>
              <a:gd name="textAreaRight" fmla="*/ 779040 w 777960"/>
              <a:gd name="textAreaTop" fmla="*/ 0 h 1461960"/>
              <a:gd name="textAreaBottom" fmla="*/ 1463040 h 1461960"/>
            </a:gdLst>
            <a:ahLst/>
            <a:rect l="textAreaLeft" t="textAreaTop" r="textAreaRight" b="textAreaBottom"/>
            <a:pathLst>
              <a:path fill="none" w="2164" h="4064">
                <a:moveTo>
                  <a:pt x="132" y="4064"/>
                </a:moveTo>
                <a:cubicBezTo>
                  <a:pt x="-630" y="3301"/>
                  <a:pt x="2164" y="3555"/>
                  <a:pt x="2164" y="2794"/>
                </a:cubicBezTo>
                <a:cubicBezTo>
                  <a:pt x="2164" y="2032"/>
                  <a:pt x="-630" y="1778"/>
                  <a:pt x="132" y="2540"/>
                </a:cubicBezTo>
                <a:cubicBezTo>
                  <a:pt x="894" y="3302"/>
                  <a:pt x="1910" y="508"/>
                  <a:pt x="894"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41" name=""/>
          <p:cNvSpPr/>
          <p:nvPr/>
        </p:nvSpPr>
        <p:spPr>
          <a:xfrm>
            <a:off x="1424160" y="475488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42" name=""/>
          <p:cNvSpPr/>
          <p:nvPr/>
        </p:nvSpPr>
        <p:spPr>
          <a:xfrm>
            <a:off x="2887200" y="1300320"/>
            <a:ext cx="860760" cy="18180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43" name="PlaceHolder 1"/>
          <p:cNvSpPr>
            <a:spLocks noGrp="1"/>
          </p:cNvSpPr>
          <p:nvPr>
            <p:ph type="ftr" idx="34"/>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44" name="PlaceHolder 2"/>
          <p:cNvSpPr>
            <a:spLocks noGrp="1"/>
          </p:cNvSpPr>
          <p:nvPr>
            <p:ph type="sldNum" idx="35"/>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C716494D-1E59-471A-9798-5DB3C8804AD1}"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45" name="PlaceHolder 3"/>
          <p:cNvSpPr>
            <a:spLocks noGrp="1"/>
          </p:cNvSpPr>
          <p:nvPr>
            <p:ph type="dt" idx="36"/>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6"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4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48" name=""/>
          <p:cNvGrpSpPr/>
          <p:nvPr/>
        </p:nvGrpSpPr>
        <p:grpSpPr>
          <a:xfrm>
            <a:off x="2982960" y="1585440"/>
            <a:ext cx="5981400" cy="3148920"/>
            <a:chOff x="2982960" y="1585440"/>
            <a:chExt cx="5981400" cy="3148920"/>
          </a:xfrm>
        </p:grpSpPr>
        <p:sp>
          <p:nvSpPr>
            <p:cNvPr id="249" name=""/>
            <p:cNvSpPr/>
            <p:nvPr/>
          </p:nvSpPr>
          <p:spPr>
            <a:xfrm>
              <a:off x="3570480" y="1888200"/>
              <a:ext cx="4926240" cy="262224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50" name=""/>
            <p:cNvSpPr/>
            <p:nvPr/>
          </p:nvSpPr>
          <p:spPr>
            <a:xfrm>
              <a:off x="3763800" y="1585440"/>
              <a:ext cx="4926240" cy="2622240"/>
            </a:xfrm>
            <a:prstGeom prst="rect">
              <a:avLst/>
            </a:prstGeom>
            <a:noFill/>
            <a:ln w="18360">
              <a:solidFill>
                <a:srgbClr val="000000"/>
              </a:solidFill>
              <a:round/>
            </a:ln>
          </p:spPr>
          <p:style>
            <a:lnRef idx="0"/>
            <a:fillRef idx="0"/>
            <a:effectRef idx="0"/>
            <a:fontRef idx="minor"/>
          </p:style>
          <p:txBody>
            <a:bodyPr wrap="none" lIns="99000" rIns="99000" tIns="54000" bIns="54000" anchor="ctr">
              <a:noAutofit/>
            </a:bodyPr>
            <a:p>
              <a:pPr>
                <a:lnSpc>
                  <a:spcPct val="100000"/>
                </a:lnSpc>
              </a:pPr>
              <a:endParaRPr b="0" lang="en-US" sz="1800" spc="-1" strike="noStrike">
                <a:solidFill>
                  <a:srgbClr val="000000"/>
                </a:solidFill>
                <a:latin typeface="Noto Sans"/>
                <a:ea typeface="DejaVu Sans"/>
              </a:endParaRPr>
            </a:p>
          </p:txBody>
        </p:sp>
        <p:sp>
          <p:nvSpPr>
            <p:cNvPr id="251" name=""/>
            <p:cNvSpPr/>
            <p:nvPr/>
          </p:nvSpPr>
          <p:spPr>
            <a:xfrm>
              <a:off x="3844800" y="1768320"/>
              <a:ext cx="1096200" cy="147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8000" spc="-1" strike="noStrike">
                  <a:solidFill>
                    <a:srgbClr val="000000"/>
                  </a:solidFill>
                  <a:latin typeface="Noto Sans"/>
                  <a:ea typeface="DejaVu Sans"/>
                </a:rPr>
                <a:t>“</a:t>
              </a:r>
              <a:endParaRPr b="0" lang="en-US" sz="8000" spc="-1" strike="noStrike">
                <a:solidFill>
                  <a:srgbClr val="000000"/>
                </a:solidFill>
                <a:latin typeface="Arial"/>
              </a:endParaRPr>
            </a:p>
          </p:txBody>
        </p:sp>
        <p:sp>
          <p:nvSpPr>
            <p:cNvPr id="252" name=""/>
            <p:cNvSpPr/>
            <p:nvPr/>
          </p:nvSpPr>
          <p:spPr>
            <a:xfrm>
              <a:off x="7868160" y="3399840"/>
              <a:ext cx="1096200" cy="1334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7200" spc="-1" strike="noStrike">
                  <a:solidFill>
                    <a:srgbClr val="000000"/>
                  </a:solidFill>
                  <a:latin typeface="Noto Sans"/>
                  <a:ea typeface="DejaVu Sans"/>
                </a:rPr>
                <a:t>”</a:t>
              </a:r>
              <a:endParaRPr b="0" lang="en-US" sz="7200" spc="-1" strike="noStrike">
                <a:solidFill>
                  <a:srgbClr val="000000"/>
                </a:solidFill>
                <a:latin typeface="Arial"/>
              </a:endParaRPr>
            </a:p>
          </p:txBody>
        </p:sp>
        <p:sp>
          <p:nvSpPr>
            <p:cNvPr id="253" name=""/>
            <p:cNvSpPr/>
            <p:nvPr/>
          </p:nvSpPr>
          <p:spPr>
            <a:xfrm>
              <a:off x="2982960" y="4117320"/>
              <a:ext cx="1043640" cy="30168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254" name=""/>
          <p:cNvGrpSpPr/>
          <p:nvPr/>
        </p:nvGrpSpPr>
        <p:grpSpPr>
          <a:xfrm>
            <a:off x="-2091960" y="-402120"/>
            <a:ext cx="4943520" cy="8520480"/>
            <a:chOff x="-2091960" y="-402120"/>
            <a:chExt cx="4943520" cy="8520480"/>
          </a:xfrm>
        </p:grpSpPr>
        <p:sp>
          <p:nvSpPr>
            <p:cNvPr id="255" name=""/>
            <p:cNvSpPr/>
            <p:nvPr/>
          </p:nvSpPr>
          <p:spPr>
            <a:xfrm>
              <a:off x="-893160" y="4486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56" name=""/>
            <p:cNvSpPr/>
            <p:nvPr/>
          </p:nvSpPr>
          <p:spPr>
            <a:xfrm rot="5358000">
              <a:off x="-895320" y="5152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57" name=""/>
            <p:cNvSpPr/>
            <p:nvPr/>
          </p:nvSpPr>
          <p:spPr>
            <a:xfrm>
              <a:off x="-228960" y="5161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f8f9f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58" name=""/>
            <p:cNvSpPr/>
            <p:nvPr/>
          </p:nvSpPr>
          <p:spPr>
            <a:xfrm rot="5358000">
              <a:off x="-218880" y="4488840"/>
              <a:ext cx="1067400" cy="765360"/>
            </a:xfrm>
            <a:custGeom>
              <a:avLst/>
              <a:gdLst>
                <a:gd name="textAreaLeft" fmla="*/ 276840 w 1067400"/>
                <a:gd name="textAreaRight" fmla="*/ 791640 w 106740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59" name=""/>
            <p:cNvSpPr/>
            <p:nvPr/>
          </p:nvSpPr>
          <p:spPr>
            <a:xfrm>
              <a:off x="-228960" y="3826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2"/>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0" name=""/>
            <p:cNvSpPr/>
            <p:nvPr/>
          </p:nvSpPr>
          <p:spPr>
            <a:xfrm rot="5358000">
              <a:off x="-1584000" y="44935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3"/>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1" name=""/>
            <p:cNvSpPr/>
            <p:nvPr/>
          </p:nvSpPr>
          <p:spPr>
            <a:xfrm rot="5358000">
              <a:off x="-2236320" y="5169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2" name=""/>
            <p:cNvSpPr/>
            <p:nvPr/>
          </p:nvSpPr>
          <p:spPr>
            <a:xfrm rot="5358000">
              <a:off x="-894960" y="3820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3" name=""/>
            <p:cNvSpPr/>
            <p:nvPr/>
          </p:nvSpPr>
          <p:spPr>
            <a:xfrm rot="5358000">
              <a:off x="-219960" y="3153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4" name=""/>
            <p:cNvSpPr/>
            <p:nvPr/>
          </p:nvSpPr>
          <p:spPr>
            <a:xfrm>
              <a:off x="455040" y="4477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5" name=""/>
            <p:cNvSpPr/>
            <p:nvPr/>
          </p:nvSpPr>
          <p:spPr>
            <a:xfrm rot="5358000">
              <a:off x="471600" y="3820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6" name=""/>
            <p:cNvSpPr/>
            <p:nvPr/>
          </p:nvSpPr>
          <p:spPr>
            <a:xfrm>
              <a:off x="1158840" y="5170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7" name=""/>
            <p:cNvSpPr/>
            <p:nvPr/>
          </p:nvSpPr>
          <p:spPr>
            <a:xfrm>
              <a:off x="-1561680" y="51627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8" name=""/>
            <p:cNvSpPr/>
            <p:nvPr/>
          </p:nvSpPr>
          <p:spPr>
            <a:xfrm rot="5358000">
              <a:off x="462600" y="5169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9" name=""/>
            <p:cNvSpPr/>
            <p:nvPr/>
          </p:nvSpPr>
          <p:spPr>
            <a:xfrm flipH="1" rot="16242000">
              <a:off x="-231120" y="1792800"/>
              <a:ext cx="1067760" cy="765360"/>
            </a:xfrm>
            <a:custGeom>
              <a:avLst/>
              <a:gdLst>
                <a:gd name="textAreaLeft" fmla="*/ 276480 w 1067760"/>
                <a:gd name="textAreaRight" fmla="*/ 79128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212529"/>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0" name=""/>
            <p:cNvSpPr/>
            <p:nvPr/>
          </p:nvSpPr>
          <p:spPr>
            <a:xfrm flipH="1" rot="16242000">
              <a:off x="419760" y="2468880"/>
              <a:ext cx="1067760" cy="765360"/>
            </a:xfrm>
            <a:custGeom>
              <a:avLst/>
              <a:gdLst>
                <a:gd name="textAreaLeft" fmla="*/ 276480 w 1067760"/>
                <a:gd name="textAreaRight" fmla="*/ 79128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1" name=""/>
            <p:cNvSpPr/>
            <p:nvPr/>
          </p:nvSpPr>
          <p:spPr>
            <a:xfrm flipH="1">
              <a:off x="-247320" y="2462040"/>
              <a:ext cx="1072080" cy="765360"/>
            </a:xfrm>
            <a:custGeom>
              <a:avLst/>
              <a:gdLst>
                <a:gd name="textAreaLeft" fmla="*/ 279000 w 1072080"/>
                <a:gd name="textAreaRight" fmla="*/ 79560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2" name=""/>
            <p:cNvSpPr/>
            <p:nvPr/>
          </p:nvSpPr>
          <p:spPr>
            <a:xfrm>
              <a:off x="1107720" y="1135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3" name=""/>
            <p:cNvSpPr/>
            <p:nvPr/>
          </p:nvSpPr>
          <p:spPr>
            <a:xfrm rot="5358000">
              <a:off x="1104120" y="18007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4" name=""/>
            <p:cNvSpPr/>
            <p:nvPr/>
          </p:nvSpPr>
          <p:spPr>
            <a:xfrm rot="5358000">
              <a:off x="415440" y="11419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4"/>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5" name=""/>
            <p:cNvSpPr/>
            <p:nvPr/>
          </p:nvSpPr>
          <p:spPr>
            <a:xfrm>
              <a:off x="439200" y="18111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6" name=""/>
            <p:cNvSpPr/>
            <p:nvPr/>
          </p:nvSpPr>
          <p:spPr>
            <a:xfrm>
              <a:off x="423720" y="451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7" name=""/>
            <p:cNvSpPr/>
            <p:nvPr/>
          </p:nvSpPr>
          <p:spPr>
            <a:xfrm rot="5358000">
              <a:off x="-244440" y="43776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8" name=""/>
            <p:cNvSpPr/>
            <p:nvPr/>
          </p:nvSpPr>
          <p:spPr>
            <a:xfrm rot="5358000">
              <a:off x="435960" y="-24624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9" name=""/>
            <p:cNvSpPr/>
            <p:nvPr/>
          </p:nvSpPr>
          <p:spPr>
            <a:xfrm>
              <a:off x="1779480" y="179460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0" name=""/>
            <p:cNvSpPr/>
            <p:nvPr/>
          </p:nvSpPr>
          <p:spPr>
            <a:xfrm>
              <a:off x="1106280" y="-257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5"/>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1" name=""/>
            <p:cNvSpPr/>
            <p:nvPr/>
          </p:nvSpPr>
          <p:spPr>
            <a:xfrm>
              <a:off x="-908280" y="17906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6"/>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2" name=""/>
            <p:cNvSpPr/>
            <p:nvPr/>
          </p:nvSpPr>
          <p:spPr>
            <a:xfrm rot="5358000">
              <a:off x="-243720" y="582408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83" name=""/>
            <p:cNvSpPr/>
            <p:nvPr/>
          </p:nvSpPr>
          <p:spPr>
            <a:xfrm>
              <a:off x="427320" y="58539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7"/>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4" name=""/>
            <p:cNvSpPr/>
            <p:nvPr/>
          </p:nvSpPr>
          <p:spPr>
            <a:xfrm>
              <a:off x="-236880" y="6494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5" name=""/>
            <p:cNvSpPr/>
            <p:nvPr/>
          </p:nvSpPr>
          <p:spPr>
            <a:xfrm rot="5358000">
              <a:off x="-927720" y="650088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6" name=""/>
            <p:cNvSpPr/>
            <p:nvPr/>
          </p:nvSpPr>
          <p:spPr>
            <a:xfrm rot="5358000">
              <a:off x="-245520" y="7197120"/>
              <a:ext cx="1067400" cy="765360"/>
            </a:xfrm>
            <a:custGeom>
              <a:avLst/>
              <a:gdLst>
                <a:gd name="textAreaLeft" fmla="*/ 276840 w 1067400"/>
                <a:gd name="textAreaRight" fmla="*/ 791640 w 106740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87" name=""/>
            <p:cNvSpPr/>
            <p:nvPr/>
          </p:nvSpPr>
          <p:spPr>
            <a:xfrm rot="5358000">
              <a:off x="427680" y="651744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8" name=""/>
            <p:cNvSpPr/>
            <p:nvPr/>
          </p:nvSpPr>
          <p:spPr>
            <a:xfrm>
              <a:off x="1103400" y="6530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grpSp>
      <p:sp>
        <p:nvSpPr>
          <p:cNvPr id="289" name=""/>
          <p:cNvSpPr/>
          <p:nvPr/>
        </p:nvSpPr>
        <p:spPr>
          <a:xfrm>
            <a:off x="8538120" y="3877200"/>
            <a:ext cx="974880" cy="1370520"/>
          </a:xfrm>
          <a:custGeom>
            <a:avLst/>
            <a:gdLst>
              <a:gd name="textAreaLeft" fmla="*/ 0 w 974880"/>
              <a:gd name="textAreaRight" fmla="*/ 975960 w 974880"/>
              <a:gd name="textAreaTop" fmla="*/ 0 h 1370520"/>
              <a:gd name="textAreaBottom" fmla="*/ 1371600 h 137052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sm" type="oval" w="lg"/>
            <a:tailEnd len="sm" type="oval" w="lg"/>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90" name=""/>
          <p:cNvSpPr/>
          <p:nvPr/>
        </p:nvSpPr>
        <p:spPr>
          <a:xfrm>
            <a:off x="7372080" y="497448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91" name=""/>
          <p:cNvSpPr/>
          <p:nvPr/>
        </p:nvSpPr>
        <p:spPr>
          <a:xfrm>
            <a:off x="7868160" y="-329040"/>
            <a:ext cx="2010600" cy="20106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92"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93"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4" name="PlaceHolder 3"/>
          <p:cNvSpPr>
            <a:spLocks noGrp="1"/>
          </p:cNvSpPr>
          <p:nvPr>
            <p:ph type="ftr" idx="37"/>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95" name="PlaceHolder 4"/>
          <p:cNvSpPr>
            <a:spLocks noGrp="1"/>
          </p:cNvSpPr>
          <p:nvPr>
            <p:ph type="sldNum" idx="38"/>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02F56A38-7912-4130-97F8-AC6ECFEE0B2E}"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96" name="PlaceHolder 5"/>
          <p:cNvSpPr>
            <a:spLocks noGrp="1"/>
          </p:cNvSpPr>
          <p:nvPr>
            <p:ph type="dt" idx="39"/>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8"/>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99" name=""/>
          <p:cNvGrpSpPr/>
          <p:nvPr/>
        </p:nvGrpSpPr>
        <p:grpSpPr>
          <a:xfrm>
            <a:off x="2982960" y="1585440"/>
            <a:ext cx="5981400" cy="3148920"/>
            <a:chOff x="2982960" y="1585440"/>
            <a:chExt cx="5981400" cy="3148920"/>
          </a:xfrm>
        </p:grpSpPr>
        <p:sp>
          <p:nvSpPr>
            <p:cNvPr id="300" name=""/>
            <p:cNvSpPr/>
            <p:nvPr/>
          </p:nvSpPr>
          <p:spPr>
            <a:xfrm>
              <a:off x="3570480" y="1888200"/>
              <a:ext cx="4926240" cy="262224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01" name=""/>
            <p:cNvSpPr/>
            <p:nvPr/>
          </p:nvSpPr>
          <p:spPr>
            <a:xfrm>
              <a:off x="3763800" y="1585440"/>
              <a:ext cx="4926240" cy="2622240"/>
            </a:xfrm>
            <a:prstGeom prst="rect">
              <a:avLst/>
            </a:prstGeom>
            <a:noFill/>
            <a:ln w="18360">
              <a:solidFill>
                <a:srgbClr val="000000"/>
              </a:solidFill>
              <a:round/>
            </a:ln>
          </p:spPr>
          <p:style>
            <a:lnRef idx="0"/>
            <a:fillRef idx="0"/>
            <a:effectRef idx="0"/>
            <a:fontRef idx="minor"/>
          </p:style>
          <p:txBody>
            <a:bodyPr wrap="none" lIns="99000" rIns="99000" tIns="54000" bIns="54000" anchor="ctr">
              <a:noAutofit/>
            </a:bodyPr>
            <a:p>
              <a:pPr>
                <a:lnSpc>
                  <a:spcPct val="100000"/>
                </a:lnSpc>
              </a:pPr>
              <a:endParaRPr b="0" lang="en-US" sz="1800" spc="-1" strike="noStrike">
                <a:solidFill>
                  <a:srgbClr val="000000"/>
                </a:solidFill>
                <a:latin typeface="Noto Sans"/>
                <a:ea typeface="DejaVu Sans"/>
              </a:endParaRPr>
            </a:p>
          </p:txBody>
        </p:sp>
        <p:sp>
          <p:nvSpPr>
            <p:cNvPr id="302" name=""/>
            <p:cNvSpPr/>
            <p:nvPr/>
          </p:nvSpPr>
          <p:spPr>
            <a:xfrm>
              <a:off x="3844800" y="1768320"/>
              <a:ext cx="1096200" cy="147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8000" spc="-1" strike="noStrike">
                  <a:solidFill>
                    <a:srgbClr val="000000"/>
                  </a:solidFill>
                  <a:latin typeface="Noto Sans"/>
                  <a:ea typeface="DejaVu Sans"/>
                </a:rPr>
                <a:t>“</a:t>
              </a:r>
              <a:endParaRPr b="0" lang="en-US" sz="8000" spc="-1" strike="noStrike">
                <a:solidFill>
                  <a:srgbClr val="000000"/>
                </a:solidFill>
                <a:latin typeface="Arial"/>
              </a:endParaRPr>
            </a:p>
          </p:txBody>
        </p:sp>
        <p:sp>
          <p:nvSpPr>
            <p:cNvPr id="303" name=""/>
            <p:cNvSpPr/>
            <p:nvPr/>
          </p:nvSpPr>
          <p:spPr>
            <a:xfrm>
              <a:off x="7868160" y="3399840"/>
              <a:ext cx="1096200" cy="1334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7200" spc="-1" strike="noStrike">
                  <a:solidFill>
                    <a:srgbClr val="000000"/>
                  </a:solidFill>
                  <a:latin typeface="Noto Sans"/>
                  <a:ea typeface="DejaVu Sans"/>
                </a:rPr>
                <a:t>”</a:t>
              </a:r>
              <a:endParaRPr b="0" lang="en-US" sz="7200" spc="-1" strike="noStrike">
                <a:solidFill>
                  <a:srgbClr val="000000"/>
                </a:solidFill>
                <a:latin typeface="Arial"/>
              </a:endParaRPr>
            </a:p>
          </p:txBody>
        </p:sp>
        <p:sp>
          <p:nvSpPr>
            <p:cNvPr id="304" name=""/>
            <p:cNvSpPr/>
            <p:nvPr/>
          </p:nvSpPr>
          <p:spPr>
            <a:xfrm>
              <a:off x="2982960" y="4117320"/>
              <a:ext cx="1043640" cy="30168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05" name=""/>
          <p:cNvGrpSpPr/>
          <p:nvPr/>
        </p:nvGrpSpPr>
        <p:grpSpPr>
          <a:xfrm>
            <a:off x="-2091960" y="-402120"/>
            <a:ext cx="4943520" cy="8520480"/>
            <a:chOff x="-2091960" y="-402120"/>
            <a:chExt cx="4943520" cy="8520480"/>
          </a:xfrm>
        </p:grpSpPr>
        <p:sp>
          <p:nvSpPr>
            <p:cNvPr id="306" name=""/>
            <p:cNvSpPr/>
            <p:nvPr/>
          </p:nvSpPr>
          <p:spPr>
            <a:xfrm>
              <a:off x="-893160" y="4486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07" name=""/>
            <p:cNvSpPr/>
            <p:nvPr/>
          </p:nvSpPr>
          <p:spPr>
            <a:xfrm rot="5358000">
              <a:off x="-895320" y="5152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08" name=""/>
            <p:cNvSpPr/>
            <p:nvPr/>
          </p:nvSpPr>
          <p:spPr>
            <a:xfrm>
              <a:off x="-228960" y="5161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f8f9f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09" name=""/>
            <p:cNvSpPr/>
            <p:nvPr/>
          </p:nvSpPr>
          <p:spPr>
            <a:xfrm rot="5358000">
              <a:off x="-218880" y="4488840"/>
              <a:ext cx="1067400" cy="765360"/>
            </a:xfrm>
            <a:custGeom>
              <a:avLst/>
              <a:gdLst>
                <a:gd name="textAreaLeft" fmla="*/ 276840 w 1067400"/>
                <a:gd name="textAreaRight" fmla="*/ 791640 w 106740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0" name=""/>
            <p:cNvSpPr/>
            <p:nvPr/>
          </p:nvSpPr>
          <p:spPr>
            <a:xfrm>
              <a:off x="-228960" y="3826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2"/>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1" name=""/>
            <p:cNvSpPr/>
            <p:nvPr/>
          </p:nvSpPr>
          <p:spPr>
            <a:xfrm rot="5358000">
              <a:off x="-1584000" y="44935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3"/>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2" name=""/>
            <p:cNvSpPr/>
            <p:nvPr/>
          </p:nvSpPr>
          <p:spPr>
            <a:xfrm rot="5358000">
              <a:off x="-2236320" y="5169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3" name=""/>
            <p:cNvSpPr/>
            <p:nvPr/>
          </p:nvSpPr>
          <p:spPr>
            <a:xfrm rot="5358000">
              <a:off x="-894960" y="3820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4" name=""/>
            <p:cNvSpPr/>
            <p:nvPr/>
          </p:nvSpPr>
          <p:spPr>
            <a:xfrm rot="5358000">
              <a:off x="-219960" y="3153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5" name=""/>
            <p:cNvSpPr/>
            <p:nvPr/>
          </p:nvSpPr>
          <p:spPr>
            <a:xfrm>
              <a:off x="455040" y="4477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6" name=""/>
            <p:cNvSpPr/>
            <p:nvPr/>
          </p:nvSpPr>
          <p:spPr>
            <a:xfrm rot="5358000">
              <a:off x="471600" y="38203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7" name=""/>
            <p:cNvSpPr/>
            <p:nvPr/>
          </p:nvSpPr>
          <p:spPr>
            <a:xfrm>
              <a:off x="1158840" y="51706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8" name=""/>
            <p:cNvSpPr/>
            <p:nvPr/>
          </p:nvSpPr>
          <p:spPr>
            <a:xfrm>
              <a:off x="-1561680" y="51627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9" name=""/>
            <p:cNvSpPr/>
            <p:nvPr/>
          </p:nvSpPr>
          <p:spPr>
            <a:xfrm rot="5358000">
              <a:off x="462600" y="516960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0" name=""/>
            <p:cNvSpPr/>
            <p:nvPr/>
          </p:nvSpPr>
          <p:spPr>
            <a:xfrm flipH="1" rot="16242000">
              <a:off x="-231120" y="1792800"/>
              <a:ext cx="1067760" cy="765360"/>
            </a:xfrm>
            <a:custGeom>
              <a:avLst/>
              <a:gdLst>
                <a:gd name="textAreaLeft" fmla="*/ 276480 w 1067760"/>
                <a:gd name="textAreaRight" fmla="*/ 79128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212529"/>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1" name=""/>
            <p:cNvSpPr/>
            <p:nvPr/>
          </p:nvSpPr>
          <p:spPr>
            <a:xfrm flipH="1" rot="16242000">
              <a:off x="419760" y="2468880"/>
              <a:ext cx="1067760" cy="765360"/>
            </a:xfrm>
            <a:custGeom>
              <a:avLst/>
              <a:gdLst>
                <a:gd name="textAreaLeft" fmla="*/ 276480 w 1067760"/>
                <a:gd name="textAreaRight" fmla="*/ 79128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2" name=""/>
            <p:cNvSpPr/>
            <p:nvPr/>
          </p:nvSpPr>
          <p:spPr>
            <a:xfrm flipH="1">
              <a:off x="-247320" y="2462040"/>
              <a:ext cx="1072080" cy="765360"/>
            </a:xfrm>
            <a:custGeom>
              <a:avLst/>
              <a:gdLst>
                <a:gd name="textAreaLeft" fmla="*/ 279000 w 1072080"/>
                <a:gd name="textAreaRight" fmla="*/ 79560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3" name=""/>
            <p:cNvSpPr/>
            <p:nvPr/>
          </p:nvSpPr>
          <p:spPr>
            <a:xfrm>
              <a:off x="1107720" y="1135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4" name=""/>
            <p:cNvSpPr/>
            <p:nvPr/>
          </p:nvSpPr>
          <p:spPr>
            <a:xfrm rot="5358000">
              <a:off x="1104120" y="18007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5" name=""/>
            <p:cNvSpPr/>
            <p:nvPr/>
          </p:nvSpPr>
          <p:spPr>
            <a:xfrm rot="5358000">
              <a:off x="415440" y="114192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4"/>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6" name=""/>
            <p:cNvSpPr/>
            <p:nvPr/>
          </p:nvSpPr>
          <p:spPr>
            <a:xfrm>
              <a:off x="439200" y="18111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7" name=""/>
            <p:cNvSpPr/>
            <p:nvPr/>
          </p:nvSpPr>
          <p:spPr>
            <a:xfrm>
              <a:off x="423720" y="45108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8" name=""/>
            <p:cNvSpPr/>
            <p:nvPr/>
          </p:nvSpPr>
          <p:spPr>
            <a:xfrm rot="5358000">
              <a:off x="-244440" y="43776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9" name=""/>
            <p:cNvSpPr/>
            <p:nvPr/>
          </p:nvSpPr>
          <p:spPr>
            <a:xfrm rot="5358000">
              <a:off x="435960" y="-24624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0" name=""/>
            <p:cNvSpPr/>
            <p:nvPr/>
          </p:nvSpPr>
          <p:spPr>
            <a:xfrm>
              <a:off x="1779480" y="179460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1" name=""/>
            <p:cNvSpPr/>
            <p:nvPr/>
          </p:nvSpPr>
          <p:spPr>
            <a:xfrm>
              <a:off x="1106280" y="-257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5"/>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2" name=""/>
            <p:cNvSpPr/>
            <p:nvPr/>
          </p:nvSpPr>
          <p:spPr>
            <a:xfrm>
              <a:off x="-908280" y="17906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6"/>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3" name=""/>
            <p:cNvSpPr/>
            <p:nvPr/>
          </p:nvSpPr>
          <p:spPr>
            <a:xfrm rot="5358000">
              <a:off x="-243720" y="582408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4" name=""/>
            <p:cNvSpPr/>
            <p:nvPr/>
          </p:nvSpPr>
          <p:spPr>
            <a:xfrm>
              <a:off x="427320" y="585396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7"/>
              <a:srcRect/>
              <a:tile tx="0" ty="0" sx="73758" sy="73758"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5" name=""/>
            <p:cNvSpPr/>
            <p:nvPr/>
          </p:nvSpPr>
          <p:spPr>
            <a:xfrm>
              <a:off x="-236880" y="6494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6" name=""/>
            <p:cNvSpPr/>
            <p:nvPr/>
          </p:nvSpPr>
          <p:spPr>
            <a:xfrm rot="5358000">
              <a:off x="-927720" y="650088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7" name=""/>
            <p:cNvSpPr/>
            <p:nvPr/>
          </p:nvSpPr>
          <p:spPr>
            <a:xfrm rot="5358000">
              <a:off x="-245520" y="7197120"/>
              <a:ext cx="1067400" cy="765360"/>
            </a:xfrm>
            <a:custGeom>
              <a:avLst/>
              <a:gdLst>
                <a:gd name="textAreaLeft" fmla="*/ 276840 w 1067400"/>
                <a:gd name="textAreaRight" fmla="*/ 791640 w 106740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8" name=""/>
            <p:cNvSpPr/>
            <p:nvPr/>
          </p:nvSpPr>
          <p:spPr>
            <a:xfrm rot="5358000">
              <a:off x="427680" y="6517440"/>
              <a:ext cx="1067760" cy="765360"/>
            </a:xfrm>
            <a:custGeom>
              <a:avLst/>
              <a:gdLst>
                <a:gd name="textAreaLeft" fmla="*/ 277200 w 1067760"/>
                <a:gd name="textAreaRight" fmla="*/ 792000 w 106776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9" name=""/>
            <p:cNvSpPr/>
            <p:nvPr/>
          </p:nvSpPr>
          <p:spPr>
            <a:xfrm>
              <a:off x="1103400" y="6530040"/>
              <a:ext cx="1072080" cy="765360"/>
            </a:xfrm>
            <a:custGeom>
              <a:avLst/>
              <a:gdLst>
                <a:gd name="textAreaLeft" fmla="*/ 278280 w 1072080"/>
                <a:gd name="textAreaRight" fmla="*/ 794880 w 1072080"/>
                <a:gd name="textAreaTop" fmla="*/ 258840 h 765360"/>
                <a:gd name="textAreaBottom" fmla="*/ 507600 h 76536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grpSp>
      <p:sp>
        <p:nvSpPr>
          <p:cNvPr id="340" name=""/>
          <p:cNvSpPr/>
          <p:nvPr/>
        </p:nvSpPr>
        <p:spPr>
          <a:xfrm>
            <a:off x="8538120" y="3877200"/>
            <a:ext cx="974880" cy="1370520"/>
          </a:xfrm>
          <a:custGeom>
            <a:avLst/>
            <a:gdLst>
              <a:gd name="textAreaLeft" fmla="*/ 0 w 974880"/>
              <a:gd name="textAreaRight" fmla="*/ 975960 w 974880"/>
              <a:gd name="textAreaTop" fmla="*/ 0 h 1370520"/>
              <a:gd name="textAreaBottom" fmla="*/ 1371600 h 137052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sm" type="oval" w="lg"/>
            <a:tailEnd len="sm" type="oval" w="lg"/>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341" name=""/>
          <p:cNvSpPr/>
          <p:nvPr/>
        </p:nvSpPr>
        <p:spPr>
          <a:xfrm>
            <a:off x="7372080" y="4974480"/>
            <a:ext cx="1683720" cy="1644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2" name=""/>
          <p:cNvSpPr/>
          <p:nvPr/>
        </p:nvSpPr>
        <p:spPr>
          <a:xfrm>
            <a:off x="7868160" y="-329040"/>
            <a:ext cx="2010600" cy="20106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3" name="PlaceHolder 1"/>
          <p:cNvSpPr>
            <a:spLocks noGrp="1"/>
          </p:cNvSpPr>
          <p:nvPr>
            <p:ph type="ftr" idx="40"/>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344" name="PlaceHolder 2"/>
          <p:cNvSpPr>
            <a:spLocks noGrp="1"/>
          </p:cNvSpPr>
          <p:nvPr>
            <p:ph type="sldNum" idx="41"/>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CAD95D5-4558-49E7-A75F-2334752356B1}"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345" name="PlaceHolder 3"/>
          <p:cNvSpPr>
            <a:spLocks noGrp="1"/>
          </p:cNvSpPr>
          <p:nvPr>
            <p:ph type="dt" idx="42"/>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46"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4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8"/>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
          <p:cNvSpPr/>
          <p:nvPr/>
        </p:nvSpPr>
        <p:spPr>
          <a:xfrm>
            <a:off x="8266320" y="411552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9" name=""/>
          <p:cNvSpPr/>
          <p:nvPr/>
        </p:nvSpPr>
        <p:spPr>
          <a:xfrm>
            <a:off x="7717680" y="-54828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350" name=""/>
          <p:cNvGrpSpPr/>
          <p:nvPr/>
        </p:nvGrpSpPr>
        <p:grpSpPr>
          <a:xfrm>
            <a:off x="-146520" y="-295200"/>
            <a:ext cx="913680" cy="1279080"/>
            <a:chOff x="-146520" y="-295200"/>
            <a:chExt cx="913680" cy="1279080"/>
          </a:xfrm>
        </p:grpSpPr>
        <p:sp>
          <p:nvSpPr>
            <p:cNvPr id="351" name=""/>
            <p:cNvSpPr/>
            <p:nvPr/>
          </p:nvSpPr>
          <p:spPr>
            <a:xfrm flipV="1" rot="5395800">
              <a:off x="219240" y="801360"/>
              <a:ext cx="181800" cy="181800"/>
            </a:xfrm>
            <a:prstGeom prst="ellipse">
              <a:avLst/>
            </a:prstGeom>
            <a:blipFill rotWithShape="0">
              <a:blip r:embed="rId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2" name=""/>
            <p:cNvSpPr/>
            <p:nvPr/>
          </p:nvSpPr>
          <p:spPr>
            <a:xfrm flipV="1" rot="5395800">
              <a:off x="218880" y="435600"/>
              <a:ext cx="181800" cy="181800"/>
            </a:xfrm>
            <a:prstGeom prst="ellipse">
              <a:avLst/>
            </a:prstGeom>
            <a:blipFill rotWithShape="0">
              <a:blip r:embed="rId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3" name=""/>
            <p:cNvSpPr/>
            <p:nvPr/>
          </p:nvSpPr>
          <p:spPr>
            <a:xfrm flipV="1" rot="5395800">
              <a:off x="218520" y="70200"/>
              <a:ext cx="181800" cy="181800"/>
            </a:xfrm>
            <a:prstGeom prst="ellipse">
              <a:avLst/>
            </a:prstGeom>
            <a:blipFill rotWithShape="0">
              <a:blip r:embed="rId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4" name=""/>
            <p:cNvSpPr/>
            <p:nvPr/>
          </p:nvSpPr>
          <p:spPr>
            <a:xfrm flipV="1" rot="5395800">
              <a:off x="217800" y="-294480"/>
              <a:ext cx="181800" cy="181800"/>
            </a:xfrm>
            <a:prstGeom prst="ellipse">
              <a:avLst/>
            </a:prstGeom>
            <a:blipFill rotWithShape="0">
              <a:blip r:embed="rId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5" name=""/>
            <p:cNvSpPr/>
            <p:nvPr/>
          </p:nvSpPr>
          <p:spPr>
            <a:xfrm flipV="1" rot="5395800">
              <a:off x="583920" y="-294840"/>
              <a:ext cx="181800" cy="181800"/>
            </a:xfrm>
            <a:prstGeom prst="ellipse">
              <a:avLst/>
            </a:prstGeom>
            <a:blipFill rotWithShape="0">
              <a:blip r:embed="rId6"/>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6" name=""/>
            <p:cNvSpPr/>
            <p:nvPr/>
          </p:nvSpPr>
          <p:spPr>
            <a:xfrm flipV="1" rot="5395800">
              <a:off x="584280" y="69480"/>
              <a:ext cx="181800" cy="181800"/>
            </a:xfrm>
            <a:prstGeom prst="ellipse">
              <a:avLst/>
            </a:prstGeom>
            <a:blipFill rotWithShape="0">
              <a:blip r:embed="rId7"/>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7" name=""/>
            <p:cNvSpPr/>
            <p:nvPr/>
          </p:nvSpPr>
          <p:spPr>
            <a:xfrm flipV="1" rot="5395800">
              <a:off x="584280" y="435240"/>
              <a:ext cx="181800" cy="181800"/>
            </a:xfrm>
            <a:prstGeom prst="ellipse">
              <a:avLst/>
            </a:prstGeom>
            <a:blipFill rotWithShape="0">
              <a:blip r:embed="rId8"/>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8" name=""/>
            <p:cNvSpPr/>
            <p:nvPr/>
          </p:nvSpPr>
          <p:spPr>
            <a:xfrm flipV="1" rot="5395800">
              <a:off x="585000" y="801360"/>
              <a:ext cx="181800" cy="181800"/>
            </a:xfrm>
            <a:prstGeom prst="ellipse">
              <a:avLst/>
            </a:prstGeom>
            <a:blipFill rotWithShape="0">
              <a:blip r:embed="rId9"/>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9" name=""/>
            <p:cNvSpPr/>
            <p:nvPr/>
          </p:nvSpPr>
          <p:spPr>
            <a:xfrm flipV="1" rot="5395800">
              <a:off x="-145080" y="801720"/>
              <a:ext cx="181800" cy="181800"/>
            </a:xfrm>
            <a:prstGeom prst="ellipse">
              <a:avLst/>
            </a:prstGeom>
            <a:blipFill rotWithShape="0">
              <a:blip r:embed="rId10"/>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0" name=""/>
            <p:cNvSpPr/>
            <p:nvPr/>
          </p:nvSpPr>
          <p:spPr>
            <a:xfrm flipV="1" rot="5395800">
              <a:off x="-145800" y="436320"/>
              <a:ext cx="181800" cy="181800"/>
            </a:xfrm>
            <a:prstGeom prst="ellipse">
              <a:avLst/>
            </a:prstGeom>
            <a:blipFill rotWithShape="0">
              <a:blip r:embed="rId11"/>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1" name=""/>
            <p:cNvSpPr/>
            <p:nvPr/>
          </p:nvSpPr>
          <p:spPr>
            <a:xfrm flipV="1" rot="5395800">
              <a:off x="-145800" y="70200"/>
              <a:ext cx="181800" cy="181800"/>
            </a:xfrm>
            <a:prstGeom prst="ellipse">
              <a:avLst/>
            </a:prstGeom>
            <a:blipFill rotWithShape="0">
              <a:blip r:embed="rId1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2" name=""/>
            <p:cNvSpPr/>
            <p:nvPr/>
          </p:nvSpPr>
          <p:spPr>
            <a:xfrm flipV="1" rot="5395800">
              <a:off x="-146160" y="-294120"/>
              <a:ext cx="181800" cy="181800"/>
            </a:xfrm>
            <a:prstGeom prst="ellipse">
              <a:avLst/>
            </a:prstGeom>
            <a:blipFill rotWithShape="0">
              <a:blip r:embed="rId1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63" name=""/>
          <p:cNvGrpSpPr/>
          <p:nvPr/>
        </p:nvGrpSpPr>
        <p:grpSpPr>
          <a:xfrm>
            <a:off x="9545040" y="4645800"/>
            <a:ext cx="914760" cy="1280160"/>
            <a:chOff x="9545040" y="4645800"/>
            <a:chExt cx="914760" cy="1280160"/>
          </a:xfrm>
        </p:grpSpPr>
        <p:sp>
          <p:nvSpPr>
            <p:cNvPr id="364" name=""/>
            <p:cNvSpPr/>
            <p:nvPr/>
          </p:nvSpPr>
          <p:spPr>
            <a:xfrm flipV="1" rot="5395800">
              <a:off x="9911880" y="5743440"/>
              <a:ext cx="181800" cy="181800"/>
            </a:xfrm>
            <a:prstGeom prst="ellipse">
              <a:avLst/>
            </a:prstGeom>
            <a:blipFill rotWithShape="0">
              <a:blip r:embed="rId1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5" name=""/>
            <p:cNvSpPr/>
            <p:nvPr/>
          </p:nvSpPr>
          <p:spPr>
            <a:xfrm flipV="1" rot="5395800">
              <a:off x="9911520" y="5377680"/>
              <a:ext cx="181800" cy="181800"/>
            </a:xfrm>
            <a:prstGeom prst="ellipse">
              <a:avLst/>
            </a:prstGeom>
            <a:blipFill rotWithShape="0">
              <a:blip r:embed="rId1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6" name=""/>
            <p:cNvSpPr/>
            <p:nvPr/>
          </p:nvSpPr>
          <p:spPr>
            <a:xfrm flipV="1" rot="5395800">
              <a:off x="9911160" y="5012280"/>
              <a:ext cx="181800" cy="181800"/>
            </a:xfrm>
            <a:prstGeom prst="ellipse">
              <a:avLst/>
            </a:prstGeom>
            <a:blipFill rotWithShape="0">
              <a:blip r:embed="rId16"/>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7" name=""/>
            <p:cNvSpPr/>
            <p:nvPr/>
          </p:nvSpPr>
          <p:spPr>
            <a:xfrm flipV="1" rot="5395800">
              <a:off x="9910440" y="4646160"/>
              <a:ext cx="181800" cy="181800"/>
            </a:xfrm>
            <a:prstGeom prst="ellipse">
              <a:avLst/>
            </a:prstGeom>
            <a:blipFill rotWithShape="0">
              <a:blip r:embed="rId17"/>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8" name=""/>
            <p:cNvSpPr/>
            <p:nvPr/>
          </p:nvSpPr>
          <p:spPr>
            <a:xfrm flipV="1" rot="5395800">
              <a:off x="10276560" y="4645800"/>
              <a:ext cx="181800" cy="181800"/>
            </a:xfrm>
            <a:prstGeom prst="ellipse">
              <a:avLst/>
            </a:prstGeom>
            <a:blipFill rotWithShape="0">
              <a:blip r:embed="rId18"/>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9" name=""/>
            <p:cNvSpPr/>
            <p:nvPr/>
          </p:nvSpPr>
          <p:spPr>
            <a:xfrm flipV="1" rot="5395800">
              <a:off x="10276920" y="5011560"/>
              <a:ext cx="181800" cy="181800"/>
            </a:xfrm>
            <a:prstGeom prst="ellipse">
              <a:avLst/>
            </a:prstGeom>
            <a:blipFill rotWithShape="0">
              <a:blip r:embed="rId19"/>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0" name=""/>
            <p:cNvSpPr/>
            <p:nvPr/>
          </p:nvSpPr>
          <p:spPr>
            <a:xfrm flipV="1" rot="5395800">
              <a:off x="10276920" y="5377320"/>
              <a:ext cx="181800" cy="181800"/>
            </a:xfrm>
            <a:prstGeom prst="ellipse">
              <a:avLst/>
            </a:prstGeom>
            <a:blipFill rotWithShape="0">
              <a:blip r:embed="rId20"/>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1" name=""/>
            <p:cNvSpPr/>
            <p:nvPr/>
          </p:nvSpPr>
          <p:spPr>
            <a:xfrm flipV="1" rot="5395800">
              <a:off x="10277640" y="5743440"/>
              <a:ext cx="181800" cy="181800"/>
            </a:xfrm>
            <a:prstGeom prst="ellipse">
              <a:avLst/>
            </a:prstGeom>
            <a:blipFill rotWithShape="0">
              <a:blip r:embed="rId21"/>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2" name=""/>
            <p:cNvSpPr/>
            <p:nvPr/>
          </p:nvSpPr>
          <p:spPr>
            <a:xfrm flipV="1" rot="5395800">
              <a:off x="9546120" y="5743800"/>
              <a:ext cx="181800" cy="181800"/>
            </a:xfrm>
            <a:prstGeom prst="ellipse">
              <a:avLst/>
            </a:prstGeom>
            <a:blipFill rotWithShape="0">
              <a:blip r:embed="rId2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3" name=""/>
            <p:cNvSpPr/>
            <p:nvPr/>
          </p:nvSpPr>
          <p:spPr>
            <a:xfrm flipV="1" rot="5395800">
              <a:off x="9545400" y="5378400"/>
              <a:ext cx="181800" cy="181800"/>
            </a:xfrm>
            <a:prstGeom prst="ellipse">
              <a:avLst/>
            </a:prstGeom>
            <a:blipFill rotWithShape="0">
              <a:blip r:embed="rId2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4" name=""/>
            <p:cNvSpPr/>
            <p:nvPr/>
          </p:nvSpPr>
          <p:spPr>
            <a:xfrm flipV="1" rot="5395800">
              <a:off x="9545400" y="5012280"/>
              <a:ext cx="181800" cy="181800"/>
            </a:xfrm>
            <a:prstGeom prst="ellipse">
              <a:avLst/>
            </a:prstGeom>
            <a:blipFill rotWithShape="0">
              <a:blip r:embed="rId2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5" name=""/>
            <p:cNvSpPr/>
            <p:nvPr/>
          </p:nvSpPr>
          <p:spPr>
            <a:xfrm flipV="1" rot="5395800">
              <a:off x="9545040" y="4646520"/>
              <a:ext cx="181800" cy="181800"/>
            </a:xfrm>
            <a:prstGeom prst="ellipse">
              <a:avLst/>
            </a:prstGeom>
            <a:blipFill rotWithShape="0">
              <a:blip r:embed="rId2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376" name=""/>
          <p:cNvSpPr/>
          <p:nvPr/>
        </p:nvSpPr>
        <p:spPr>
          <a:xfrm>
            <a:off x="-146160" y="310932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77"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78"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79" name="PlaceHolder 3"/>
          <p:cNvSpPr>
            <a:spLocks noGrp="1"/>
          </p:cNvSpPr>
          <p:nvPr>
            <p:ph type="ftr" idx="43"/>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380" name="PlaceHolder 4"/>
          <p:cNvSpPr>
            <a:spLocks noGrp="1"/>
          </p:cNvSpPr>
          <p:nvPr>
            <p:ph type="sldNum" idx="44"/>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97C5F884-1407-425B-9AE7-4D13AF0329CA}"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381" name="PlaceHolder 5"/>
          <p:cNvSpPr>
            <a:spLocks noGrp="1"/>
          </p:cNvSpPr>
          <p:nvPr>
            <p:ph type="dt" idx="45"/>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6"/>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
          <p:cNvSpPr/>
          <p:nvPr/>
        </p:nvSpPr>
        <p:spPr>
          <a:xfrm>
            <a:off x="8266320" y="411552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85" name=""/>
          <p:cNvSpPr/>
          <p:nvPr/>
        </p:nvSpPr>
        <p:spPr>
          <a:xfrm>
            <a:off x="7717680" y="-54828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386" name=""/>
          <p:cNvGrpSpPr/>
          <p:nvPr/>
        </p:nvGrpSpPr>
        <p:grpSpPr>
          <a:xfrm>
            <a:off x="-146520" y="-295200"/>
            <a:ext cx="913680" cy="1279080"/>
            <a:chOff x="-146520" y="-295200"/>
            <a:chExt cx="913680" cy="1279080"/>
          </a:xfrm>
        </p:grpSpPr>
        <p:sp>
          <p:nvSpPr>
            <p:cNvPr id="387" name=""/>
            <p:cNvSpPr/>
            <p:nvPr/>
          </p:nvSpPr>
          <p:spPr>
            <a:xfrm flipV="1" rot="5395800">
              <a:off x="219240" y="801360"/>
              <a:ext cx="181800" cy="181800"/>
            </a:xfrm>
            <a:prstGeom prst="ellipse">
              <a:avLst/>
            </a:prstGeom>
            <a:blipFill rotWithShape="0">
              <a:blip r:embed="rId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8" name=""/>
            <p:cNvSpPr/>
            <p:nvPr/>
          </p:nvSpPr>
          <p:spPr>
            <a:xfrm flipV="1" rot="5395800">
              <a:off x="218880" y="435600"/>
              <a:ext cx="181800" cy="181800"/>
            </a:xfrm>
            <a:prstGeom prst="ellipse">
              <a:avLst/>
            </a:prstGeom>
            <a:blipFill rotWithShape="0">
              <a:blip r:embed="rId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9" name=""/>
            <p:cNvSpPr/>
            <p:nvPr/>
          </p:nvSpPr>
          <p:spPr>
            <a:xfrm flipV="1" rot="5395800">
              <a:off x="218520" y="70200"/>
              <a:ext cx="181800" cy="181800"/>
            </a:xfrm>
            <a:prstGeom prst="ellipse">
              <a:avLst/>
            </a:prstGeom>
            <a:blipFill rotWithShape="0">
              <a:blip r:embed="rId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0" name=""/>
            <p:cNvSpPr/>
            <p:nvPr/>
          </p:nvSpPr>
          <p:spPr>
            <a:xfrm flipV="1" rot="5395800">
              <a:off x="217800" y="-294480"/>
              <a:ext cx="181800" cy="181800"/>
            </a:xfrm>
            <a:prstGeom prst="ellipse">
              <a:avLst/>
            </a:prstGeom>
            <a:blipFill rotWithShape="0">
              <a:blip r:embed="rId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1" name=""/>
            <p:cNvSpPr/>
            <p:nvPr/>
          </p:nvSpPr>
          <p:spPr>
            <a:xfrm flipV="1" rot="5395800">
              <a:off x="583920" y="-294840"/>
              <a:ext cx="181800" cy="181800"/>
            </a:xfrm>
            <a:prstGeom prst="ellipse">
              <a:avLst/>
            </a:prstGeom>
            <a:blipFill rotWithShape="0">
              <a:blip r:embed="rId6"/>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2" name=""/>
            <p:cNvSpPr/>
            <p:nvPr/>
          </p:nvSpPr>
          <p:spPr>
            <a:xfrm flipV="1" rot="5395800">
              <a:off x="584280" y="69480"/>
              <a:ext cx="181800" cy="181800"/>
            </a:xfrm>
            <a:prstGeom prst="ellipse">
              <a:avLst/>
            </a:prstGeom>
            <a:blipFill rotWithShape="0">
              <a:blip r:embed="rId7"/>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3" name=""/>
            <p:cNvSpPr/>
            <p:nvPr/>
          </p:nvSpPr>
          <p:spPr>
            <a:xfrm flipV="1" rot="5395800">
              <a:off x="584280" y="435240"/>
              <a:ext cx="181800" cy="181800"/>
            </a:xfrm>
            <a:prstGeom prst="ellipse">
              <a:avLst/>
            </a:prstGeom>
            <a:blipFill rotWithShape="0">
              <a:blip r:embed="rId8"/>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4" name=""/>
            <p:cNvSpPr/>
            <p:nvPr/>
          </p:nvSpPr>
          <p:spPr>
            <a:xfrm flipV="1" rot="5395800">
              <a:off x="585000" y="801360"/>
              <a:ext cx="181800" cy="181800"/>
            </a:xfrm>
            <a:prstGeom prst="ellipse">
              <a:avLst/>
            </a:prstGeom>
            <a:blipFill rotWithShape="0">
              <a:blip r:embed="rId9"/>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5" name=""/>
            <p:cNvSpPr/>
            <p:nvPr/>
          </p:nvSpPr>
          <p:spPr>
            <a:xfrm flipV="1" rot="5395800">
              <a:off x="-145080" y="801720"/>
              <a:ext cx="181800" cy="181800"/>
            </a:xfrm>
            <a:prstGeom prst="ellipse">
              <a:avLst/>
            </a:prstGeom>
            <a:blipFill rotWithShape="0">
              <a:blip r:embed="rId10"/>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6" name=""/>
            <p:cNvSpPr/>
            <p:nvPr/>
          </p:nvSpPr>
          <p:spPr>
            <a:xfrm flipV="1" rot="5395800">
              <a:off x="-145800" y="436320"/>
              <a:ext cx="181800" cy="181800"/>
            </a:xfrm>
            <a:prstGeom prst="ellipse">
              <a:avLst/>
            </a:prstGeom>
            <a:blipFill rotWithShape="0">
              <a:blip r:embed="rId11"/>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7" name=""/>
            <p:cNvSpPr/>
            <p:nvPr/>
          </p:nvSpPr>
          <p:spPr>
            <a:xfrm flipV="1" rot="5395800">
              <a:off x="-145800" y="70200"/>
              <a:ext cx="181800" cy="181800"/>
            </a:xfrm>
            <a:prstGeom prst="ellipse">
              <a:avLst/>
            </a:prstGeom>
            <a:blipFill rotWithShape="0">
              <a:blip r:embed="rId1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8" name=""/>
            <p:cNvSpPr/>
            <p:nvPr/>
          </p:nvSpPr>
          <p:spPr>
            <a:xfrm flipV="1" rot="5395800">
              <a:off x="-146160" y="-294120"/>
              <a:ext cx="181800" cy="181800"/>
            </a:xfrm>
            <a:prstGeom prst="ellipse">
              <a:avLst/>
            </a:prstGeom>
            <a:blipFill rotWithShape="0">
              <a:blip r:embed="rId1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99" name=""/>
          <p:cNvGrpSpPr/>
          <p:nvPr/>
        </p:nvGrpSpPr>
        <p:grpSpPr>
          <a:xfrm>
            <a:off x="9545040" y="4645800"/>
            <a:ext cx="914760" cy="1280160"/>
            <a:chOff x="9545040" y="4645800"/>
            <a:chExt cx="914760" cy="1280160"/>
          </a:xfrm>
        </p:grpSpPr>
        <p:sp>
          <p:nvSpPr>
            <p:cNvPr id="400" name=""/>
            <p:cNvSpPr/>
            <p:nvPr/>
          </p:nvSpPr>
          <p:spPr>
            <a:xfrm flipV="1" rot="5395800">
              <a:off x="9911880" y="5743440"/>
              <a:ext cx="181800" cy="181800"/>
            </a:xfrm>
            <a:prstGeom prst="ellipse">
              <a:avLst/>
            </a:prstGeom>
            <a:blipFill rotWithShape="0">
              <a:blip r:embed="rId1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1" name=""/>
            <p:cNvSpPr/>
            <p:nvPr/>
          </p:nvSpPr>
          <p:spPr>
            <a:xfrm flipV="1" rot="5395800">
              <a:off x="9911520" y="5377680"/>
              <a:ext cx="181800" cy="181800"/>
            </a:xfrm>
            <a:prstGeom prst="ellipse">
              <a:avLst/>
            </a:prstGeom>
            <a:blipFill rotWithShape="0">
              <a:blip r:embed="rId1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2" name=""/>
            <p:cNvSpPr/>
            <p:nvPr/>
          </p:nvSpPr>
          <p:spPr>
            <a:xfrm flipV="1" rot="5395800">
              <a:off x="9911160" y="5012280"/>
              <a:ext cx="181800" cy="181800"/>
            </a:xfrm>
            <a:prstGeom prst="ellipse">
              <a:avLst/>
            </a:prstGeom>
            <a:blipFill rotWithShape="0">
              <a:blip r:embed="rId16"/>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3" name=""/>
            <p:cNvSpPr/>
            <p:nvPr/>
          </p:nvSpPr>
          <p:spPr>
            <a:xfrm flipV="1" rot="5395800">
              <a:off x="9910440" y="4646160"/>
              <a:ext cx="181800" cy="181800"/>
            </a:xfrm>
            <a:prstGeom prst="ellipse">
              <a:avLst/>
            </a:prstGeom>
            <a:blipFill rotWithShape="0">
              <a:blip r:embed="rId17"/>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4" name=""/>
            <p:cNvSpPr/>
            <p:nvPr/>
          </p:nvSpPr>
          <p:spPr>
            <a:xfrm flipV="1" rot="5395800">
              <a:off x="10276560" y="4645800"/>
              <a:ext cx="181800" cy="181800"/>
            </a:xfrm>
            <a:prstGeom prst="ellipse">
              <a:avLst/>
            </a:prstGeom>
            <a:blipFill rotWithShape="0">
              <a:blip r:embed="rId18"/>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5" name=""/>
            <p:cNvSpPr/>
            <p:nvPr/>
          </p:nvSpPr>
          <p:spPr>
            <a:xfrm flipV="1" rot="5395800">
              <a:off x="10276920" y="5011560"/>
              <a:ext cx="181800" cy="181800"/>
            </a:xfrm>
            <a:prstGeom prst="ellipse">
              <a:avLst/>
            </a:prstGeom>
            <a:blipFill rotWithShape="0">
              <a:blip r:embed="rId19"/>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6" name=""/>
            <p:cNvSpPr/>
            <p:nvPr/>
          </p:nvSpPr>
          <p:spPr>
            <a:xfrm flipV="1" rot="5395800">
              <a:off x="10276920" y="5377320"/>
              <a:ext cx="181800" cy="181800"/>
            </a:xfrm>
            <a:prstGeom prst="ellipse">
              <a:avLst/>
            </a:prstGeom>
            <a:blipFill rotWithShape="0">
              <a:blip r:embed="rId20"/>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7" name=""/>
            <p:cNvSpPr/>
            <p:nvPr/>
          </p:nvSpPr>
          <p:spPr>
            <a:xfrm flipV="1" rot="5395800">
              <a:off x="10277640" y="5743440"/>
              <a:ext cx="181800" cy="181800"/>
            </a:xfrm>
            <a:prstGeom prst="ellipse">
              <a:avLst/>
            </a:prstGeom>
            <a:blipFill rotWithShape="0">
              <a:blip r:embed="rId21"/>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8" name=""/>
            <p:cNvSpPr/>
            <p:nvPr/>
          </p:nvSpPr>
          <p:spPr>
            <a:xfrm flipV="1" rot="5395800">
              <a:off x="9546120" y="5743800"/>
              <a:ext cx="181800" cy="181800"/>
            </a:xfrm>
            <a:prstGeom prst="ellipse">
              <a:avLst/>
            </a:prstGeom>
            <a:blipFill rotWithShape="0">
              <a:blip r:embed="rId22"/>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9" name=""/>
            <p:cNvSpPr/>
            <p:nvPr/>
          </p:nvSpPr>
          <p:spPr>
            <a:xfrm flipV="1" rot="5395800">
              <a:off x="9545400" y="5378400"/>
              <a:ext cx="181800" cy="181800"/>
            </a:xfrm>
            <a:prstGeom prst="ellipse">
              <a:avLst/>
            </a:prstGeom>
            <a:blipFill rotWithShape="0">
              <a:blip r:embed="rId23"/>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0" name=""/>
            <p:cNvSpPr/>
            <p:nvPr/>
          </p:nvSpPr>
          <p:spPr>
            <a:xfrm flipV="1" rot="5395800">
              <a:off x="9545400" y="5012280"/>
              <a:ext cx="181800" cy="181800"/>
            </a:xfrm>
            <a:prstGeom prst="ellipse">
              <a:avLst/>
            </a:prstGeom>
            <a:blipFill rotWithShape="0">
              <a:blip r:embed="rId24"/>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1" name=""/>
            <p:cNvSpPr/>
            <p:nvPr/>
          </p:nvSpPr>
          <p:spPr>
            <a:xfrm flipV="1" rot="5395800">
              <a:off x="9545040" y="4646520"/>
              <a:ext cx="181800" cy="181800"/>
            </a:xfrm>
            <a:prstGeom prst="ellipse">
              <a:avLst/>
            </a:prstGeom>
            <a:blipFill rotWithShape="0">
              <a:blip r:embed="rId25"/>
              <a:srcRect/>
              <a:tile tx="0" ty="0" sx="73758" sy="73758"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412" name=""/>
          <p:cNvSpPr/>
          <p:nvPr/>
        </p:nvSpPr>
        <p:spPr>
          <a:xfrm>
            <a:off x="-146160" y="3109320"/>
            <a:ext cx="1919160" cy="19191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13"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14" name="PlaceHolder 2"/>
          <p:cNvSpPr>
            <a:spLocks noGrp="1"/>
          </p:cNvSpPr>
          <p:nvPr>
            <p:ph type="ftr" idx="46"/>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15" name="PlaceHolder 3"/>
          <p:cNvSpPr>
            <a:spLocks noGrp="1"/>
          </p:cNvSpPr>
          <p:nvPr>
            <p:ph type="sldNum" idx="47"/>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955FD238-2EEE-4C4B-A79E-B52DC1EAFCAB}"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16" name="PlaceHolder 4"/>
          <p:cNvSpPr>
            <a:spLocks noGrp="1"/>
          </p:cNvSpPr>
          <p:nvPr>
            <p:ph type="dt" idx="48"/>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9" r:id="rId26"/>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
          <p:cNvSpPr/>
          <p:nvPr/>
        </p:nvSpPr>
        <p:spPr>
          <a:xfrm rot="18876000">
            <a:off x="8645400" y="-404640"/>
            <a:ext cx="2894400" cy="289440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0" name=""/>
          <p:cNvSpPr/>
          <p:nvPr/>
        </p:nvSpPr>
        <p:spPr>
          <a:xfrm rot="18876000">
            <a:off x="8665560" y="3983040"/>
            <a:ext cx="2894400" cy="289440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1" name=""/>
          <p:cNvSpPr/>
          <p:nvPr/>
        </p:nvSpPr>
        <p:spPr>
          <a:xfrm rot="18964800">
            <a:off x="993240" y="5915880"/>
            <a:ext cx="2587680" cy="73044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2" name=""/>
          <p:cNvSpPr/>
          <p:nvPr/>
        </p:nvSpPr>
        <p:spPr>
          <a:xfrm rot="18964800">
            <a:off x="-1296720" y="5513760"/>
            <a:ext cx="2587680" cy="73044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3" name=""/>
          <p:cNvSpPr/>
          <p:nvPr/>
        </p:nvSpPr>
        <p:spPr>
          <a:xfrm rot="18964800">
            <a:off x="3681360" y="339480"/>
            <a:ext cx="3456720" cy="92124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4" name=""/>
          <p:cNvSpPr/>
          <p:nvPr/>
        </p:nvSpPr>
        <p:spPr>
          <a:xfrm rot="18964800">
            <a:off x="1445040" y="-757440"/>
            <a:ext cx="2587680" cy="73044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5" name=""/>
          <p:cNvSpPr/>
          <p:nvPr/>
        </p:nvSpPr>
        <p:spPr>
          <a:xfrm rot="18964800">
            <a:off x="-726840" y="3295080"/>
            <a:ext cx="2587680" cy="51192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6"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27" name="PlaceHolder 2"/>
          <p:cNvSpPr>
            <a:spLocks noGrp="1"/>
          </p:cNvSpPr>
          <p:nvPr>
            <p:ph type="body"/>
          </p:nvPr>
        </p:nvSpPr>
        <p:spPr>
          <a:xfrm>
            <a:off x="468000" y="1800000"/>
            <a:ext cx="9070920" cy="3287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28" name="PlaceHolder 3"/>
          <p:cNvSpPr>
            <a:spLocks noGrp="1"/>
          </p:cNvSpPr>
          <p:nvPr>
            <p:ph type="ftr" idx="49"/>
          </p:nvPr>
        </p:nvSpPr>
        <p:spPr>
          <a:xfrm>
            <a:off x="3442680" y="5166000"/>
            <a:ext cx="3193920" cy="38952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29" name="PlaceHolder 4"/>
          <p:cNvSpPr>
            <a:spLocks noGrp="1"/>
          </p:cNvSpPr>
          <p:nvPr>
            <p:ph type="sldNum" idx="50"/>
          </p:nvPr>
        </p:nvSpPr>
        <p:spPr>
          <a:xfrm>
            <a:off x="7227360" y="5166000"/>
            <a:ext cx="2347200" cy="389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1973B6B-2F0A-4705-A613-0BEAD364C7E4}"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30" name="PlaceHolder 5"/>
          <p:cNvSpPr>
            <a:spLocks noGrp="1"/>
          </p:cNvSpPr>
          <p:nvPr>
            <p:ph type="dt" idx="51"/>
          </p:nvPr>
        </p:nvSpPr>
        <p:spPr>
          <a:xfrm>
            <a:off x="468000" y="5166000"/>
            <a:ext cx="2347200" cy="38952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svg"/><Relationship Id="rId7"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4.xml"/>
</Relationships>
</file>

<file path=ppt/slides/_rels/slide1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sv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slideLayout" Target="../slideLayouts/slideLayout16.xml"/>
</Relationships>
</file>

<file path=ppt/slides/_rels/slide13.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7315200" y="4706280"/>
            <a:ext cx="2376360" cy="32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300" spc="-1" strike="noStrike">
                <a:solidFill>
                  <a:srgbClr val="000000"/>
                </a:solidFill>
                <a:latin typeface="Noto Sans"/>
                <a:ea typeface="DejaVu Sans"/>
              </a:rPr>
              <a:t>Készítette: Bartos Ádám</a:t>
            </a:r>
            <a:endParaRPr b="0" lang="en-US" sz="1300" spc="-1" strike="noStrike">
              <a:solidFill>
                <a:srgbClr val="000000"/>
              </a:solidFill>
              <a:latin typeface="Arial"/>
            </a:endParaRPr>
          </a:p>
        </p:txBody>
      </p:sp>
      <p:sp>
        <p:nvSpPr>
          <p:cNvPr id="434" name=""/>
          <p:cNvSpPr/>
          <p:nvPr/>
        </p:nvSpPr>
        <p:spPr>
          <a:xfrm>
            <a:off x="7132320" y="4375440"/>
            <a:ext cx="360" cy="1005840"/>
          </a:xfrm>
          <a:prstGeom prst="line">
            <a:avLst/>
          </a:prstGeom>
          <a:ln w="54720">
            <a:solidFill>
              <a:srgbClr val="999999"/>
            </a:solidFill>
            <a:round/>
          </a:ln>
        </p:spPr>
        <p:style>
          <a:lnRef idx="0"/>
          <a:fillRef idx="0"/>
          <a:effectRef idx="0"/>
          <a:fontRef idx="minor"/>
        </p:style>
        <p:txBody>
          <a:bodyPr lIns="117360" rIns="117360" tIns="72360" bIns="72360" anchor="ctr">
            <a:noAutofit/>
          </a:bodyPr>
          <a:p>
            <a:endParaRPr b="0" lang="en-US" sz="1800" spc="-1" strike="noStrike">
              <a:solidFill>
                <a:srgbClr val="000000"/>
              </a:solidFill>
              <a:latin typeface="Noto Sans"/>
              <a:ea typeface="DejaVu Sans"/>
            </a:endParaRPr>
          </a:p>
        </p:txBody>
      </p:sp>
      <p:sp>
        <p:nvSpPr>
          <p:cNvPr id="435" name="PlaceHolder 1"/>
          <p:cNvSpPr>
            <a:spLocks noGrp="1"/>
          </p:cNvSpPr>
          <p:nvPr>
            <p:ph type="title"/>
          </p:nvPr>
        </p:nvSpPr>
        <p:spPr>
          <a:xfrm>
            <a:off x="2514600" y="4230360"/>
            <a:ext cx="2742120" cy="761400"/>
          </a:xfrm>
          <a:prstGeom prst="rect">
            <a:avLst/>
          </a:prstGeom>
          <a:noFill/>
          <a:ln w="0">
            <a:noFill/>
          </a:ln>
        </p:spPr>
        <p:txBody>
          <a:bodyPr lIns="0" rIns="0" tIns="0" bIns="0" anchor="ctr">
            <a:noAutofit/>
          </a:bodyPr>
          <a:p>
            <a:pPr indent="0" algn="r">
              <a:lnSpc>
                <a:spcPct val="100000"/>
              </a:lnSpc>
              <a:buNone/>
              <a:tabLst>
                <a:tab algn="l" pos="0"/>
              </a:tabLst>
            </a:pPr>
            <a:r>
              <a:rPr b="1" lang="en-US" sz="4400" spc="-1" strike="noStrike">
                <a:solidFill>
                  <a:srgbClr val="000000"/>
                </a:solidFill>
                <a:latin typeface="Noto Sans"/>
              </a:rPr>
              <a:t>LVL-Devil</a:t>
            </a:r>
            <a:endParaRPr b="0" lang="en-US" sz="4400" spc="-1" strike="noStrike">
              <a:solidFill>
                <a:srgbClr val="000000"/>
              </a:solidFill>
              <a:latin typeface="Arial"/>
            </a:endParaRPr>
          </a:p>
        </p:txBody>
      </p:sp>
      <p:sp>
        <p:nvSpPr>
          <p:cNvPr id="436" name="PlaceHolder 2"/>
          <p:cNvSpPr>
            <a:spLocks noGrp="1"/>
          </p:cNvSpPr>
          <p:nvPr>
            <p:ph type="subTitle"/>
          </p:nvPr>
        </p:nvSpPr>
        <p:spPr>
          <a:xfrm>
            <a:off x="1600200" y="4994280"/>
            <a:ext cx="5294520" cy="552600"/>
          </a:xfrm>
          <a:prstGeom prst="rect">
            <a:avLst/>
          </a:prstGeom>
          <a:noFill/>
          <a:ln w="0">
            <a:noFill/>
          </a:ln>
        </p:spPr>
        <p:txBody>
          <a:bodyPr lIns="0" rIns="0" tIns="0" bIns="0" anchor="ctr">
            <a:noAutofit/>
          </a:bodyPr>
          <a:p>
            <a:pPr indent="0" algn="r">
              <a:lnSpc>
                <a:spcPct val="100000"/>
              </a:lnSpc>
              <a:buNone/>
              <a:tabLst>
                <a:tab algn="l" pos="0"/>
              </a:tabLst>
            </a:pPr>
            <a:r>
              <a:rPr b="0" lang="en-US" sz="3200" spc="-1" strike="noStrike">
                <a:solidFill>
                  <a:srgbClr val="000000"/>
                </a:solidFill>
                <a:latin typeface="Noto Sans"/>
              </a:rPr>
              <a:t>Hogyan készült?</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Honnan jött az ötlet?</a:t>
            </a:r>
            <a:endParaRPr b="0" lang="en-US" sz="4400" spc="-1" strike="noStrike">
              <a:solidFill>
                <a:srgbClr val="000000"/>
              </a:solidFill>
              <a:latin typeface="Arial"/>
            </a:endParaRPr>
          </a:p>
        </p:txBody>
      </p:sp>
      <p:sp>
        <p:nvSpPr>
          <p:cNvPr id="438" name="PlaceHolder 2"/>
          <p:cNvSpPr>
            <a:spLocks noGrp="1"/>
          </p:cNvSpPr>
          <p:nvPr>
            <p:ph/>
          </p:nvPr>
        </p:nvSpPr>
        <p:spPr>
          <a:xfrm>
            <a:off x="504000" y="1326600"/>
            <a:ext cx="9071280" cy="32878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A cél egy egyszerű platform játék volt.</a:t>
            </a:r>
            <a:endParaRPr b="0" lang="en-US" sz="32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Tkinter használata.</a:t>
            </a:r>
            <a:endParaRPr b="0" lang="en-US" sz="32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Ez volt az egyik ami az egyeszrűen megvalósíthatóak közül a legszimpatikusabb volt.</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Hogyan kezdtem el?</a:t>
            </a:r>
            <a:endParaRPr b="0" lang="en-US" sz="4400" spc="-1" strike="noStrike">
              <a:solidFill>
                <a:srgbClr val="000000"/>
              </a:solidFill>
              <a:latin typeface="Arial"/>
            </a:endParaRPr>
          </a:p>
        </p:txBody>
      </p:sp>
      <p:sp>
        <p:nvSpPr>
          <p:cNvPr id="440" name="PlaceHolder 2"/>
          <p:cNvSpPr>
            <a:spLocks noGrp="1"/>
          </p:cNvSpPr>
          <p:nvPr>
            <p:ph/>
          </p:nvPr>
        </p:nvSpPr>
        <p:spPr>
          <a:xfrm>
            <a:off x="504000" y="1326600"/>
            <a:ext cx="9071280" cy="3287880"/>
          </a:xfrm>
          <a:prstGeom prst="rect">
            <a:avLst/>
          </a:prstGeom>
          <a:noFill/>
          <a:ln w="0">
            <a:noFill/>
          </a:ln>
        </p:spPr>
        <p:txBody>
          <a:bodyPr lIns="0" rIns="0" tIns="0" bIns="0" anchor="t">
            <a:normAutofit/>
          </a:bodyPr>
          <a:p>
            <a:pPr marL="432000" indent="0">
              <a:lnSpc>
                <a:spcPct val="100000"/>
              </a:lnSpc>
              <a:spcBef>
                <a:spcPts val="1417"/>
              </a:spcBef>
              <a:buNone/>
              <a:tabLst>
                <a:tab algn="l" pos="0"/>
              </a:tabLst>
            </a:pPr>
            <a:r>
              <a:rPr b="0" lang="en-US" sz="3200" spc="-1" strike="noStrike">
                <a:solidFill>
                  <a:srgbClr val="000000"/>
                </a:solidFill>
                <a:latin typeface="Arial"/>
              </a:rPr>
              <a:t>A játék legeslegalapját vagyis magát az “engine”-t az AI segítségével sikerült működőképesre létrehozni.</a:t>
            </a:r>
            <a:endParaRPr b="0" lang="en-US" sz="3200" spc="-1" strike="noStrike">
              <a:solidFill>
                <a:srgbClr val="000000"/>
              </a:solidFill>
              <a:latin typeface="Arial"/>
            </a:endParaRPr>
          </a:p>
        </p:txBody>
      </p:sp>
      <p:pic>
        <p:nvPicPr>
          <p:cNvPr id="441" name="" descr=""/>
          <p:cNvPicPr/>
          <p:nvPr/>
        </p:nvPicPr>
        <p:blipFill>
          <a:blip r:embed="rId1">
            <a:alphaModFix amt="50000"/>
          </a:blip>
          <a:stretch/>
        </p:blipFill>
        <p:spPr>
          <a:xfrm>
            <a:off x="2951280" y="2944080"/>
            <a:ext cx="6142680" cy="2541960"/>
          </a:xfrm>
          <a:prstGeom prst="rect">
            <a:avLst/>
          </a:prstGeom>
          <a:ln w="0">
            <a:noFill/>
          </a:ln>
          <a:effectLst>
            <a:outerShdw blurRad="0" dir="2700000" dist="102841" rotWithShape="0">
              <a:srgbClr val="808080">
                <a:alpha val="50000"/>
              </a:srgbClr>
            </a:outerShdw>
          </a:effectLst>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2" name="PlaceHolder 1"/>
          <p:cNvSpPr>
            <a:spLocks noGrp="1"/>
          </p:cNvSpPr>
          <p:nvPr>
            <p:ph type="subTitle"/>
          </p:nvPr>
        </p:nvSpPr>
        <p:spPr>
          <a:xfrm>
            <a:off x="468000" y="457200"/>
            <a:ext cx="9070920" cy="2513880"/>
          </a:xfrm>
          <a:prstGeom prst="rect">
            <a:avLst/>
          </a:prstGeom>
          <a:noFill/>
          <a:ln w="0">
            <a:noFill/>
          </a:ln>
        </p:spPr>
        <p:txBody>
          <a:bodyPr lIns="0" rIns="0" tIns="0" bIns="0" anchor="ctr">
            <a:noAutofit/>
          </a:bodyPr>
          <a:p>
            <a:pPr>
              <a:lnSpc>
                <a:spcPct val="100000"/>
              </a:lnSpc>
            </a:pPr>
            <a:r>
              <a:rPr b="0" lang="en-US" sz="3200" spc="-1" strike="noStrike">
                <a:solidFill>
                  <a:srgbClr val="000000"/>
                </a:solidFill>
                <a:latin typeface="Arial"/>
              </a:rPr>
              <a:t>Ezután még rengeteg munka várt rám.</a:t>
            </a:r>
            <a:endParaRPr b="0" lang="en-US" sz="3200" spc="-1" strike="noStrike">
              <a:solidFill>
                <a:srgbClr val="000000"/>
              </a:solidFill>
              <a:latin typeface="Arial"/>
            </a:endParaRPr>
          </a:p>
          <a:p>
            <a:pPr>
              <a:lnSpc>
                <a:spcPct val="100000"/>
              </a:lnSpc>
            </a:pPr>
            <a:endParaRPr b="0" lang="en-US" sz="3200" spc="-1" strike="noStrike">
              <a:solidFill>
                <a:srgbClr val="000000"/>
              </a:solidFill>
              <a:latin typeface="Arial"/>
            </a:endParaRPr>
          </a:p>
          <a:p>
            <a:pPr>
              <a:lnSpc>
                <a:spcPct val="100000"/>
              </a:lnSpc>
            </a:pPr>
            <a:r>
              <a:rPr b="0" lang="en-US" sz="2400" spc="-1" strike="noStrike">
                <a:solidFill>
                  <a:srgbClr val="000000"/>
                </a:solidFill>
                <a:latin typeface="Arial"/>
              </a:rPr>
              <a:t>Elsőként átalakítottam a szövegeket az elvárásaimank megfelelően, és a fontos részeket kommenteltem.</a:t>
            </a:r>
            <a:endParaRPr b="0" lang="en-US" sz="2400" spc="-1" strike="noStrike">
              <a:solidFill>
                <a:srgbClr val="000000"/>
              </a:solidFill>
              <a:latin typeface="Arial"/>
            </a:endParaRPr>
          </a:p>
        </p:txBody>
      </p:sp>
      <p:pic>
        <p:nvPicPr>
          <p:cNvPr id="443" name="" descr=""/>
          <p:cNvPicPr/>
          <p:nvPr/>
        </p:nvPicPr>
        <p:blipFill>
          <a:blip r:embed="rId1"/>
          <a:stretch/>
        </p:blipFill>
        <p:spPr>
          <a:xfrm>
            <a:off x="1986480" y="2971800"/>
            <a:ext cx="4870800" cy="2469600"/>
          </a:xfrm>
          <a:prstGeom prst="rect">
            <a:avLst/>
          </a:prstGeom>
          <a:ln w="0">
            <a:noFill/>
          </a:ln>
          <a:effectLst>
            <a:outerShdw blurRad="762120" dir="2700000" dist="102841" rotWithShape="0">
              <a:srgbClr val="808080">
                <a:alpha val="50000"/>
              </a:srgbClr>
            </a:outerShdw>
          </a:effectLst>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subTitle"/>
          </p:nvPr>
        </p:nvSpPr>
        <p:spPr>
          <a:xfrm>
            <a:off x="468000" y="457200"/>
            <a:ext cx="9070920" cy="2513880"/>
          </a:xfrm>
          <a:prstGeom prst="rect">
            <a:avLst/>
          </a:prstGeom>
          <a:noFill/>
          <a:ln w="0">
            <a:noFill/>
          </a:ln>
        </p:spPr>
        <p:txBody>
          <a:bodyPr lIns="0" rIns="0" tIns="0" bIns="0" anchor="ctr">
            <a:noAutofit/>
          </a:bodyPr>
          <a:p>
            <a:pPr>
              <a:lnSpc>
                <a:spcPct val="100000"/>
              </a:lnSpc>
            </a:pPr>
            <a:r>
              <a:rPr b="0" lang="en-US" sz="3200" spc="-1" strike="noStrike">
                <a:solidFill>
                  <a:srgbClr val="000000"/>
                </a:solidFill>
                <a:latin typeface="Arial"/>
              </a:rPr>
              <a:t>Az Options menüt is létrehoztam.</a:t>
            </a:r>
            <a:endParaRPr b="0" lang="en-US" sz="3200" spc="-1" strike="noStrike">
              <a:solidFill>
                <a:srgbClr val="000000"/>
              </a:solidFill>
              <a:latin typeface="Arial"/>
            </a:endParaRPr>
          </a:p>
          <a:p>
            <a:pPr>
              <a:lnSpc>
                <a:spcPct val="100000"/>
              </a:lnSpc>
            </a:pPr>
            <a:endParaRPr b="0" lang="en-US" sz="3200" spc="-1" strike="noStrike">
              <a:solidFill>
                <a:srgbClr val="000000"/>
              </a:solidFill>
              <a:latin typeface="Arial"/>
            </a:endParaRPr>
          </a:p>
          <a:p>
            <a:pPr>
              <a:lnSpc>
                <a:spcPct val="100000"/>
              </a:lnSpc>
            </a:pPr>
            <a:r>
              <a:rPr b="0" lang="en-US" sz="2400" spc="-1" strike="noStrike">
                <a:solidFill>
                  <a:srgbClr val="000000"/>
                </a:solidFill>
                <a:latin typeface="Arial"/>
              </a:rPr>
              <a:t>Az options menüpont eredetileg semmit nem funkcionált, ezért működésre kellett bírnom.</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Hogyan kezdtem el?</a:t>
            </a:r>
            <a:endParaRPr b="0" lang="en-US" sz="4400" spc="-1" strike="noStrike">
              <a:solidFill>
                <a:srgbClr val="000000"/>
              </a:solidFill>
              <a:latin typeface="Arial"/>
            </a:endParaRPr>
          </a:p>
        </p:txBody>
      </p:sp>
      <p:sp>
        <p:nvSpPr>
          <p:cNvPr id="446" name="PlaceHolder 2"/>
          <p:cNvSpPr>
            <a:spLocks noGrp="1"/>
          </p:cNvSpPr>
          <p:nvPr>
            <p:ph/>
          </p:nvPr>
        </p:nvSpPr>
        <p:spPr>
          <a:xfrm>
            <a:off x="468000" y="1800000"/>
            <a:ext cx="6162120" cy="3287160"/>
          </a:xfrm>
          <a:prstGeom prst="rect">
            <a:avLst/>
          </a:prstGeom>
          <a:noFill/>
          <a:ln w="0">
            <a:noFill/>
          </a:ln>
        </p:spPr>
        <p:txBody>
          <a:bodyPr lIns="0" rIns="0" tIns="0" bIns="0" anchor="t">
            <a:normAutofit/>
          </a:bodyPr>
          <a:p>
            <a:pPr indent="0">
              <a:spcBef>
                <a:spcPts val="1417"/>
              </a:spcBef>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
          <p:cNvSpPr/>
          <p:nvPr/>
        </p:nvSpPr>
        <p:spPr>
          <a:xfrm>
            <a:off x="822960" y="2273400"/>
            <a:ext cx="2374920" cy="400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Lorem Ipsum Dolor</a:t>
            </a:r>
            <a:endParaRPr b="0" lang="en-US" sz="1800" spc="-1" strike="noStrike">
              <a:solidFill>
                <a:srgbClr val="000000"/>
              </a:solidFill>
              <a:latin typeface="Arial"/>
            </a:endParaRPr>
          </a:p>
        </p:txBody>
      </p:sp>
      <p:sp>
        <p:nvSpPr>
          <p:cNvPr id="448" name=""/>
          <p:cNvSpPr/>
          <p:nvPr/>
        </p:nvSpPr>
        <p:spPr>
          <a:xfrm>
            <a:off x="1097280" y="2885400"/>
            <a:ext cx="5851080" cy="1531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999999"/>
                </a:solidFill>
                <a:latin typeface="Noto Sans"/>
                <a:ea typeface="DejaVu Sans"/>
              </a:rPr>
              <a:t>Id volutpat lacus laoreet non curabitur gravida arcu. Felis bibendum ut tristique et egestas quis ipsum suspendisse. Quam viverra orci sagittis eu. Risus commodo viverra maecenas accumsan lacus. Sit amet est placerat in egestas. Semper auctor neque vitae tempus quam pellentesque</a:t>
            </a:r>
            <a:endParaRPr b="0" lang="en-US" sz="1600" spc="-1" strike="noStrike">
              <a:solidFill>
                <a:srgbClr val="000000"/>
              </a:solidFill>
              <a:latin typeface="Arial"/>
            </a:endParaRPr>
          </a:p>
        </p:txBody>
      </p:sp>
      <p:sp>
        <p:nvSpPr>
          <p:cNvPr id="449" name=""/>
          <p:cNvSpPr/>
          <p:nvPr/>
        </p:nvSpPr>
        <p:spPr>
          <a:xfrm>
            <a:off x="914400" y="2835000"/>
            <a:ext cx="90360" cy="1644840"/>
          </a:xfrm>
          <a:prstGeom prst="rect">
            <a:avLst/>
          </a:prstGeom>
          <a:solidFill>
            <a:srgbClr val="ced4da">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50"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
          <p:cNvSpPr/>
          <p:nvPr/>
        </p:nvSpPr>
        <p:spPr>
          <a:xfrm>
            <a:off x="91440" y="1158840"/>
            <a:ext cx="3382200" cy="74736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2" name=""/>
          <p:cNvSpPr/>
          <p:nvPr/>
        </p:nvSpPr>
        <p:spPr>
          <a:xfrm>
            <a:off x="1463040" y="731520"/>
            <a:ext cx="2010600" cy="400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Lorem</a:t>
            </a:r>
            <a:endParaRPr b="0" lang="en-US" sz="1800" spc="-1" strike="noStrike">
              <a:solidFill>
                <a:srgbClr val="000000"/>
              </a:solidFill>
              <a:latin typeface="Arial"/>
            </a:endParaRPr>
          </a:p>
        </p:txBody>
      </p:sp>
      <p:sp>
        <p:nvSpPr>
          <p:cNvPr id="453" name=""/>
          <p:cNvSpPr/>
          <p:nvPr/>
        </p:nvSpPr>
        <p:spPr>
          <a:xfrm>
            <a:off x="109800" y="2639520"/>
            <a:ext cx="3382200" cy="105984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4" name=""/>
          <p:cNvSpPr/>
          <p:nvPr/>
        </p:nvSpPr>
        <p:spPr>
          <a:xfrm>
            <a:off x="1481400" y="2212200"/>
            <a:ext cx="2010600" cy="400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Ipsum</a:t>
            </a:r>
            <a:endParaRPr b="0" lang="en-US" sz="1800" spc="-1" strike="noStrike">
              <a:solidFill>
                <a:srgbClr val="000000"/>
              </a:solidFill>
              <a:latin typeface="Arial"/>
            </a:endParaRPr>
          </a:p>
        </p:txBody>
      </p:sp>
      <p:sp>
        <p:nvSpPr>
          <p:cNvPr id="455" name=""/>
          <p:cNvSpPr/>
          <p:nvPr/>
        </p:nvSpPr>
        <p:spPr>
          <a:xfrm>
            <a:off x="91440" y="4097880"/>
            <a:ext cx="3382200" cy="74736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6" name=""/>
          <p:cNvSpPr/>
          <p:nvPr/>
        </p:nvSpPr>
        <p:spPr>
          <a:xfrm>
            <a:off x="1463040" y="3670560"/>
            <a:ext cx="2010600" cy="400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Dolor</a:t>
            </a:r>
            <a:endParaRPr b="0" lang="en-US" sz="1800" spc="-1" strike="noStrike">
              <a:solidFill>
                <a:srgbClr val="000000"/>
              </a:solidFill>
              <a:latin typeface="Arial"/>
            </a:endParaRPr>
          </a:p>
        </p:txBody>
      </p:sp>
      <p:sp>
        <p:nvSpPr>
          <p:cNvPr id="457" name=""/>
          <p:cNvSpPr/>
          <p:nvPr/>
        </p:nvSpPr>
        <p:spPr>
          <a:xfrm>
            <a:off x="6672240" y="4447080"/>
            <a:ext cx="3382200" cy="74736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8" name=""/>
          <p:cNvSpPr/>
          <p:nvPr/>
        </p:nvSpPr>
        <p:spPr>
          <a:xfrm>
            <a:off x="6672240" y="4019760"/>
            <a:ext cx="2010600" cy="400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Consectetur</a:t>
            </a:r>
            <a:endParaRPr b="0" lang="en-US" sz="1800" spc="-1" strike="noStrike">
              <a:solidFill>
                <a:srgbClr val="000000"/>
              </a:solidFill>
              <a:latin typeface="Arial"/>
            </a:endParaRPr>
          </a:p>
        </p:txBody>
      </p:sp>
      <p:sp>
        <p:nvSpPr>
          <p:cNvPr id="459" name=""/>
          <p:cNvSpPr/>
          <p:nvPr/>
        </p:nvSpPr>
        <p:spPr>
          <a:xfrm>
            <a:off x="6672240" y="2990520"/>
            <a:ext cx="3382200" cy="74736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0" name=""/>
          <p:cNvSpPr/>
          <p:nvPr/>
        </p:nvSpPr>
        <p:spPr>
          <a:xfrm>
            <a:off x="6672240" y="2563200"/>
            <a:ext cx="2010600" cy="400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Amet</a:t>
            </a:r>
            <a:endParaRPr b="0" lang="en-US" sz="1800" spc="-1" strike="noStrike">
              <a:solidFill>
                <a:srgbClr val="000000"/>
              </a:solidFill>
              <a:latin typeface="Arial"/>
            </a:endParaRPr>
          </a:p>
        </p:txBody>
      </p:sp>
      <p:sp>
        <p:nvSpPr>
          <p:cNvPr id="461" name=""/>
          <p:cNvSpPr/>
          <p:nvPr/>
        </p:nvSpPr>
        <p:spPr>
          <a:xfrm>
            <a:off x="6672240" y="1433160"/>
            <a:ext cx="3382200" cy="74736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2" name=""/>
          <p:cNvSpPr/>
          <p:nvPr/>
        </p:nvSpPr>
        <p:spPr>
          <a:xfrm>
            <a:off x="6672240" y="1005840"/>
            <a:ext cx="2010600" cy="400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Sit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3" name="" descr=""/>
          <p:cNvPicPr/>
          <p:nvPr/>
        </p:nvPicPr>
        <p:blipFill>
          <a:blip r:embed="rId1">
            <a:extLst>
              <a:ext uri="{96DAC541-7B7A-43D3-8B79-37D633B846F1}">
                <asvg:svgBlip xmlns:asvg="http://schemas.microsoft.com/office/drawing/2016/SVG/main" r:embed="rId2"/>
              </a:ext>
            </a:extLst>
            <a:alphaModFix amt="50000"/>
          </a:blip>
          <a:stretch/>
        </p:blipFill>
        <p:spPr>
          <a:xfrm>
            <a:off x="1188720" y="2783880"/>
            <a:ext cx="781200" cy="781200"/>
          </a:xfrm>
          <a:prstGeom prst="rect">
            <a:avLst/>
          </a:prstGeom>
          <a:ln w="0">
            <a:noFill/>
          </a:ln>
          <a:effectLst>
            <a:outerShdw blurRad="0" dir="2700000" dist="102841" rotWithShape="0">
              <a:srgbClr val="808080">
                <a:alpha val="20000"/>
              </a:srgbClr>
            </a:outerShdw>
          </a:effectLst>
        </p:spPr>
      </p:pic>
      <p:sp>
        <p:nvSpPr>
          <p:cNvPr id="464" name=""/>
          <p:cNvSpPr/>
          <p:nvPr/>
        </p:nvSpPr>
        <p:spPr>
          <a:xfrm>
            <a:off x="2651760" y="4467600"/>
            <a:ext cx="3382200" cy="74736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5" name=""/>
          <p:cNvSpPr/>
          <p:nvPr/>
        </p:nvSpPr>
        <p:spPr>
          <a:xfrm>
            <a:off x="2651760" y="4040280"/>
            <a:ext cx="2010600" cy="400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03 Dolor</a:t>
            </a:r>
            <a:endParaRPr b="0" lang="en-US" sz="1800" spc="-1" strike="noStrike">
              <a:solidFill>
                <a:srgbClr val="000000"/>
              </a:solidFill>
              <a:latin typeface="Arial"/>
            </a:endParaRPr>
          </a:p>
        </p:txBody>
      </p:sp>
      <p:sp>
        <p:nvSpPr>
          <p:cNvPr id="466" name=""/>
          <p:cNvSpPr/>
          <p:nvPr/>
        </p:nvSpPr>
        <p:spPr>
          <a:xfrm>
            <a:off x="180000" y="1250280"/>
            <a:ext cx="3476520" cy="98496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7" name=""/>
          <p:cNvSpPr/>
          <p:nvPr/>
        </p:nvSpPr>
        <p:spPr>
          <a:xfrm>
            <a:off x="2468880" y="822960"/>
            <a:ext cx="1409400" cy="1370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68" name=""/>
          <p:cNvSpPr/>
          <p:nvPr/>
        </p:nvSpPr>
        <p:spPr>
          <a:xfrm>
            <a:off x="1645920" y="822960"/>
            <a:ext cx="2010600" cy="400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01 Lorem</a:t>
            </a:r>
            <a:endParaRPr b="0" lang="en-US" sz="1800" spc="-1" strike="noStrike">
              <a:solidFill>
                <a:srgbClr val="000000"/>
              </a:solidFill>
              <a:latin typeface="Arial"/>
            </a:endParaRPr>
          </a:p>
        </p:txBody>
      </p:sp>
      <p:pic>
        <p:nvPicPr>
          <p:cNvPr id="469" name="" descr=""/>
          <p:cNvPicPr/>
          <p:nvPr/>
        </p:nvPicPr>
        <p:blipFill>
          <a:blip r:embed="rId3">
            <a:extLst>
              <a:ext uri="{96DAC541-7B7A-43D3-8B79-37D633B846F1}">
                <asvg:svgBlip xmlns:asvg="http://schemas.microsoft.com/office/drawing/2016/SVG/main" r:embed="rId4"/>
              </a:ext>
            </a:extLst>
            <a:alphaModFix amt="50000"/>
          </a:blip>
          <a:stretch/>
        </p:blipFill>
        <p:spPr>
          <a:xfrm>
            <a:off x="4854240" y="1774080"/>
            <a:ext cx="942120" cy="1044360"/>
          </a:xfrm>
          <a:prstGeom prst="rect">
            <a:avLst/>
          </a:prstGeom>
          <a:ln w="0">
            <a:noFill/>
          </a:ln>
          <a:effectLst>
            <a:outerShdw blurRad="0" dir="2700000" dist="102841" rotWithShape="0">
              <a:srgbClr val="808080">
                <a:alpha val="20000"/>
              </a:srgbClr>
            </a:outerShdw>
          </a:effectLst>
        </p:spPr>
      </p:pic>
      <p:pic>
        <p:nvPicPr>
          <p:cNvPr id="470" name="" descr=""/>
          <p:cNvPicPr/>
          <p:nvPr/>
        </p:nvPicPr>
        <p:blipFill>
          <a:blip r:embed="rId5">
            <a:extLst>
              <a:ext uri="{96DAC541-7B7A-43D3-8B79-37D633B846F1}">
                <asvg:svgBlip xmlns:asvg="http://schemas.microsoft.com/office/drawing/2016/SVG/main" r:embed="rId6"/>
              </a:ext>
            </a:extLst>
            <a:alphaModFix amt="50000"/>
          </a:blip>
          <a:stretch/>
        </p:blipFill>
        <p:spPr>
          <a:xfrm>
            <a:off x="6884640" y="3486960"/>
            <a:ext cx="923400" cy="846360"/>
          </a:xfrm>
          <a:prstGeom prst="rect">
            <a:avLst/>
          </a:prstGeom>
          <a:ln w="0">
            <a:noFill/>
          </a:ln>
          <a:effectLst>
            <a:outerShdw blurRad="0" dir="2700000" dist="102841" rotWithShape="0">
              <a:srgbClr val="808080">
                <a:alpha val="20000"/>
              </a:srgbClr>
            </a:outerShdw>
          </a:effectLst>
        </p:spPr>
      </p:pic>
      <p:sp>
        <p:nvSpPr>
          <p:cNvPr id="471" name=""/>
          <p:cNvSpPr/>
          <p:nvPr/>
        </p:nvSpPr>
        <p:spPr>
          <a:xfrm>
            <a:off x="6309360" y="1856520"/>
            <a:ext cx="2742120" cy="9187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72" name=""/>
          <p:cNvSpPr/>
          <p:nvPr/>
        </p:nvSpPr>
        <p:spPr>
          <a:xfrm>
            <a:off x="7040880" y="1429200"/>
            <a:ext cx="2010600" cy="400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02 Ipsum</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
          <p:cNvSpPr/>
          <p:nvPr/>
        </p:nvSpPr>
        <p:spPr>
          <a:xfrm>
            <a:off x="953280" y="1524240"/>
            <a:ext cx="3199320" cy="113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4" name=""/>
          <p:cNvSpPr/>
          <p:nvPr/>
        </p:nvSpPr>
        <p:spPr>
          <a:xfrm>
            <a:off x="1604520" y="1113840"/>
            <a:ext cx="1553400" cy="47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Lorem</a:t>
            </a:r>
            <a:endParaRPr b="0" lang="en-US" sz="2200" spc="-1" strike="noStrike">
              <a:solidFill>
                <a:srgbClr val="000000"/>
              </a:solidFill>
              <a:latin typeface="Arial"/>
            </a:endParaRPr>
          </a:p>
        </p:txBody>
      </p:sp>
      <p:sp>
        <p:nvSpPr>
          <p:cNvPr id="475" name=""/>
          <p:cNvSpPr/>
          <p:nvPr/>
        </p:nvSpPr>
        <p:spPr>
          <a:xfrm>
            <a:off x="2873520" y="4037760"/>
            <a:ext cx="3199320" cy="113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6" name=""/>
          <p:cNvSpPr/>
          <p:nvPr/>
        </p:nvSpPr>
        <p:spPr>
          <a:xfrm>
            <a:off x="3524760" y="3627360"/>
            <a:ext cx="1553400" cy="47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Ipsum</a:t>
            </a:r>
            <a:endParaRPr b="0" lang="en-US" sz="2200" spc="-1" strike="noStrike">
              <a:solidFill>
                <a:srgbClr val="000000"/>
              </a:solidFill>
              <a:latin typeface="Arial"/>
            </a:endParaRPr>
          </a:p>
        </p:txBody>
      </p:sp>
      <p:sp>
        <p:nvSpPr>
          <p:cNvPr id="477" name=""/>
          <p:cNvSpPr/>
          <p:nvPr/>
        </p:nvSpPr>
        <p:spPr>
          <a:xfrm>
            <a:off x="6714000" y="4084560"/>
            <a:ext cx="3199320" cy="113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8" name=""/>
          <p:cNvSpPr/>
          <p:nvPr/>
        </p:nvSpPr>
        <p:spPr>
          <a:xfrm>
            <a:off x="7365240" y="3674160"/>
            <a:ext cx="1553400" cy="47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Sit</a:t>
            </a:r>
            <a:endParaRPr b="0" lang="en-US" sz="2200" spc="-1" strike="noStrike">
              <a:solidFill>
                <a:srgbClr val="000000"/>
              </a:solidFill>
              <a:latin typeface="Arial"/>
            </a:endParaRPr>
          </a:p>
        </p:txBody>
      </p:sp>
      <p:sp>
        <p:nvSpPr>
          <p:cNvPr id="479" name=""/>
          <p:cNvSpPr/>
          <p:nvPr/>
        </p:nvSpPr>
        <p:spPr>
          <a:xfrm>
            <a:off x="5068080" y="1524240"/>
            <a:ext cx="3199320" cy="113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80" name=""/>
          <p:cNvSpPr/>
          <p:nvPr/>
        </p:nvSpPr>
        <p:spPr>
          <a:xfrm>
            <a:off x="5719320" y="1113840"/>
            <a:ext cx="1553400" cy="47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Dolor</a:t>
            </a:r>
            <a:endParaRPr b="0" lang="en-US" sz="2200" spc="-1" strike="noStrike">
              <a:solidFill>
                <a:srgbClr val="000000"/>
              </a:solidFill>
              <a:latin typeface="Arial"/>
            </a:endParaRPr>
          </a:p>
        </p:txBody>
      </p:sp>
      <p:sp>
        <p:nvSpPr>
          <p:cNvPr id="481" name=""/>
          <p:cNvSpPr/>
          <p:nvPr/>
        </p:nvSpPr>
        <p:spPr>
          <a:xfrm>
            <a:off x="496080" y="518400"/>
            <a:ext cx="1096200" cy="1128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01</a:t>
            </a:r>
            <a:endParaRPr b="0" lang="en-US" sz="6000" spc="-1" strike="noStrike">
              <a:solidFill>
                <a:srgbClr val="000000"/>
              </a:solidFill>
              <a:latin typeface="Arial"/>
            </a:endParaRPr>
          </a:p>
        </p:txBody>
      </p:sp>
      <p:sp>
        <p:nvSpPr>
          <p:cNvPr id="482" name=""/>
          <p:cNvSpPr/>
          <p:nvPr/>
        </p:nvSpPr>
        <p:spPr>
          <a:xfrm>
            <a:off x="2416320" y="3078720"/>
            <a:ext cx="1096200" cy="1128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02</a:t>
            </a:r>
            <a:endParaRPr b="0" lang="en-US" sz="6000" spc="-1" strike="noStrike">
              <a:solidFill>
                <a:srgbClr val="000000"/>
              </a:solidFill>
              <a:latin typeface="Arial"/>
            </a:endParaRPr>
          </a:p>
        </p:txBody>
      </p:sp>
      <p:sp>
        <p:nvSpPr>
          <p:cNvPr id="483" name=""/>
          <p:cNvSpPr/>
          <p:nvPr/>
        </p:nvSpPr>
        <p:spPr>
          <a:xfrm>
            <a:off x="4610880" y="577440"/>
            <a:ext cx="1096200" cy="1128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03</a:t>
            </a:r>
            <a:endParaRPr b="0" lang="en-US" sz="6000" spc="-1" strike="noStrike">
              <a:solidFill>
                <a:srgbClr val="000000"/>
              </a:solidFill>
              <a:latin typeface="Arial"/>
            </a:endParaRPr>
          </a:p>
        </p:txBody>
      </p:sp>
      <p:sp>
        <p:nvSpPr>
          <p:cNvPr id="484" name=""/>
          <p:cNvSpPr/>
          <p:nvPr/>
        </p:nvSpPr>
        <p:spPr>
          <a:xfrm>
            <a:off x="6256800" y="3137760"/>
            <a:ext cx="1096200" cy="1128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04</a:t>
            </a:r>
            <a:endParaRPr b="0" lang="en-US" sz="6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
          <p:cNvSpPr/>
          <p:nvPr/>
        </p:nvSpPr>
        <p:spPr>
          <a:xfrm>
            <a:off x="4297680" y="2371680"/>
            <a:ext cx="3839400" cy="1333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Noto Sans"/>
                <a:ea typeface="DejaVu Sans"/>
              </a:rPr>
              <a:t>Lorem ipsum dolor sit amet, consectetur adipiscing elit, sed do eiusmod tempor incididunt ut labore et dolore magna aliqua. </a:t>
            </a:r>
            <a:endParaRPr b="0" lang="en-US" sz="1800" spc="-1" strike="noStrike">
              <a:solidFill>
                <a:srgbClr val="000000"/>
              </a:solidFill>
              <a:latin typeface="Arial"/>
            </a:endParaRPr>
          </a:p>
        </p:txBody>
      </p:sp>
      <p:sp>
        <p:nvSpPr>
          <p:cNvPr id="486" name=""/>
          <p:cNvSpPr/>
          <p:nvPr/>
        </p:nvSpPr>
        <p:spPr>
          <a:xfrm>
            <a:off x="4317120" y="3748320"/>
            <a:ext cx="1553400" cy="36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000000"/>
                </a:solidFill>
                <a:latin typeface="Noto Sans"/>
                <a:ea typeface="DejaVu Sans"/>
              </a:rPr>
              <a:t>- Loremus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487" name=""/>
          <p:cNvGrpSpPr/>
          <p:nvPr/>
        </p:nvGrpSpPr>
        <p:grpSpPr>
          <a:xfrm>
            <a:off x="914400" y="2103120"/>
            <a:ext cx="1461960" cy="1461960"/>
            <a:chOff x="914400" y="2103120"/>
            <a:chExt cx="1461960" cy="1461960"/>
          </a:xfrm>
        </p:grpSpPr>
        <p:sp>
          <p:nvSpPr>
            <p:cNvPr id="488" name=""/>
            <p:cNvSpPr/>
            <p:nvPr/>
          </p:nvSpPr>
          <p:spPr>
            <a:xfrm>
              <a:off x="914400" y="2103120"/>
              <a:ext cx="1461960" cy="1461960"/>
            </a:xfrm>
            <a:prstGeom prst="ellipse">
              <a:avLst/>
            </a:prstGeom>
            <a:solidFill>
              <a:srgbClr val="b8dbd9"/>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pic>
          <p:nvPicPr>
            <p:cNvPr id="489" name="" descr=""/>
            <p:cNvPicPr/>
            <p:nvPr/>
          </p:nvPicPr>
          <p:blipFill>
            <a:blip r:embed="rId1">
              <a:extLst>
                <a:ext uri="{96DAC541-7B7A-43D3-8B79-37D633B846F1}">
                  <asvg:svgBlip xmlns:asvg="http://schemas.microsoft.com/office/drawing/2016/SVG/main" r:embed="rId2"/>
                </a:ext>
              </a:extLst>
              <a:alphaModFix amt="50000"/>
            </a:blip>
            <a:stretch/>
          </p:blipFill>
          <p:spPr>
            <a:xfrm>
              <a:off x="1188720" y="2377440"/>
              <a:ext cx="913320" cy="913320"/>
            </a:xfrm>
            <a:prstGeom prst="rect">
              <a:avLst/>
            </a:prstGeom>
            <a:ln w="0">
              <a:noFill/>
            </a:ln>
            <a:effectLst>
              <a:outerShdw blurRad="762120" dir="2700000" dist="102841" rotWithShape="0">
                <a:srgbClr val="808080">
                  <a:alpha val="50000"/>
                </a:srgbClr>
              </a:outerShdw>
            </a:effectLst>
          </p:spPr>
        </p:pic>
      </p:grpSp>
      <p:grpSp>
        <p:nvGrpSpPr>
          <p:cNvPr id="490" name=""/>
          <p:cNvGrpSpPr/>
          <p:nvPr/>
        </p:nvGrpSpPr>
        <p:grpSpPr>
          <a:xfrm>
            <a:off x="4297680" y="2103120"/>
            <a:ext cx="1461960" cy="1461960"/>
            <a:chOff x="4297680" y="2103120"/>
            <a:chExt cx="1461960" cy="1461960"/>
          </a:xfrm>
        </p:grpSpPr>
        <p:sp>
          <p:nvSpPr>
            <p:cNvPr id="491" name=""/>
            <p:cNvSpPr/>
            <p:nvPr/>
          </p:nvSpPr>
          <p:spPr>
            <a:xfrm>
              <a:off x="4297680" y="2103120"/>
              <a:ext cx="1461960" cy="1461960"/>
            </a:xfrm>
            <a:prstGeom prst="ellipse">
              <a:avLst/>
            </a:prstGeom>
            <a:solidFill>
              <a:srgbClr val="586f7c"/>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pic>
          <p:nvPicPr>
            <p:cNvPr id="492" name="" descr=""/>
            <p:cNvPicPr/>
            <p:nvPr/>
          </p:nvPicPr>
          <p:blipFill>
            <a:blip r:embed="rId3">
              <a:extLst>
                <a:ext uri="{96DAC541-7B7A-43D3-8B79-37D633B846F1}">
                  <asvg:svgBlip xmlns:asvg="http://schemas.microsoft.com/office/drawing/2016/SVG/main" r:embed="rId4"/>
                </a:ext>
              </a:extLst>
              <a:alphaModFix amt="50000"/>
            </a:blip>
            <a:stretch/>
          </p:blipFill>
          <p:spPr>
            <a:xfrm>
              <a:off x="4572000" y="2370600"/>
              <a:ext cx="920160" cy="920160"/>
            </a:xfrm>
            <a:prstGeom prst="rect">
              <a:avLst/>
            </a:prstGeom>
            <a:ln w="0">
              <a:noFill/>
            </a:ln>
            <a:effectLst>
              <a:outerShdw blurRad="762120" dir="2700000" dist="102841" rotWithShape="0">
                <a:srgbClr val="808080">
                  <a:alpha val="50000"/>
                </a:srgbClr>
              </a:outerShdw>
            </a:effectLst>
          </p:spPr>
        </p:pic>
      </p:grpSp>
      <p:grpSp>
        <p:nvGrpSpPr>
          <p:cNvPr id="493" name=""/>
          <p:cNvGrpSpPr/>
          <p:nvPr/>
        </p:nvGrpSpPr>
        <p:grpSpPr>
          <a:xfrm>
            <a:off x="7570080" y="2103120"/>
            <a:ext cx="1461960" cy="1461960"/>
            <a:chOff x="7570080" y="2103120"/>
            <a:chExt cx="1461960" cy="1461960"/>
          </a:xfrm>
        </p:grpSpPr>
        <p:sp>
          <p:nvSpPr>
            <p:cNvPr id="494" name=""/>
            <p:cNvSpPr/>
            <p:nvPr/>
          </p:nvSpPr>
          <p:spPr>
            <a:xfrm>
              <a:off x="7570080" y="2103120"/>
              <a:ext cx="1461960" cy="1461960"/>
            </a:xfrm>
            <a:prstGeom prst="ellipse">
              <a:avLst/>
            </a:prstGeom>
            <a:solidFill>
              <a:srgbClr val="2f4550"/>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pic>
          <p:nvPicPr>
            <p:cNvPr id="495" name="" descr=""/>
            <p:cNvPicPr/>
            <p:nvPr/>
          </p:nvPicPr>
          <p:blipFill>
            <a:blip r:embed="rId5">
              <a:extLst>
                <a:ext uri="{96DAC541-7B7A-43D3-8B79-37D633B846F1}">
                  <asvg:svgBlip xmlns:asvg="http://schemas.microsoft.com/office/drawing/2016/SVG/main" r:embed="rId6"/>
                </a:ext>
              </a:extLst>
              <a:alphaModFix amt="50000"/>
            </a:blip>
            <a:stretch/>
          </p:blipFill>
          <p:spPr>
            <a:xfrm>
              <a:off x="7844400" y="2286000"/>
              <a:ext cx="992160" cy="992160"/>
            </a:xfrm>
            <a:prstGeom prst="rect">
              <a:avLst/>
            </a:prstGeom>
            <a:ln w="0">
              <a:noFill/>
            </a:ln>
            <a:effectLst>
              <a:outerShdw blurRad="762120" dir="2700000" dist="102841" rotWithShape="0">
                <a:srgbClr val="808080">
                  <a:alpha val="50000"/>
                </a:srgbClr>
              </a:outerShdw>
            </a:effectLst>
          </p:spPr>
        </p:pic>
      </p:grpSp>
      <p:sp>
        <p:nvSpPr>
          <p:cNvPr id="496" name=""/>
          <p:cNvSpPr/>
          <p:nvPr/>
        </p:nvSpPr>
        <p:spPr>
          <a:xfrm>
            <a:off x="1005840" y="3736440"/>
            <a:ext cx="1279080" cy="400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Lorem</a:t>
            </a:r>
            <a:endParaRPr b="0" lang="en-US" sz="1800" spc="-1" strike="noStrike">
              <a:solidFill>
                <a:srgbClr val="000000"/>
              </a:solidFill>
              <a:latin typeface="Arial"/>
            </a:endParaRPr>
          </a:p>
        </p:txBody>
      </p:sp>
      <p:sp>
        <p:nvSpPr>
          <p:cNvPr id="497" name=""/>
          <p:cNvSpPr/>
          <p:nvPr/>
        </p:nvSpPr>
        <p:spPr>
          <a:xfrm>
            <a:off x="4389120" y="3768480"/>
            <a:ext cx="1279080" cy="400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Ipsum</a:t>
            </a:r>
            <a:endParaRPr b="0" lang="en-US" sz="1800" spc="-1" strike="noStrike">
              <a:solidFill>
                <a:srgbClr val="000000"/>
              </a:solidFill>
              <a:latin typeface="Arial"/>
            </a:endParaRPr>
          </a:p>
        </p:txBody>
      </p:sp>
      <p:sp>
        <p:nvSpPr>
          <p:cNvPr id="498" name=""/>
          <p:cNvSpPr/>
          <p:nvPr/>
        </p:nvSpPr>
        <p:spPr>
          <a:xfrm>
            <a:off x="7661520" y="3749040"/>
            <a:ext cx="1279080" cy="400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Dolor</a:t>
            </a:r>
            <a:endParaRPr b="0" lang="en-US" sz="1800" spc="-1" strike="noStrike">
              <a:solidFill>
                <a:srgbClr val="000000"/>
              </a:solidFill>
              <a:latin typeface="Arial"/>
            </a:endParaRPr>
          </a:p>
        </p:txBody>
      </p:sp>
      <p:sp>
        <p:nvSpPr>
          <p:cNvPr id="499" name=""/>
          <p:cNvSpPr/>
          <p:nvPr/>
        </p:nvSpPr>
        <p:spPr>
          <a:xfrm>
            <a:off x="365760" y="4088520"/>
            <a:ext cx="2873160" cy="16531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500" name=""/>
          <p:cNvSpPr/>
          <p:nvPr/>
        </p:nvSpPr>
        <p:spPr>
          <a:xfrm>
            <a:off x="3600000" y="4088880"/>
            <a:ext cx="2781000" cy="16531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501" name=""/>
          <p:cNvSpPr/>
          <p:nvPr/>
        </p:nvSpPr>
        <p:spPr>
          <a:xfrm>
            <a:off x="6840000" y="4089240"/>
            <a:ext cx="2817000" cy="16531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grpSp>
        <p:nvGrpSpPr>
          <p:cNvPr id="502" name=""/>
          <p:cNvGrpSpPr/>
          <p:nvPr/>
        </p:nvGrpSpPr>
        <p:grpSpPr>
          <a:xfrm>
            <a:off x="4445640" y="1542960"/>
            <a:ext cx="1187640" cy="273240"/>
            <a:chOff x="4445640" y="1542960"/>
            <a:chExt cx="1187640" cy="273240"/>
          </a:xfrm>
        </p:grpSpPr>
        <p:sp>
          <p:nvSpPr>
            <p:cNvPr id="503" name=""/>
            <p:cNvSpPr/>
            <p:nvPr/>
          </p:nvSpPr>
          <p:spPr>
            <a:xfrm>
              <a:off x="4445640" y="1542960"/>
              <a:ext cx="273240" cy="273240"/>
            </a:xfrm>
            <a:prstGeom prst="ellipse">
              <a:avLst/>
            </a:prstGeom>
            <a:solidFill>
              <a:srgbClr val="b8dbd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04" name=""/>
            <p:cNvSpPr/>
            <p:nvPr/>
          </p:nvSpPr>
          <p:spPr>
            <a:xfrm>
              <a:off x="4902840" y="1542960"/>
              <a:ext cx="273240" cy="273240"/>
            </a:xfrm>
            <a:prstGeom prst="ellipse">
              <a:avLst/>
            </a:prstGeom>
            <a:solidFill>
              <a:srgbClr val="586f7c"/>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505" name=""/>
            <p:cNvSpPr/>
            <p:nvPr/>
          </p:nvSpPr>
          <p:spPr>
            <a:xfrm>
              <a:off x="5360040" y="1542960"/>
              <a:ext cx="273240" cy="273240"/>
            </a:xfrm>
            <a:prstGeom prst="ellipse">
              <a:avLst/>
            </a:prstGeom>
            <a:solidFill>
              <a:srgbClr val="2f455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sp>
        <p:nvSpPr>
          <p:cNvPr id="506"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
          <p:cNvSpPr/>
          <p:nvPr/>
        </p:nvSpPr>
        <p:spPr>
          <a:xfrm>
            <a:off x="5873400" y="1190520"/>
            <a:ext cx="4093200" cy="4093200"/>
          </a:xfrm>
          <a:custGeom>
            <a:avLst/>
            <a:gdLst>
              <a:gd name="textAreaLeft" fmla="*/ 0 w 4093200"/>
              <a:gd name="textAreaRight" fmla="*/ 4094280 w 4093200"/>
              <a:gd name="textAreaTop" fmla="*/ 0 h 4093200"/>
              <a:gd name="textAreaBottom" fmla="*/ 4094280 h 4093200"/>
            </a:gdLst>
            <a:ahLst/>
            <a:rect l="textAreaLeft" t="textAreaTop" r="textAreaRight" b="textAreaBottom"/>
            <a:pathLst>
              <a:path w="11373" h="11373">
                <a:moveTo>
                  <a:pt x="0" y="5726"/>
                </a:moveTo>
                <a:lnTo>
                  <a:pt x="5646" y="0"/>
                </a:lnTo>
                <a:lnTo>
                  <a:pt x="11373" y="5648"/>
                </a:lnTo>
                <a:lnTo>
                  <a:pt x="5727" y="11373"/>
                </a:lnTo>
                <a:lnTo>
                  <a:pt x="5725" y="11373"/>
                </a:lnTo>
                <a:lnTo>
                  <a:pt x="0" y="5728"/>
                </a:lnTo>
                <a:lnTo>
                  <a:pt x="0" y="5726"/>
                </a:lnTo>
                <a:close/>
              </a:path>
            </a:pathLst>
          </a:custGeom>
          <a:blipFill rotWithShape="0">
            <a:blip r:embed="rId1"/>
            <a:srcRect/>
            <a:stretch/>
          </a:blipFill>
          <a:ln w="0">
            <a:noFill/>
          </a:ln>
        </p:spPr>
        <p:style>
          <a:lnRef idx="0"/>
          <a:fillRef idx="0"/>
          <a:effectRef idx="0"/>
          <a:fontRef idx="minor"/>
        </p:style>
        <p:txBody>
          <a:bodyPr lIns="90000" rIns="90000" tIns="45000" bIns="45000" anchor="ctr" anchorCtr="1">
            <a:noAutofit/>
          </a:bodyPr>
          <a:p>
            <a:pPr>
              <a:lnSpc>
                <a:spcPct val="100000"/>
              </a:lnSpc>
            </a:pPr>
            <a:endParaRPr b="0" lang="en-US" sz="1800" spc="-1" strike="noStrike">
              <a:solidFill>
                <a:srgbClr val="000000"/>
              </a:solidFill>
              <a:latin typeface="Noto Sans"/>
              <a:ea typeface="DejaVu Sans"/>
            </a:endParaRPr>
          </a:p>
        </p:txBody>
      </p:sp>
      <p:sp>
        <p:nvSpPr>
          <p:cNvPr id="508" name="PlaceHolder 1"/>
          <p:cNvSpPr>
            <a:spLocks noGrp="1"/>
          </p:cNvSpPr>
          <p:nvPr>
            <p:ph type="title"/>
          </p:nvPr>
        </p:nvSpPr>
        <p:spPr>
          <a:xfrm>
            <a:off x="468000" y="468000"/>
            <a:ext cx="9070920" cy="94536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
        <p:nvSpPr>
          <p:cNvPr id="509" name="PlaceHolder 2"/>
          <p:cNvSpPr>
            <a:spLocks noGrp="1"/>
          </p:cNvSpPr>
          <p:nvPr>
            <p:ph/>
          </p:nvPr>
        </p:nvSpPr>
        <p:spPr>
          <a:xfrm>
            <a:off x="468000" y="1800000"/>
            <a:ext cx="6162120" cy="3287160"/>
          </a:xfrm>
          <a:prstGeom prst="rect">
            <a:avLst/>
          </a:prstGeom>
          <a:noFill/>
          <a:ln w="0">
            <a:noFill/>
          </a:ln>
        </p:spPr>
        <p:txBody>
          <a:bodyPr lIns="0" rIns="0" tIns="0" bIns="0" anchor="t">
            <a:normAutofit/>
          </a:bodyPr>
          <a:p>
            <a:pPr indent="0">
              <a:spcBef>
                <a:spcPts val="1417"/>
              </a:spcBef>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2026-09-30T20:45:26Z</dcterms:created>
  <dc:creator/>
  <dc:description>Credits:
Illustrations by Pixeltrue https://icons8.com/illustrations/author/5ec7b0e101d0360016f3d1b3 on icon8 (master slide "Table of content")
Photo by Dave Hoefler https://unsplash.com/fr/@iamthedave on Unsplash https://unsplash.com/fr/licence (slide 9)
    </dc:description>
  <dc:language>en-US</dc:language>
  <cp:lastModifiedBy/>
  <dcterms:modified xsi:type="dcterms:W3CDTF">2026-10-10T13:45:29Z</dcterms:modified>
  <cp:revision>31</cp:revision>
  <dc:subject/>
  <dc:title>Grey Elegant</dc:title>
</cp:coreProperties>
</file>

<file path=docProps/custom.xml><?xml version="1.0" encoding="utf-8"?>
<Properties xmlns="http://schemas.openxmlformats.org/officeDocument/2006/custom-properties" xmlns:vt="http://schemas.openxmlformats.org/officeDocument/2006/docPropsVTypes"/>
</file>