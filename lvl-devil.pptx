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2.xml" ContentType="application/vnd.openxmlformats-officedocument.presentationml.slideMaster+xml"/>
  <Override PartName="/ppt/slideMasters/slideMaster11.xml" ContentType="application/vnd.openxmlformats-officedocument.presentationml.slideMaster+xml"/>
  <Override PartName="/ppt/slideMasters/slideMaster10.xml" ContentType="application/vnd.openxmlformats-officedocument.presentationml.slideMaster+xml"/>
  <Override PartName="/ppt/slideMasters/slideMaster9.xml" ContentType="application/vnd.openxmlformats-officedocument.presentationml.slideMaster+xml"/>
  <Override PartName="/ppt/slideMasters/slideMaster17.xml" ContentType="application/vnd.openxmlformats-officedocument.presentationml.slideMaster+xml"/>
  <Override PartName="/ppt/slideMasters/slideMaster5.xml" ContentType="application/vnd.openxmlformats-officedocument.presentationml.slideMaster+xml"/>
  <Override PartName="/ppt/slideMasters/slideMaster16.xml" ContentType="application/vnd.openxmlformats-officedocument.presentationml.slideMaster+xml"/>
  <Override PartName="/ppt/slideMasters/slideMaster4.xml" ContentType="application/vnd.openxmlformats-officedocument.presentationml.slideMaster+xml"/>
  <Override PartName="/ppt/slideMasters/slideMaster15.xml" ContentType="application/vnd.openxmlformats-officedocument.presentationml.slideMaster+xml"/>
  <Override PartName="/ppt/slideMasters/slideMaster3.xml" ContentType="application/vnd.openxmlformats-officedocument.presentationml.slideMaster+xml"/>
  <Override PartName="/ppt/slideMasters/_rels/slideMaster6.xml.rels" ContentType="application/vnd.openxmlformats-package.relationships+xml"/>
  <Override PartName="/ppt/slideMasters/_rels/slideMaster17.xml.rels" ContentType="application/vnd.openxmlformats-package.relationships+xml"/>
  <Override PartName="/ppt/slideMasters/_rels/slideMaster5.xml.rels" ContentType="application/vnd.openxmlformats-package.relationships+xml"/>
  <Override PartName="/ppt/slideMasters/_rels/slideMaster16.xml.rels" ContentType="application/vnd.openxmlformats-package.relationships+xml"/>
  <Override PartName="/ppt/slideMasters/_rels/slideMaster11.xml.rels" ContentType="application/vnd.openxmlformats-package.relationships+xml"/>
  <Override PartName="/ppt/slideMasters/_rels/slideMaster10.xml.rels" ContentType="application/vnd.openxmlformats-package.relationships+xml"/>
  <Override PartName="/ppt/slideMasters/_rels/slideMaster9.xml.rels" ContentType="application/vnd.openxmlformats-package.relationships+xml"/>
  <Override PartName="/ppt/slideMasters/_rels/slideMaster4.xml.rels" ContentType="application/vnd.openxmlformats-package.relationships+xml"/>
  <Override PartName="/ppt/slideMasters/_rels/slideMaster15.xml.rels" ContentType="application/vnd.openxmlformats-package.relationships+xml"/>
  <Override PartName="/ppt/slideMasters/_rels/slideMaster8.xml.rels" ContentType="application/vnd.openxmlformats-package.relationships+xml"/>
  <Override PartName="/ppt/slideMasters/_rels/slideMaster12.xml.rels" ContentType="application/vnd.openxmlformats-package.relationships+xml"/>
  <Override PartName="/ppt/slideMasters/_rels/slideMaster1.xml.rels" ContentType="application/vnd.openxmlformats-package.relationships+xml"/>
  <Override PartName="/ppt/slideMasters/_rels/slideMaster7.xml.rels" ContentType="application/vnd.openxmlformats-package.relationships+xml"/>
  <Override PartName="/ppt/slideMasters/_rels/slideMaster13.xml.rels" ContentType="application/vnd.openxmlformats-package.relationships+xml"/>
  <Override PartName="/ppt/slideMasters/_rels/slideMaster2.xml.rels" ContentType="application/vnd.openxmlformats-package.relationships+xml"/>
  <Override PartName="/ppt/slideMasters/_rels/slideMaster14.xml.rels" ContentType="application/vnd.openxmlformats-package.relationships+xml"/>
  <Override PartName="/ppt/slideMasters/_rels/slideMaster3.xml.rels" ContentType="application/vnd.openxmlformats-package.relationships+xml"/>
  <Override PartName="/ppt/slideMasters/slideMaster14.xml" ContentType="application/vnd.openxmlformats-officedocument.presentationml.slideMaster+xml"/>
  <Override PartName="/ppt/slideMasters/slideMaster2.xml" ContentType="application/vnd.openxmlformats-officedocument.presentationml.slideMaster+xml"/>
  <Override PartName="/ppt/slideMasters/slideMaster1.xml" ContentType="application/vnd.openxmlformats-officedocument.presentationml.slideMaster+xml"/>
  <Override PartName="/ppt/slideMasters/slideMaster13.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presProps.xml" ContentType="application/vnd.openxmlformats-officedocument.presentationml.presProps+xml"/>
  <Override PartName="/ppt/theme/theme10.xml" ContentType="application/vnd.openxmlformats-officedocument.theme+xml"/>
  <Override PartName="/ppt/theme/theme9.xml" ContentType="application/vnd.openxmlformats-officedocument.theme+xml"/>
  <Override PartName="/ppt/theme/theme8.xml" ContentType="application/vnd.openxmlformats-officedocument.theme+xml"/>
  <Override PartName="/ppt/theme/theme7.xml" ContentType="application/vnd.openxmlformats-officedocument.theme+xml"/>
  <Override PartName="/ppt/theme/theme17.xml" ContentType="application/vnd.openxmlformats-officedocument.theme+xml"/>
  <Override PartName="/ppt/theme/theme16.xml" ContentType="application/vnd.openxmlformats-officedocument.theme+xml"/>
  <Override PartName="/ppt/theme/theme6.xml" ContentType="application/vnd.openxmlformats-officedocument.theme+xml"/>
  <Override PartName="/ppt/theme/theme15.xml" ContentType="application/vnd.openxmlformats-officedocument.theme+xml"/>
  <Override PartName="/ppt/theme/theme5.xml" ContentType="application/vnd.openxmlformats-officedocument.theme+xml"/>
  <Override PartName="/ppt/theme/theme14.xml" ContentType="application/vnd.openxmlformats-officedocument.theme+xml"/>
  <Override PartName="/ppt/theme/theme4.xml" ContentType="application/vnd.openxmlformats-officedocument.theme+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13.xml" ContentType="application/vnd.openxmlformats-officedocument.theme+xml"/>
  <Override PartName="/ppt/slideLayouts/slideLayout9.xml" ContentType="application/vnd.openxmlformats-officedocument.presentationml.slideLayout+xml"/>
  <Override PartName="/ppt/slideLayouts/slideLayout13.xml" ContentType="application/vnd.openxmlformats-officedocument.presentationml.slideLayout+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slideLayouts/slideLayout17.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9.xml.rels" ContentType="application/vnd.openxmlformats-package.relationships+xml"/>
  <Override PartName="/ppt/slideLayouts/_rels/slideLayout17.xml.rels" ContentType="application/vnd.openxmlformats-package.relationships+xml"/>
  <Override PartName="/ppt/slideLayouts/_rels/slideLayout13.xml.rels" ContentType="application/vnd.openxmlformats-package.relationships+xml"/>
  <Override PartName="/ppt/slideLayouts/_rels/slideLayout8.xml.rels" ContentType="application/vnd.openxmlformats-package.relationships+xml"/>
  <Override PartName="/ppt/slideLayouts/_rels/slideLayout16.xml.rels" ContentType="application/vnd.openxmlformats-package.relationships+xml"/>
  <Override PartName="/ppt/slideLayouts/_rels/slideLayout12.xml.rels" ContentType="application/vnd.openxmlformats-package.relationships+xml"/>
  <Override PartName="/ppt/slideLayouts/_rels/slideLayout15.xml.rels" ContentType="application/vnd.openxmlformats-package.relationships+xml"/>
  <Override PartName="/ppt/slideLayouts/_rels/slideLayout7.xml.rels" ContentType="application/vnd.openxmlformats-package.relationships+xml"/>
  <Override PartName="/ppt/slideLayouts/_rels/slideLayout14.xml.rels" ContentType="application/vnd.openxmlformats-package.relationships+xml"/>
  <Override PartName="/ppt/slideLayouts/_rels/slideLayout6.xml.rels" ContentType="application/vnd.openxmlformats-package.relationships+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10.xml.rels" ContentType="application/vnd.openxmlformats-package.relationship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_rels/presentation.xml.rels" ContentType="application/vnd.openxmlformats-package.relationships+xml"/>
  <Override PartName="/ppt/media/image13.png" ContentType="image/png"/>
  <Override PartName="/ppt/media/image10.svg" ContentType="image/svg"/>
  <Override PartName="/ppt/media/image9.png" ContentType="image/png"/>
  <Override PartName="/ppt/media/image16.svg" ContentType="image/svg"/>
  <Override PartName="/ppt/media/image14.svg" ContentType="image/svg"/>
  <Override PartName="/ppt/media/image4.jpeg" ContentType="image/jpeg"/>
  <Override PartName="/ppt/media/image1.jpeg" ContentType="image/jpeg"/>
  <Override PartName="/ppt/media/image12.svg" ContentType="image/svg"/>
  <Override PartName="/ppt/media/image3.svg" ContentType="image/svg"/>
  <Override PartName="/ppt/media/image6.png" ContentType="image/png"/>
  <Override PartName="/ppt/media/image15.png" ContentType="image/png"/>
  <Override PartName="/ppt/media/image8.svg" ContentType="image/svg"/>
  <Override PartName="/ppt/media/image5.png" ContentType="image/png"/>
  <Override PartName="/ppt/media/image17.jpeg" ContentType="image/jpeg"/>
  <Override PartName="/ppt/media/image7.png" ContentType="image/png"/>
  <Override PartName="/ppt/media/image2.png" ContentType="image/png"/>
  <Override PartName="/ppt/media/image11.png" ContentType="image/png"/>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slides/slide2.xml" ContentType="application/vnd.openxmlformats-officedocument.presentationml.slide+xml"/>
  <Override PartName="/ppt/slides/slide1.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 id="2147483672" r:id="rId14"/>
    <p:sldMasterId id="2147483674" r:id="rId15"/>
    <p:sldMasterId id="2147483676" r:id="rId16"/>
    <p:sldMasterId id="2147483678" r:id="rId17"/>
    <p:sldMasterId id="2147483680" r:id="rId18"/>
  </p:sldMasterIdLst>
  <p:sldIdLst>
    <p:sldId id="256" r:id="rId19"/>
    <p:sldId id="257" r:id="rId20"/>
    <p:sldId id="258" r:id="rId21"/>
    <p:sldId id="259" r:id="rId22"/>
    <p:sldId id="260" r:id="rId23"/>
    <p:sldId id="261" r:id="rId24"/>
    <p:sldId id="262" r:id="rId25"/>
    <p:sldId id="263" r:id="rId26"/>
    <p:sldId id="264" r:id="rId27"/>
    <p:sldId id="265" r:id="rId28"/>
    <p:sldId id="266" r:id="rId29"/>
    <p:sldId id="267" r:id="rId30"/>
    <p:sldId id="268" r:id="rId31"/>
  </p:sldIdLst>
  <p:sldSz cx="10080625" cy="567055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Master" Target="slideMasters/slideMaster15.xml"/><Relationship Id="rId17" Type="http://schemas.openxmlformats.org/officeDocument/2006/relationships/slideMaster" Target="slideMasters/slideMaster16.xml"/><Relationship Id="rId18" Type="http://schemas.openxmlformats.org/officeDocument/2006/relationships/slideMaster" Target="slideMasters/slideMaster17.xml"/><Relationship Id="rId19" Type="http://schemas.openxmlformats.org/officeDocument/2006/relationships/slide" Target="slides/slide1.xml"/><Relationship Id="rId20" Type="http://schemas.openxmlformats.org/officeDocument/2006/relationships/slide" Target="slides/slide2.xml"/><Relationship Id="rId21" Type="http://schemas.openxmlformats.org/officeDocument/2006/relationships/slide" Target="slides/slide3.xml"/><Relationship Id="rId22" Type="http://schemas.openxmlformats.org/officeDocument/2006/relationships/slide" Target="slides/slide4.xml"/><Relationship Id="rId23" Type="http://schemas.openxmlformats.org/officeDocument/2006/relationships/slide" Target="slides/slide5.xml"/><Relationship Id="rId24" Type="http://schemas.openxmlformats.org/officeDocument/2006/relationships/slide" Target="slides/slide6.xml"/><Relationship Id="rId25" Type="http://schemas.openxmlformats.org/officeDocument/2006/relationships/slide" Target="slides/slide7.xml"/><Relationship Id="rId26" Type="http://schemas.openxmlformats.org/officeDocument/2006/relationships/slide" Target="slides/slide8.xml"/><Relationship Id="rId27" Type="http://schemas.openxmlformats.org/officeDocument/2006/relationships/slide" Target="slides/slide9.xml"/><Relationship Id="rId28" Type="http://schemas.openxmlformats.org/officeDocument/2006/relationships/slide" Target="slides/slide10.xml"/><Relationship Id="rId29" Type="http://schemas.openxmlformats.org/officeDocument/2006/relationships/slide" Target="slides/slide11.xml"/><Relationship Id="rId30" Type="http://schemas.openxmlformats.org/officeDocument/2006/relationships/slide" Target="slides/slide12.xml"/><Relationship Id="rId31" Type="http://schemas.openxmlformats.org/officeDocument/2006/relationships/slide" Target="slides/slide13.xml"/><Relationship Id="rId32"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7.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p:spTree>
      <p:nvGrpSpPr>
        <p:cNvPr id="1" name=""/>
        <p:cNvGrpSpPr/>
        <p:nvPr/>
      </p:nvGrpSpPr>
      <p:grpSpPr>
        <a:xfrm>
          <a:off x="0" y="0"/>
          <a:ext cx="0" cy="0"/>
          <a:chOff x="0" y="0"/>
          <a:chExt cx="0" cy="0"/>
        </a:xfrm>
      </p:grpSpPr>
      <p:sp>
        <p:nvSpPr>
          <p:cNvPr id="25"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 name="PlaceHolder 2"/>
          <p:cNvSpPr>
            <a:spLocks noGrp="1"/>
          </p:cNvSpPr>
          <p:nvPr>
            <p:ph/>
          </p:nvPr>
        </p:nvSpPr>
        <p:spPr>
          <a:xfrm>
            <a:off x="468000" y="1800000"/>
            <a:ext cx="9071280" cy="32875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EA75DB16-0FEB-4C3C-A34D-E032E679B8AA}"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79CB444C-7725-4E03-B183-555B18B7B1B1}"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1">
    <p:spTree>
      <p:nvGrpSpPr>
        <p:cNvPr id="1" name=""/>
        <p:cNvGrpSpPr/>
        <p:nvPr/>
      </p:nvGrpSpPr>
      <p:grpSpPr>
        <a:xfrm>
          <a:off x="0" y="0"/>
          <a:ext cx="0" cy="0"/>
          <a:chOff x="0" y="0"/>
          <a:chExt cx="0" cy="0"/>
        </a:xfrm>
      </p:grpSpPr>
      <p:sp>
        <p:nvSpPr>
          <p:cNvPr id="77"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8" name="PlaceHolder 2"/>
          <p:cNvSpPr>
            <a:spLocks noGrp="1"/>
          </p:cNvSpPr>
          <p:nvPr>
            <p:ph/>
          </p:nvPr>
        </p:nvSpPr>
        <p:spPr>
          <a:xfrm>
            <a:off x="468000" y="1800000"/>
            <a:ext cx="9071280" cy="32875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71C33014-E674-41D0-BDCF-80470DBF239B}"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2">
    <p:spTree>
      <p:nvGrpSpPr>
        <p:cNvPr id="1" name=""/>
        <p:cNvGrpSpPr/>
        <p:nvPr/>
      </p:nvGrpSpPr>
      <p:grpSpPr>
        <a:xfrm>
          <a:off x="0" y="0"/>
          <a:ext cx="0" cy="0"/>
          <a:chOff x="0" y="0"/>
          <a:chExt cx="0" cy="0"/>
        </a:xfrm>
      </p:grpSpPr>
      <p:sp>
        <p:nvSpPr>
          <p:cNvPr id="104"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5" name="PlaceHolder 2"/>
          <p:cNvSpPr>
            <a:spLocks noGrp="1"/>
          </p:cNvSpPr>
          <p:nvPr>
            <p:ph type="subTitle"/>
          </p:nvPr>
        </p:nvSpPr>
        <p:spPr>
          <a:xfrm>
            <a:off x="468000" y="1800000"/>
            <a:ext cx="9071280" cy="328752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CE1DE720-BCF7-49BB-8469-231E89373213}"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able of Content">
    <p:spTree>
      <p:nvGrpSpPr>
        <p:cNvPr id="1" name=""/>
        <p:cNvGrpSpPr/>
        <p:nvPr/>
      </p:nvGrpSpPr>
      <p:grpSpPr>
        <a:xfrm>
          <a:off x="0" y="0"/>
          <a:ext cx="0" cy="0"/>
          <a:chOff x="0" y="0"/>
          <a:chExt cx="0" cy="0"/>
        </a:xfrm>
      </p:grpSpPr>
      <p:sp>
        <p:nvSpPr>
          <p:cNvPr id="129"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0" name="PlaceHolder 2"/>
          <p:cNvSpPr>
            <a:spLocks noGrp="1"/>
          </p:cNvSpPr>
          <p:nvPr>
            <p:ph/>
          </p:nvPr>
        </p:nvSpPr>
        <p:spPr>
          <a:xfrm>
            <a:off x="468000" y="1800000"/>
            <a:ext cx="9071280" cy="32875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3"/>
          </p:nvPr>
        </p:nvSpPr>
        <p:spPr/>
        <p:txBody>
          <a:bodyPr/>
          <a:p>
            <a:r>
              <a:t>Footer</a:t>
            </a:r>
          </a:p>
        </p:txBody>
      </p:sp>
      <p:sp>
        <p:nvSpPr>
          <p:cNvPr id="5" name="PlaceHolder 4"/>
          <p:cNvSpPr>
            <a:spLocks noGrp="1"/>
          </p:cNvSpPr>
          <p:nvPr>
            <p:ph type="sldNum" idx="14"/>
          </p:nvPr>
        </p:nvSpPr>
        <p:spPr/>
        <p:txBody>
          <a:bodyPr/>
          <a:p>
            <a:fld id="{9E0625EF-3048-44E8-A6F1-1CF3ADBFAC4F}" type="slidenum">
              <a:t>&lt;#&gt;</a:t>
            </a:fld>
          </a:p>
        </p:txBody>
      </p:sp>
      <p:sp>
        <p:nvSpPr>
          <p:cNvPr id="6" name="PlaceHolder 5"/>
          <p:cNvSpPr>
            <a:spLocks noGrp="1"/>
          </p:cNvSpPr>
          <p:nvPr>
            <p:ph type="dt" idx="15"/>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Content 1">
    <p:spTree>
      <p:nvGrpSpPr>
        <p:cNvPr id="1" name=""/>
        <p:cNvGrpSpPr/>
        <p:nvPr/>
      </p:nvGrpSpPr>
      <p:grpSpPr>
        <a:xfrm>
          <a:off x="0" y="0"/>
          <a:ext cx="0" cy="0"/>
          <a:chOff x="0" y="0"/>
          <a:chExt cx="0" cy="0"/>
        </a:xfrm>
      </p:grpSpPr>
      <p:sp>
        <p:nvSpPr>
          <p:cNvPr id="150"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1" name="PlaceHolder 2"/>
          <p:cNvSpPr>
            <a:spLocks noGrp="1"/>
          </p:cNvSpPr>
          <p:nvPr>
            <p:ph/>
          </p:nvPr>
        </p:nvSpPr>
        <p:spPr>
          <a:xfrm>
            <a:off x="468000" y="1800000"/>
            <a:ext cx="9071280" cy="32875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6"/>
          </p:nvPr>
        </p:nvSpPr>
        <p:spPr/>
        <p:txBody>
          <a:bodyPr/>
          <a:p>
            <a:r>
              <a:t>Footer</a:t>
            </a:r>
          </a:p>
        </p:txBody>
      </p:sp>
      <p:sp>
        <p:nvSpPr>
          <p:cNvPr id="5" name="PlaceHolder 4"/>
          <p:cNvSpPr>
            <a:spLocks noGrp="1"/>
          </p:cNvSpPr>
          <p:nvPr>
            <p:ph type="sldNum" idx="17"/>
          </p:nvPr>
        </p:nvSpPr>
        <p:spPr/>
        <p:txBody>
          <a:bodyPr/>
          <a:p>
            <a:fld id="{7EC01307-8799-40E0-8A36-CAA6D606E7AE}" type="slidenum">
              <a:t>&lt;#&gt;</a:t>
            </a:fld>
          </a:p>
        </p:txBody>
      </p:sp>
      <p:sp>
        <p:nvSpPr>
          <p:cNvPr id="6" name="PlaceHolder 5"/>
          <p:cNvSpPr>
            <a:spLocks noGrp="1"/>
          </p:cNvSpPr>
          <p:nvPr>
            <p:ph type="dt" idx="18"/>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Bullet 1">
    <p:spTree>
      <p:nvGrpSpPr>
        <p:cNvPr id="1" name=""/>
        <p:cNvGrpSpPr/>
        <p:nvPr/>
      </p:nvGrpSpPr>
      <p:grpSpPr>
        <a:xfrm>
          <a:off x="0" y="0"/>
          <a:ext cx="0" cy="0"/>
          <a:chOff x="0" y="0"/>
          <a:chExt cx="0" cy="0"/>
        </a:xfrm>
      </p:grpSpPr>
      <p:sp>
        <p:nvSpPr>
          <p:cNvPr id="166"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67" name="PlaceHolder 2"/>
          <p:cNvSpPr>
            <a:spLocks noGrp="1"/>
          </p:cNvSpPr>
          <p:nvPr>
            <p:ph/>
          </p:nvPr>
        </p:nvSpPr>
        <p:spPr>
          <a:xfrm>
            <a:off x="468000" y="1800000"/>
            <a:ext cx="9071280" cy="32875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9"/>
          </p:nvPr>
        </p:nvSpPr>
        <p:spPr/>
        <p:txBody>
          <a:bodyPr/>
          <a:p>
            <a:r>
              <a:t>Footer</a:t>
            </a:r>
          </a:p>
        </p:txBody>
      </p:sp>
      <p:sp>
        <p:nvSpPr>
          <p:cNvPr id="5" name="PlaceHolder 4"/>
          <p:cNvSpPr>
            <a:spLocks noGrp="1"/>
          </p:cNvSpPr>
          <p:nvPr>
            <p:ph type="sldNum" idx="20"/>
          </p:nvPr>
        </p:nvSpPr>
        <p:spPr/>
        <p:txBody>
          <a:bodyPr/>
          <a:p>
            <a:fld id="{91EBF393-F6E9-4923-9883-E197925FBC7D}" type="slidenum">
              <a:t>&lt;#&gt;</a:t>
            </a:fld>
          </a:p>
        </p:txBody>
      </p:sp>
      <p:sp>
        <p:nvSpPr>
          <p:cNvPr id="6" name="PlaceHolder 5"/>
          <p:cNvSpPr>
            <a:spLocks noGrp="1"/>
          </p:cNvSpPr>
          <p:nvPr>
            <p:ph type="dt" idx="21"/>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3">
    <p:spTree>
      <p:nvGrpSpPr>
        <p:cNvPr id="1" name=""/>
        <p:cNvGrpSpPr/>
        <p:nvPr/>
      </p:nvGrpSpPr>
      <p:grpSpPr>
        <a:xfrm>
          <a:off x="0" y="0"/>
          <a:ext cx="0" cy="0"/>
          <a:chOff x="0" y="0"/>
          <a:chExt cx="0" cy="0"/>
        </a:xfrm>
      </p:grpSpPr>
      <p:sp>
        <p:nvSpPr>
          <p:cNvPr id="2" name="PlaceHolder 1"/>
          <p:cNvSpPr>
            <a:spLocks noGrp="1"/>
          </p:cNvSpPr>
          <p:nvPr>
            <p:ph type="ftr" idx="22"/>
          </p:nvPr>
        </p:nvSpPr>
        <p:spPr/>
        <p:txBody>
          <a:bodyPr/>
          <a:p>
            <a:r>
              <a:t>Footer</a:t>
            </a:r>
          </a:p>
        </p:txBody>
      </p:sp>
      <p:sp>
        <p:nvSpPr>
          <p:cNvPr id="3" name="PlaceHolder 2"/>
          <p:cNvSpPr>
            <a:spLocks noGrp="1"/>
          </p:cNvSpPr>
          <p:nvPr>
            <p:ph type="sldNum" idx="23"/>
          </p:nvPr>
        </p:nvSpPr>
        <p:spPr/>
        <p:txBody>
          <a:bodyPr/>
          <a:p>
            <a:fld id="{3158BDBA-B653-4298-A89E-0F75206FB539}" type="slidenum">
              <a:t>&lt;#&gt;</a:t>
            </a:fld>
          </a:p>
        </p:txBody>
      </p:sp>
      <p:sp>
        <p:nvSpPr>
          <p:cNvPr id="4" name="PlaceHolder 3"/>
          <p:cNvSpPr>
            <a:spLocks noGrp="1"/>
          </p:cNvSpPr>
          <p:nvPr>
            <p:ph type="dt" idx="24"/>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Content 2">
    <p:spTree>
      <p:nvGrpSpPr>
        <p:cNvPr id="1" name=""/>
        <p:cNvGrpSpPr/>
        <p:nvPr/>
      </p:nvGrpSpPr>
      <p:grpSpPr>
        <a:xfrm>
          <a:off x="0" y="0"/>
          <a:ext cx="0" cy="0"/>
          <a:chOff x="0" y="0"/>
          <a:chExt cx="0" cy="0"/>
        </a:xfrm>
      </p:grpSpPr>
      <p:sp>
        <p:nvSpPr>
          <p:cNvPr id="198"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9" name="PlaceHolder 2"/>
          <p:cNvSpPr>
            <a:spLocks noGrp="1"/>
          </p:cNvSpPr>
          <p:nvPr>
            <p:ph/>
          </p:nvPr>
        </p:nvSpPr>
        <p:spPr>
          <a:xfrm>
            <a:off x="468000" y="1800000"/>
            <a:ext cx="9071280" cy="32875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25"/>
          </p:nvPr>
        </p:nvSpPr>
        <p:spPr/>
        <p:txBody>
          <a:bodyPr/>
          <a:p>
            <a:r>
              <a:t>Footer</a:t>
            </a:r>
          </a:p>
        </p:txBody>
      </p:sp>
      <p:sp>
        <p:nvSpPr>
          <p:cNvPr id="5" name="PlaceHolder 4"/>
          <p:cNvSpPr>
            <a:spLocks noGrp="1"/>
          </p:cNvSpPr>
          <p:nvPr>
            <p:ph type="sldNum" idx="26"/>
          </p:nvPr>
        </p:nvSpPr>
        <p:spPr/>
        <p:txBody>
          <a:bodyPr/>
          <a:p>
            <a:fld id="{AEEB18CF-D1A7-4583-9A0A-6C8B40A7DFEB}" type="slidenum">
              <a:t>&lt;#&gt;</a:t>
            </a:fld>
          </a:p>
        </p:txBody>
      </p:sp>
      <p:sp>
        <p:nvSpPr>
          <p:cNvPr id="6" name="PlaceHolder 5"/>
          <p:cNvSpPr>
            <a:spLocks noGrp="1"/>
          </p:cNvSpPr>
          <p:nvPr>
            <p:ph type="dt" idx="27"/>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4">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7213C2E2-5D1D-4708-BD7A-041B83CF8E9D}"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Bullet 2">
    <p:spTree>
      <p:nvGrpSpPr>
        <p:cNvPr id="1" name=""/>
        <p:cNvGrpSpPr/>
        <p:nvPr/>
      </p:nvGrpSpPr>
      <p:grpSpPr>
        <a:xfrm>
          <a:off x="0" y="0"/>
          <a:ext cx="0" cy="0"/>
          <a:chOff x="0" y="0"/>
          <a:chExt cx="0" cy="0"/>
        </a:xfrm>
      </p:grpSpPr>
      <p:sp>
        <p:nvSpPr>
          <p:cNvPr id="231"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2" name="PlaceHolder 2"/>
          <p:cNvSpPr>
            <a:spLocks noGrp="1"/>
          </p:cNvSpPr>
          <p:nvPr>
            <p:ph/>
          </p:nvPr>
        </p:nvSpPr>
        <p:spPr>
          <a:xfrm>
            <a:off x="468000" y="1800000"/>
            <a:ext cx="9071280" cy="32875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1"/>
          </p:nvPr>
        </p:nvSpPr>
        <p:spPr/>
        <p:txBody>
          <a:bodyPr/>
          <a:p>
            <a:r>
              <a:t>Footer</a:t>
            </a:r>
          </a:p>
        </p:txBody>
      </p:sp>
      <p:sp>
        <p:nvSpPr>
          <p:cNvPr id="5" name="PlaceHolder 4"/>
          <p:cNvSpPr>
            <a:spLocks noGrp="1"/>
          </p:cNvSpPr>
          <p:nvPr>
            <p:ph type="sldNum" idx="32"/>
          </p:nvPr>
        </p:nvSpPr>
        <p:spPr/>
        <p:txBody>
          <a:bodyPr/>
          <a:p>
            <a:fld id="{22C309BD-D2FB-4EA7-9CF2-B96B9FFB8E7B}" type="slidenum">
              <a:t>&lt;#&gt;</a:t>
            </a:fld>
          </a:p>
        </p:txBody>
      </p:sp>
      <p:sp>
        <p:nvSpPr>
          <p:cNvPr id="6" name="PlaceHolder 5"/>
          <p:cNvSpPr>
            <a:spLocks noGrp="1"/>
          </p:cNvSpPr>
          <p:nvPr>
            <p:ph type="dt" idx="33"/>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5">
    <p:spTree>
      <p:nvGrpSpPr>
        <p:cNvPr id="1" name=""/>
        <p:cNvGrpSpPr/>
        <p:nvPr/>
      </p:nvGrpSpPr>
      <p:grpSpPr>
        <a:xfrm>
          <a:off x="0" y="0"/>
          <a:ext cx="0" cy="0"/>
          <a:chOff x="0" y="0"/>
          <a:chExt cx="0" cy="0"/>
        </a:xfrm>
      </p:grpSpPr>
      <p:sp>
        <p:nvSpPr>
          <p:cNvPr id="2" name="PlaceHolder 1"/>
          <p:cNvSpPr>
            <a:spLocks noGrp="1"/>
          </p:cNvSpPr>
          <p:nvPr>
            <p:ph type="ftr" idx="34"/>
          </p:nvPr>
        </p:nvSpPr>
        <p:spPr/>
        <p:txBody>
          <a:bodyPr/>
          <a:p>
            <a:r>
              <a:t>Footer</a:t>
            </a:r>
          </a:p>
        </p:txBody>
      </p:sp>
      <p:sp>
        <p:nvSpPr>
          <p:cNvPr id="3" name="PlaceHolder 2"/>
          <p:cNvSpPr>
            <a:spLocks noGrp="1"/>
          </p:cNvSpPr>
          <p:nvPr>
            <p:ph type="sldNum" idx="35"/>
          </p:nvPr>
        </p:nvSpPr>
        <p:spPr/>
        <p:txBody>
          <a:bodyPr/>
          <a:p>
            <a:fld id="{170AC114-263D-463F-8864-50F83EE32537}" type="slidenum">
              <a:t>&lt;#&gt;</a:t>
            </a:fld>
          </a:p>
        </p:txBody>
      </p:sp>
      <p:sp>
        <p:nvSpPr>
          <p:cNvPr id="4" name="PlaceHolder 3"/>
          <p:cNvSpPr>
            <a:spLocks noGrp="1"/>
          </p:cNvSpPr>
          <p:nvPr>
            <p:ph type="dt" idx="36"/>
          </p:nvPr>
        </p:nvSpPr>
        <p:spPr/>
        <p:txBody>
          <a:bodyPr/>
          <a:p>
            <a:r>
              <a:rPr lang="en-US"/>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Jigsaw">
    <p:spTree>
      <p:nvGrpSpPr>
        <p:cNvPr id="1" name=""/>
        <p:cNvGrpSpPr/>
        <p:nvPr/>
      </p:nvGrpSpPr>
      <p:grpSpPr>
        <a:xfrm>
          <a:off x="0" y="0"/>
          <a:ext cx="0" cy="0"/>
          <a:chOff x="0" y="0"/>
          <a:chExt cx="0" cy="0"/>
        </a:xfrm>
      </p:grpSpPr>
      <p:sp>
        <p:nvSpPr>
          <p:cNvPr id="297"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8" name="PlaceHolder 2"/>
          <p:cNvSpPr>
            <a:spLocks noGrp="1"/>
          </p:cNvSpPr>
          <p:nvPr>
            <p:ph/>
          </p:nvPr>
        </p:nvSpPr>
        <p:spPr>
          <a:xfrm>
            <a:off x="468000" y="1800000"/>
            <a:ext cx="9071280" cy="32875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7"/>
          </p:nvPr>
        </p:nvSpPr>
        <p:spPr/>
        <p:txBody>
          <a:bodyPr/>
          <a:p>
            <a:r>
              <a:t>Footer</a:t>
            </a:r>
          </a:p>
        </p:txBody>
      </p:sp>
      <p:sp>
        <p:nvSpPr>
          <p:cNvPr id="5" name="PlaceHolder 4"/>
          <p:cNvSpPr>
            <a:spLocks noGrp="1"/>
          </p:cNvSpPr>
          <p:nvPr>
            <p:ph type="sldNum" idx="38"/>
          </p:nvPr>
        </p:nvSpPr>
        <p:spPr/>
        <p:txBody>
          <a:bodyPr/>
          <a:p>
            <a:fld id="{7CC9A237-13C0-4CAC-AC51-D7CFBE026AD6}" type="slidenum">
              <a:t>&lt;#&gt;</a:t>
            </a:fld>
          </a:p>
        </p:txBody>
      </p:sp>
      <p:sp>
        <p:nvSpPr>
          <p:cNvPr id="6" name="PlaceHolder 5"/>
          <p:cNvSpPr>
            <a:spLocks noGrp="1"/>
          </p:cNvSpPr>
          <p:nvPr>
            <p:ph type="dt" idx="39"/>
          </p:nvPr>
        </p:nvSpPr>
        <p:spPr/>
        <p:txBody>
          <a:bodyPr/>
          <a:p>
            <a:r>
              <a:rPr lang="en-US"/>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6">
    <p:spTree>
      <p:nvGrpSpPr>
        <p:cNvPr id="1" name=""/>
        <p:cNvGrpSpPr/>
        <p:nvPr/>
      </p:nvGrpSpPr>
      <p:grpSpPr>
        <a:xfrm>
          <a:off x="0" y="0"/>
          <a:ext cx="0" cy="0"/>
          <a:chOff x="0" y="0"/>
          <a:chExt cx="0" cy="0"/>
        </a:xfrm>
      </p:grpSpPr>
      <p:sp>
        <p:nvSpPr>
          <p:cNvPr id="2" name="PlaceHolder 1"/>
          <p:cNvSpPr>
            <a:spLocks noGrp="1"/>
          </p:cNvSpPr>
          <p:nvPr>
            <p:ph type="ftr" idx="40"/>
          </p:nvPr>
        </p:nvSpPr>
        <p:spPr/>
        <p:txBody>
          <a:bodyPr/>
          <a:p>
            <a:r>
              <a:t>Footer</a:t>
            </a:r>
          </a:p>
        </p:txBody>
      </p:sp>
      <p:sp>
        <p:nvSpPr>
          <p:cNvPr id="3" name="PlaceHolder 2"/>
          <p:cNvSpPr>
            <a:spLocks noGrp="1"/>
          </p:cNvSpPr>
          <p:nvPr>
            <p:ph type="sldNum" idx="41"/>
          </p:nvPr>
        </p:nvSpPr>
        <p:spPr/>
        <p:txBody>
          <a:bodyPr/>
          <a:p>
            <a:fld id="{751DC4B8-C184-49B1-932E-9D638BF4F03C}" type="slidenum">
              <a:t>&lt;#&gt;</a:t>
            </a:fld>
          </a:p>
        </p:txBody>
      </p:sp>
      <p:sp>
        <p:nvSpPr>
          <p:cNvPr id="4" name="PlaceHolder 3"/>
          <p:cNvSpPr>
            <a:spLocks noGrp="1"/>
          </p:cNvSpPr>
          <p:nvPr>
            <p:ph type="dt" idx="42"/>
          </p:nvPr>
        </p:nvSpPr>
        <p:spPr/>
        <p:txBody>
          <a:bodyPr/>
          <a:p>
            <a:r>
              <a:rPr lang="en-US"/>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Bullet 3">
    <p:spTree>
      <p:nvGrpSpPr>
        <p:cNvPr id="1" name=""/>
        <p:cNvGrpSpPr/>
        <p:nvPr/>
      </p:nvGrpSpPr>
      <p:grpSpPr>
        <a:xfrm>
          <a:off x="0" y="0"/>
          <a:ext cx="0" cy="0"/>
          <a:chOff x="0" y="0"/>
          <a:chExt cx="0" cy="0"/>
        </a:xfrm>
      </p:grpSpPr>
      <p:sp>
        <p:nvSpPr>
          <p:cNvPr id="382"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83" name="PlaceHolder 2"/>
          <p:cNvSpPr>
            <a:spLocks noGrp="1"/>
          </p:cNvSpPr>
          <p:nvPr>
            <p:ph/>
          </p:nvPr>
        </p:nvSpPr>
        <p:spPr>
          <a:xfrm>
            <a:off x="468000" y="1800000"/>
            <a:ext cx="9071280" cy="32875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3"/>
          </p:nvPr>
        </p:nvSpPr>
        <p:spPr/>
        <p:txBody>
          <a:bodyPr/>
          <a:p>
            <a:r>
              <a:t>Footer</a:t>
            </a:r>
          </a:p>
        </p:txBody>
      </p:sp>
      <p:sp>
        <p:nvSpPr>
          <p:cNvPr id="5" name="PlaceHolder 4"/>
          <p:cNvSpPr>
            <a:spLocks noGrp="1"/>
          </p:cNvSpPr>
          <p:nvPr>
            <p:ph type="sldNum" idx="44"/>
          </p:nvPr>
        </p:nvSpPr>
        <p:spPr/>
        <p:txBody>
          <a:bodyPr/>
          <a:p>
            <a:fld id="{AEBB618D-CA94-4DBF-970F-FFC70760EB81}" type="slidenum">
              <a:t>&lt;#&gt;</a:t>
            </a:fld>
          </a:p>
        </p:txBody>
      </p:sp>
      <p:sp>
        <p:nvSpPr>
          <p:cNvPr id="6" name="PlaceHolder 5"/>
          <p:cNvSpPr>
            <a:spLocks noGrp="1"/>
          </p:cNvSpPr>
          <p:nvPr>
            <p:ph type="dt" idx="45"/>
          </p:nvPr>
        </p:nvSpPr>
        <p:spPr/>
        <p:txBody>
          <a:bodyPr/>
          <a:p>
            <a:r>
              <a:rPr lang="en-US"/>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7">
    <p:spTree>
      <p:nvGrpSpPr>
        <p:cNvPr id="1" name=""/>
        <p:cNvGrpSpPr/>
        <p:nvPr/>
      </p:nvGrpSpPr>
      <p:grpSpPr>
        <a:xfrm>
          <a:off x="0" y="0"/>
          <a:ext cx="0" cy="0"/>
          <a:chOff x="0" y="0"/>
          <a:chExt cx="0" cy="0"/>
        </a:xfrm>
      </p:grpSpPr>
      <p:sp>
        <p:nvSpPr>
          <p:cNvPr id="418"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6"/>
          </p:nvPr>
        </p:nvSpPr>
        <p:spPr/>
        <p:txBody>
          <a:bodyPr/>
          <a:p>
            <a:r>
              <a:t>Footer</a:t>
            </a:r>
          </a:p>
        </p:txBody>
      </p:sp>
      <p:sp>
        <p:nvSpPr>
          <p:cNvPr id="4" name="PlaceHolder 3"/>
          <p:cNvSpPr>
            <a:spLocks noGrp="1"/>
          </p:cNvSpPr>
          <p:nvPr>
            <p:ph type="sldNum" idx="47"/>
          </p:nvPr>
        </p:nvSpPr>
        <p:spPr/>
        <p:txBody>
          <a:bodyPr/>
          <a:p>
            <a:fld id="{6B929DF5-0C4D-4147-9508-1A6ADA74CC67}" type="slidenum">
              <a:t>&lt;#&gt;</a:t>
            </a:fld>
          </a:p>
        </p:txBody>
      </p:sp>
      <p:sp>
        <p:nvSpPr>
          <p:cNvPr id="5" name="PlaceHolder 4"/>
          <p:cNvSpPr>
            <a:spLocks noGrp="1"/>
          </p:cNvSpPr>
          <p:nvPr>
            <p:ph type="dt" idx="48"/>
          </p:nvPr>
        </p:nvSpPr>
        <p:spPr/>
        <p:txBody>
          <a:bodyPr/>
          <a:p>
            <a:r>
              <a:rPr lang="en-US"/>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Image">
    <p:spTree>
      <p:nvGrpSpPr>
        <p:cNvPr id="1" name=""/>
        <p:cNvGrpSpPr/>
        <p:nvPr/>
      </p:nvGrpSpPr>
      <p:grpSpPr>
        <a:xfrm>
          <a:off x="0" y="0"/>
          <a:ext cx="0" cy="0"/>
          <a:chOff x="0" y="0"/>
          <a:chExt cx="0" cy="0"/>
        </a:xfrm>
      </p:grpSpPr>
      <p:sp>
        <p:nvSpPr>
          <p:cNvPr id="431"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32" name="PlaceHolder 2"/>
          <p:cNvSpPr>
            <a:spLocks noGrp="1"/>
          </p:cNvSpPr>
          <p:nvPr>
            <p:ph/>
          </p:nvPr>
        </p:nvSpPr>
        <p:spPr>
          <a:xfrm>
            <a:off x="468000" y="1800000"/>
            <a:ext cx="9071280" cy="32875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9"/>
          </p:nvPr>
        </p:nvSpPr>
        <p:spPr/>
        <p:txBody>
          <a:bodyPr/>
          <a:p>
            <a:r>
              <a:t>Footer</a:t>
            </a:r>
          </a:p>
        </p:txBody>
      </p:sp>
      <p:sp>
        <p:nvSpPr>
          <p:cNvPr id="5" name="PlaceHolder 4"/>
          <p:cNvSpPr>
            <a:spLocks noGrp="1"/>
          </p:cNvSpPr>
          <p:nvPr>
            <p:ph type="sldNum" idx="50"/>
          </p:nvPr>
        </p:nvSpPr>
        <p:spPr/>
        <p:txBody>
          <a:bodyPr/>
          <a:p>
            <a:fld id="{8E425397-7943-40C5-A157-E85658719571}" type="slidenum">
              <a:t>&lt;#&gt;</a:t>
            </a:fld>
          </a:p>
        </p:txBody>
      </p:sp>
      <p:sp>
        <p:nvSpPr>
          <p:cNvPr id="6" name="PlaceHolder 5"/>
          <p:cNvSpPr>
            <a:spLocks noGrp="1"/>
          </p:cNvSpPr>
          <p:nvPr>
            <p:ph type="dt" idx="5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image" Target="../media/image1.jpeg"/><Relationship Id="rId3" Type="http://schemas.openxmlformats.org/officeDocument/2006/relationships/image" Target="../media/image1.jpeg"/><Relationship Id="rId4" Type="http://schemas.openxmlformats.org/officeDocument/2006/relationships/image" Target="../media/image1.jpeg"/><Relationship Id="rId5" Type="http://schemas.openxmlformats.org/officeDocument/2006/relationships/image" Target="../media/image1.jpeg"/><Relationship Id="rId6" Type="http://schemas.openxmlformats.org/officeDocument/2006/relationships/image" Target="../media/image1.jpeg"/><Relationship Id="rId7" Type="http://schemas.openxmlformats.org/officeDocument/2006/relationships/image" Target="../media/image1.jpeg"/><Relationship Id="rId8" Type="http://schemas.openxmlformats.org/officeDocument/2006/relationships/image" Target="../media/image1.jpeg"/><Relationship Id="rId9" Type="http://schemas.openxmlformats.org/officeDocument/2006/relationships/image" Target="../media/image1.jpeg"/><Relationship Id="rId10" Type="http://schemas.openxmlformats.org/officeDocument/2006/relationships/image" Target="../media/image1.jpeg"/><Relationship Id="rId11" Type="http://schemas.openxmlformats.org/officeDocument/2006/relationships/image" Target="../media/image1.jpeg"/><Relationship Id="rId12" Type="http://schemas.openxmlformats.org/officeDocument/2006/relationships/image" Target="../media/image1.jpeg"/><Relationship Id="rId13" Type="http://schemas.openxmlformats.org/officeDocument/2006/relationships/image" Target="../media/image1.jpeg"/><Relationship Id="rId14" Type="http://schemas.openxmlformats.org/officeDocument/2006/relationships/image" Target="../media/image2.png"/><Relationship Id="rId15" Type="http://schemas.openxmlformats.org/officeDocument/2006/relationships/image" Target="../media/image3.svg"/><Relationship Id="rId16"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image" Target="../media/image1.jpeg"/><Relationship Id="rId3" Type="http://schemas.openxmlformats.org/officeDocument/2006/relationships/image" Target="../media/image1.jpeg"/><Relationship Id="rId4" Type="http://schemas.openxmlformats.org/officeDocument/2006/relationships/image" Target="../media/image1.jpeg"/><Relationship Id="rId5" Type="http://schemas.openxmlformats.org/officeDocument/2006/relationships/image" Target="../media/image1.jpeg"/><Relationship Id="rId6" Type="http://schemas.openxmlformats.org/officeDocument/2006/relationships/image" Target="../media/image1.jpeg"/><Relationship Id="rId7" Type="http://schemas.openxmlformats.org/officeDocument/2006/relationships/image" Target="../media/image1.jpeg"/><Relationship Id="rId8"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image" Target="../media/image1.jpeg"/><Relationship Id="rId3" Type="http://schemas.openxmlformats.org/officeDocument/2006/relationships/image" Target="../media/image4.jpeg"/><Relationship Id="rId4" Type="http://schemas.openxmlformats.org/officeDocument/2006/relationships/image" Target="../media/image4.jpeg"/><Relationship Id="rId5" Type="http://schemas.openxmlformats.org/officeDocument/2006/relationships/image" Target="../media/image1.jpeg"/><Relationship Id="rId6" Type="http://schemas.openxmlformats.org/officeDocument/2006/relationships/image" Target="../media/image1.jpeg"/><Relationship Id="rId7" Type="http://schemas.openxmlformats.org/officeDocument/2006/relationships/image" Target="../media/image1.jpeg"/><Relationship Id="rId8" Type="http://schemas.openxmlformats.org/officeDocument/2006/relationships/slideLayout" Target="../slideLayouts/slideLayout13.xml"/>
</Relationships>
</file>

<file path=ppt/slideMasters/_rels/slideMaster14.xml.rels><?xml version="1.0" encoding="UTF-8"?>
<Relationships xmlns="http://schemas.openxmlformats.org/package/2006/relationships"><Relationship Id="rId1" Type="http://schemas.openxmlformats.org/officeDocument/2006/relationships/theme" Target="../theme/theme14.xml"/><Relationship Id="rId2" Type="http://schemas.openxmlformats.org/officeDocument/2006/relationships/image" Target="../media/image1.jpeg"/><Relationship Id="rId3" Type="http://schemas.openxmlformats.org/officeDocument/2006/relationships/image" Target="../media/image4.jpeg"/><Relationship Id="rId4" Type="http://schemas.openxmlformats.org/officeDocument/2006/relationships/image" Target="../media/image4.jpeg"/><Relationship Id="rId5" Type="http://schemas.openxmlformats.org/officeDocument/2006/relationships/image" Target="../media/image1.jpeg"/><Relationship Id="rId6" Type="http://schemas.openxmlformats.org/officeDocument/2006/relationships/image" Target="../media/image1.jpeg"/><Relationship Id="rId7" Type="http://schemas.openxmlformats.org/officeDocument/2006/relationships/image" Target="../media/image1.jpeg"/><Relationship Id="rId8" Type="http://schemas.openxmlformats.org/officeDocument/2006/relationships/slideLayout" Target="../slideLayouts/slideLayout14.xml"/>
</Relationships>
</file>

<file path=ppt/slideMasters/_rels/slideMaster15.xml.rels><?xml version="1.0" encoding="UTF-8"?>
<Relationships xmlns="http://schemas.openxmlformats.org/package/2006/relationships"><Relationship Id="rId1" Type="http://schemas.openxmlformats.org/officeDocument/2006/relationships/theme" Target="../theme/theme15.xml"/><Relationship Id="rId2" Type="http://schemas.openxmlformats.org/officeDocument/2006/relationships/image" Target="../media/image1.jpeg"/><Relationship Id="rId3" Type="http://schemas.openxmlformats.org/officeDocument/2006/relationships/image" Target="../media/image1.jpeg"/><Relationship Id="rId4" Type="http://schemas.openxmlformats.org/officeDocument/2006/relationships/image" Target="../media/image1.jpeg"/><Relationship Id="rId5" Type="http://schemas.openxmlformats.org/officeDocument/2006/relationships/image" Target="../media/image1.jpeg"/><Relationship Id="rId6" Type="http://schemas.openxmlformats.org/officeDocument/2006/relationships/image" Target="../media/image1.jpeg"/><Relationship Id="rId7" Type="http://schemas.openxmlformats.org/officeDocument/2006/relationships/image" Target="../media/image1.jpeg"/><Relationship Id="rId8" Type="http://schemas.openxmlformats.org/officeDocument/2006/relationships/image" Target="../media/image1.jpeg"/><Relationship Id="rId9" Type="http://schemas.openxmlformats.org/officeDocument/2006/relationships/image" Target="../media/image1.jpeg"/><Relationship Id="rId10" Type="http://schemas.openxmlformats.org/officeDocument/2006/relationships/image" Target="../media/image1.jpeg"/><Relationship Id="rId11" Type="http://schemas.openxmlformats.org/officeDocument/2006/relationships/image" Target="../media/image1.jpeg"/><Relationship Id="rId12" Type="http://schemas.openxmlformats.org/officeDocument/2006/relationships/image" Target="../media/image1.jpeg"/><Relationship Id="rId13" Type="http://schemas.openxmlformats.org/officeDocument/2006/relationships/image" Target="../media/image1.jpeg"/><Relationship Id="rId14" Type="http://schemas.openxmlformats.org/officeDocument/2006/relationships/image" Target="../media/image1.jpeg"/><Relationship Id="rId15" Type="http://schemas.openxmlformats.org/officeDocument/2006/relationships/image" Target="../media/image1.jpeg"/><Relationship Id="rId16" Type="http://schemas.openxmlformats.org/officeDocument/2006/relationships/image" Target="../media/image1.jpeg"/><Relationship Id="rId17" Type="http://schemas.openxmlformats.org/officeDocument/2006/relationships/image" Target="../media/image1.jpeg"/><Relationship Id="rId18" Type="http://schemas.openxmlformats.org/officeDocument/2006/relationships/image" Target="../media/image1.jpeg"/><Relationship Id="rId19" Type="http://schemas.openxmlformats.org/officeDocument/2006/relationships/image" Target="../media/image1.jpeg"/><Relationship Id="rId20" Type="http://schemas.openxmlformats.org/officeDocument/2006/relationships/image" Target="../media/image1.jpeg"/><Relationship Id="rId21" Type="http://schemas.openxmlformats.org/officeDocument/2006/relationships/image" Target="../media/image1.jpeg"/><Relationship Id="rId22" Type="http://schemas.openxmlformats.org/officeDocument/2006/relationships/image" Target="../media/image1.jpeg"/><Relationship Id="rId23" Type="http://schemas.openxmlformats.org/officeDocument/2006/relationships/image" Target="../media/image1.jpeg"/><Relationship Id="rId24" Type="http://schemas.openxmlformats.org/officeDocument/2006/relationships/image" Target="../media/image1.jpeg"/><Relationship Id="rId25" Type="http://schemas.openxmlformats.org/officeDocument/2006/relationships/image" Target="../media/image1.jpeg"/><Relationship Id="rId26" Type="http://schemas.openxmlformats.org/officeDocument/2006/relationships/slideLayout" Target="../slideLayouts/slideLayout15.xml"/>
</Relationships>
</file>

<file path=ppt/slideMasters/_rels/slideMaster16.xml.rels><?xml version="1.0" encoding="UTF-8"?>
<Relationships xmlns="http://schemas.openxmlformats.org/package/2006/relationships"><Relationship Id="rId1" Type="http://schemas.openxmlformats.org/officeDocument/2006/relationships/theme" Target="../theme/theme16.xml"/><Relationship Id="rId2" Type="http://schemas.openxmlformats.org/officeDocument/2006/relationships/image" Target="../media/image1.jpeg"/><Relationship Id="rId3" Type="http://schemas.openxmlformats.org/officeDocument/2006/relationships/image" Target="../media/image1.jpeg"/><Relationship Id="rId4" Type="http://schemas.openxmlformats.org/officeDocument/2006/relationships/image" Target="../media/image1.jpeg"/><Relationship Id="rId5" Type="http://schemas.openxmlformats.org/officeDocument/2006/relationships/image" Target="../media/image1.jpeg"/><Relationship Id="rId6" Type="http://schemas.openxmlformats.org/officeDocument/2006/relationships/image" Target="../media/image1.jpeg"/><Relationship Id="rId7" Type="http://schemas.openxmlformats.org/officeDocument/2006/relationships/image" Target="../media/image1.jpeg"/><Relationship Id="rId8" Type="http://schemas.openxmlformats.org/officeDocument/2006/relationships/image" Target="../media/image1.jpeg"/><Relationship Id="rId9" Type="http://schemas.openxmlformats.org/officeDocument/2006/relationships/image" Target="../media/image1.jpeg"/><Relationship Id="rId10" Type="http://schemas.openxmlformats.org/officeDocument/2006/relationships/image" Target="../media/image1.jpeg"/><Relationship Id="rId11" Type="http://schemas.openxmlformats.org/officeDocument/2006/relationships/image" Target="../media/image1.jpeg"/><Relationship Id="rId12" Type="http://schemas.openxmlformats.org/officeDocument/2006/relationships/image" Target="../media/image1.jpeg"/><Relationship Id="rId13" Type="http://schemas.openxmlformats.org/officeDocument/2006/relationships/image" Target="../media/image1.jpeg"/><Relationship Id="rId14" Type="http://schemas.openxmlformats.org/officeDocument/2006/relationships/image" Target="../media/image1.jpeg"/><Relationship Id="rId15" Type="http://schemas.openxmlformats.org/officeDocument/2006/relationships/image" Target="../media/image1.jpeg"/><Relationship Id="rId16" Type="http://schemas.openxmlformats.org/officeDocument/2006/relationships/image" Target="../media/image1.jpeg"/><Relationship Id="rId17" Type="http://schemas.openxmlformats.org/officeDocument/2006/relationships/image" Target="../media/image1.jpeg"/><Relationship Id="rId18" Type="http://schemas.openxmlformats.org/officeDocument/2006/relationships/image" Target="../media/image1.jpeg"/><Relationship Id="rId19" Type="http://schemas.openxmlformats.org/officeDocument/2006/relationships/image" Target="../media/image1.jpeg"/><Relationship Id="rId20" Type="http://schemas.openxmlformats.org/officeDocument/2006/relationships/image" Target="../media/image1.jpeg"/><Relationship Id="rId21" Type="http://schemas.openxmlformats.org/officeDocument/2006/relationships/image" Target="../media/image1.jpeg"/><Relationship Id="rId22" Type="http://schemas.openxmlformats.org/officeDocument/2006/relationships/image" Target="../media/image1.jpeg"/><Relationship Id="rId23" Type="http://schemas.openxmlformats.org/officeDocument/2006/relationships/image" Target="../media/image1.jpeg"/><Relationship Id="rId24" Type="http://schemas.openxmlformats.org/officeDocument/2006/relationships/image" Target="../media/image1.jpeg"/><Relationship Id="rId25" Type="http://schemas.openxmlformats.org/officeDocument/2006/relationships/image" Target="../media/image1.jpeg"/><Relationship Id="rId26" Type="http://schemas.openxmlformats.org/officeDocument/2006/relationships/slideLayout" Target="../slideLayouts/slideLayout16.xml"/>
</Relationships>
</file>

<file path=ppt/slideMasters/_rels/slideMaster17.xml.rels><?xml version="1.0" encoding="UTF-8"?>
<Relationships xmlns="http://schemas.openxmlformats.org/package/2006/relationships"><Relationship Id="rId1" Type="http://schemas.openxmlformats.org/officeDocument/2006/relationships/theme" Target="../theme/theme17.xml"/><Relationship Id="rId2" Type="http://schemas.openxmlformats.org/officeDocument/2006/relationships/slideLayout" Target="../slideLayouts/slideLayout17.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0" name=""/>
          <p:cNvGrpSpPr/>
          <p:nvPr/>
        </p:nvGrpSpPr>
        <p:grpSpPr>
          <a:xfrm>
            <a:off x="0" y="0"/>
            <a:ext cx="10080000" cy="4114080"/>
            <a:chOff x="0" y="0"/>
            <a:chExt cx="10080000" cy="4114080"/>
          </a:xfrm>
        </p:grpSpPr>
        <p:sp>
          <p:nvSpPr>
            <p:cNvPr id="1" name=""/>
            <p:cNvSpPr/>
            <p:nvPr/>
          </p:nvSpPr>
          <p:spPr>
            <a:xfrm>
              <a:off x="0" y="0"/>
              <a:ext cx="10080000" cy="4114080"/>
            </a:xfrm>
            <a:prstGeom prst="rect">
              <a:avLst/>
            </a:prstGeom>
            <a:solidFill>
              <a:srgbClr val="e9ecef"/>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 name=""/>
            <p:cNvSpPr/>
            <p:nvPr/>
          </p:nvSpPr>
          <p:spPr>
            <a:xfrm>
              <a:off x="0" y="0"/>
              <a:ext cx="10080000" cy="4114080"/>
            </a:xfrm>
            <a:prstGeom prst="rect">
              <a:avLst/>
            </a:prstGeom>
            <a:solidFill>
              <a:srgbClr val="e9ecef"/>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 name=""/>
            <p:cNvSpPr/>
            <p:nvPr/>
          </p:nvSpPr>
          <p:spPr>
            <a:xfrm>
              <a:off x="0" y="1280160"/>
              <a:ext cx="1553760" cy="639360"/>
            </a:xfrm>
            <a:prstGeom prst="rect">
              <a:avLst/>
            </a:prstGeom>
            <a:solidFill>
              <a:srgbClr val="343a40">
                <a:alpha val="2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4" name=""/>
            <p:cNvSpPr/>
            <p:nvPr/>
          </p:nvSpPr>
          <p:spPr>
            <a:xfrm>
              <a:off x="914400" y="1920240"/>
              <a:ext cx="1279440" cy="1828080"/>
            </a:xfrm>
            <a:prstGeom prst="rect">
              <a:avLst/>
            </a:prstGeom>
            <a:solidFill>
              <a:srgbClr val="ced4da"/>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5" name=""/>
            <p:cNvSpPr/>
            <p:nvPr/>
          </p:nvSpPr>
          <p:spPr>
            <a:xfrm>
              <a:off x="2194560" y="548640"/>
              <a:ext cx="1279440" cy="1828080"/>
            </a:xfrm>
            <a:prstGeom prst="rect">
              <a:avLst/>
            </a:prstGeom>
            <a:solidFill>
              <a:srgbClr val="dee2e6"/>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6" name=""/>
            <p:cNvSpPr/>
            <p:nvPr/>
          </p:nvSpPr>
          <p:spPr>
            <a:xfrm>
              <a:off x="3474720" y="1188720"/>
              <a:ext cx="365040" cy="365040"/>
            </a:xfrm>
            <a:prstGeom prst="rect">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7" name=""/>
            <p:cNvSpPr/>
            <p:nvPr/>
          </p:nvSpPr>
          <p:spPr>
            <a:xfrm>
              <a:off x="4206240" y="0"/>
              <a:ext cx="1462320" cy="913680"/>
            </a:xfrm>
            <a:prstGeom prst="rect">
              <a:avLst/>
            </a:prstGeom>
            <a:solidFill>
              <a:srgbClr val="6c757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8" name=""/>
            <p:cNvSpPr/>
            <p:nvPr/>
          </p:nvSpPr>
          <p:spPr>
            <a:xfrm>
              <a:off x="4663440" y="914400"/>
              <a:ext cx="1005120" cy="456480"/>
            </a:xfrm>
            <a:prstGeom prst="rect">
              <a:avLst/>
            </a:prstGeom>
            <a:solidFill>
              <a:srgbClr val="dee2e6"/>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9" name=""/>
            <p:cNvSpPr/>
            <p:nvPr/>
          </p:nvSpPr>
          <p:spPr>
            <a:xfrm>
              <a:off x="3474720" y="1737360"/>
              <a:ext cx="3108240" cy="1005120"/>
            </a:xfrm>
            <a:prstGeom prst="rect">
              <a:avLst/>
            </a:prstGeom>
            <a:solidFill>
              <a:srgbClr val="ced4da"/>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0" name=""/>
            <p:cNvSpPr/>
            <p:nvPr/>
          </p:nvSpPr>
          <p:spPr>
            <a:xfrm>
              <a:off x="4114800" y="2743200"/>
              <a:ext cx="1462320" cy="1005120"/>
            </a:xfrm>
            <a:prstGeom prst="rect">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1" name=""/>
            <p:cNvSpPr/>
            <p:nvPr/>
          </p:nvSpPr>
          <p:spPr>
            <a:xfrm>
              <a:off x="6583680" y="1463040"/>
              <a:ext cx="1553760" cy="456480"/>
            </a:xfrm>
            <a:prstGeom prst="rect">
              <a:avLst/>
            </a:prstGeom>
            <a:solidFill>
              <a:srgbClr val="b2b2b2">
                <a:alpha val="6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2" name=""/>
            <p:cNvSpPr/>
            <p:nvPr/>
          </p:nvSpPr>
          <p:spPr>
            <a:xfrm>
              <a:off x="7315200" y="1920240"/>
              <a:ext cx="1462320" cy="1645200"/>
            </a:xfrm>
            <a:prstGeom prst="rect">
              <a:avLst/>
            </a:prstGeom>
            <a:solidFill>
              <a:srgbClr val="b2b2b2">
                <a:alpha val="3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3" name=""/>
            <p:cNvSpPr/>
            <p:nvPr/>
          </p:nvSpPr>
          <p:spPr>
            <a:xfrm>
              <a:off x="2743200" y="2377440"/>
              <a:ext cx="547920" cy="822240"/>
            </a:xfrm>
            <a:prstGeom prst="rect">
              <a:avLst/>
            </a:prstGeom>
            <a:solidFill>
              <a:srgbClr val="f4f4f9"/>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4" name=""/>
            <p:cNvSpPr/>
            <p:nvPr/>
          </p:nvSpPr>
          <p:spPr>
            <a:xfrm>
              <a:off x="8595360" y="0"/>
              <a:ext cx="1484640" cy="1462320"/>
            </a:xfrm>
            <a:prstGeom prst="rect">
              <a:avLst/>
            </a:prstGeom>
            <a:solidFill>
              <a:srgbClr val="ddddd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5" name=""/>
            <p:cNvSpPr/>
            <p:nvPr/>
          </p:nvSpPr>
          <p:spPr>
            <a:xfrm>
              <a:off x="6766560" y="0"/>
              <a:ext cx="273600" cy="1005120"/>
            </a:xfrm>
            <a:prstGeom prst="rect">
              <a:avLst/>
            </a:prstGeom>
            <a:solidFill>
              <a:srgbClr val="2f4550">
                <a:alpha val="5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6" name=""/>
            <p:cNvSpPr/>
            <p:nvPr/>
          </p:nvSpPr>
          <p:spPr>
            <a:xfrm>
              <a:off x="1554480" y="0"/>
              <a:ext cx="182160" cy="913680"/>
            </a:xfrm>
            <a:prstGeom prst="rect">
              <a:avLst/>
            </a:prstGeom>
            <a:solidFill>
              <a:srgbClr val="808080"/>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7" name=""/>
            <p:cNvSpPr/>
            <p:nvPr/>
          </p:nvSpPr>
          <p:spPr>
            <a:xfrm>
              <a:off x="0" y="3017520"/>
              <a:ext cx="365040" cy="1096560"/>
            </a:xfrm>
            <a:prstGeom prst="rect">
              <a:avLst/>
            </a:prstGeom>
            <a:solidFill>
              <a:srgbClr val="f4f4f9"/>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8" name=""/>
            <p:cNvSpPr/>
            <p:nvPr/>
          </p:nvSpPr>
          <p:spPr>
            <a:xfrm>
              <a:off x="9601200" y="2560320"/>
              <a:ext cx="365040" cy="1553760"/>
            </a:xfrm>
            <a:prstGeom prst="rect">
              <a:avLst/>
            </a:prstGeom>
            <a:solidFill>
              <a:srgbClr val="b2b2b2"/>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9" name=""/>
            <p:cNvSpPr/>
            <p:nvPr/>
          </p:nvSpPr>
          <p:spPr>
            <a:xfrm>
              <a:off x="8778240" y="1828800"/>
              <a:ext cx="365040" cy="365040"/>
            </a:xfrm>
            <a:prstGeom prst="rect">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sp>
        <p:nvSpPr>
          <p:cNvPr id="20"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1" name="PlaceHolder 2"/>
          <p:cNvSpPr>
            <a:spLocks noGrp="1"/>
          </p:cNvSpPr>
          <p:nvPr>
            <p:ph type="body"/>
          </p:nvPr>
        </p:nvSpPr>
        <p:spPr>
          <a:xfrm>
            <a:off x="468000" y="1800000"/>
            <a:ext cx="9071280" cy="3287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2" name="PlaceHolder 3"/>
          <p:cNvSpPr>
            <a:spLocks noGrp="1"/>
          </p:cNvSpPr>
          <p:nvPr>
            <p:ph type="ftr" idx="1"/>
          </p:nvPr>
        </p:nvSpPr>
        <p:spPr>
          <a:xfrm>
            <a:off x="3442680" y="5166000"/>
            <a:ext cx="3194280" cy="38988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23" name="PlaceHolder 4"/>
          <p:cNvSpPr>
            <a:spLocks noGrp="1"/>
          </p:cNvSpPr>
          <p:nvPr>
            <p:ph type="sldNum" idx="2"/>
          </p:nvPr>
        </p:nvSpPr>
        <p:spPr>
          <a:xfrm>
            <a:off x="7227360" y="5166000"/>
            <a:ext cx="2347560" cy="389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401414FF-A7B2-4DE4-BBC4-A1D9FFD2DF34}"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24" name="PlaceHolder 5"/>
          <p:cNvSpPr>
            <a:spLocks noGrp="1"/>
          </p:cNvSpPr>
          <p:nvPr>
            <p:ph type="dt" idx="3"/>
          </p:nvPr>
        </p:nvSpPr>
        <p:spPr>
          <a:xfrm>
            <a:off x="468000" y="5166000"/>
            <a:ext cx="2347560" cy="38988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27" name=""/>
          <p:cNvGrpSpPr/>
          <p:nvPr/>
        </p:nvGrpSpPr>
        <p:grpSpPr>
          <a:xfrm>
            <a:off x="0" y="0"/>
            <a:ext cx="10080000" cy="4114080"/>
            <a:chOff x="0" y="0"/>
            <a:chExt cx="10080000" cy="4114080"/>
          </a:xfrm>
        </p:grpSpPr>
        <p:sp>
          <p:nvSpPr>
            <p:cNvPr id="28" name=""/>
            <p:cNvSpPr/>
            <p:nvPr/>
          </p:nvSpPr>
          <p:spPr>
            <a:xfrm>
              <a:off x="0" y="0"/>
              <a:ext cx="10080000" cy="4114080"/>
            </a:xfrm>
            <a:prstGeom prst="rect">
              <a:avLst/>
            </a:prstGeom>
            <a:solidFill>
              <a:srgbClr val="e9ecef"/>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9" name=""/>
            <p:cNvSpPr/>
            <p:nvPr/>
          </p:nvSpPr>
          <p:spPr>
            <a:xfrm>
              <a:off x="0" y="0"/>
              <a:ext cx="10080000" cy="4114080"/>
            </a:xfrm>
            <a:prstGeom prst="rect">
              <a:avLst/>
            </a:prstGeom>
            <a:solidFill>
              <a:srgbClr val="e9ecef"/>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0" name=""/>
            <p:cNvSpPr/>
            <p:nvPr/>
          </p:nvSpPr>
          <p:spPr>
            <a:xfrm>
              <a:off x="0" y="1280160"/>
              <a:ext cx="1553760" cy="639360"/>
            </a:xfrm>
            <a:prstGeom prst="rect">
              <a:avLst/>
            </a:prstGeom>
            <a:solidFill>
              <a:srgbClr val="343a40">
                <a:alpha val="2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31" name=""/>
            <p:cNvSpPr/>
            <p:nvPr/>
          </p:nvSpPr>
          <p:spPr>
            <a:xfrm>
              <a:off x="914400" y="1920240"/>
              <a:ext cx="1279440" cy="1828080"/>
            </a:xfrm>
            <a:prstGeom prst="rect">
              <a:avLst/>
            </a:prstGeom>
            <a:solidFill>
              <a:srgbClr val="ced4da"/>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2" name=""/>
            <p:cNvSpPr/>
            <p:nvPr/>
          </p:nvSpPr>
          <p:spPr>
            <a:xfrm>
              <a:off x="2194560" y="548640"/>
              <a:ext cx="1279440" cy="1828080"/>
            </a:xfrm>
            <a:prstGeom prst="rect">
              <a:avLst/>
            </a:prstGeom>
            <a:solidFill>
              <a:srgbClr val="dee2e6"/>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3" name=""/>
            <p:cNvSpPr/>
            <p:nvPr/>
          </p:nvSpPr>
          <p:spPr>
            <a:xfrm>
              <a:off x="3474720" y="1188720"/>
              <a:ext cx="365040" cy="365040"/>
            </a:xfrm>
            <a:prstGeom prst="rect">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4" name=""/>
            <p:cNvSpPr/>
            <p:nvPr/>
          </p:nvSpPr>
          <p:spPr>
            <a:xfrm>
              <a:off x="4206240" y="0"/>
              <a:ext cx="1462320" cy="913680"/>
            </a:xfrm>
            <a:prstGeom prst="rect">
              <a:avLst/>
            </a:prstGeom>
            <a:solidFill>
              <a:srgbClr val="6c757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35" name=""/>
            <p:cNvSpPr/>
            <p:nvPr/>
          </p:nvSpPr>
          <p:spPr>
            <a:xfrm>
              <a:off x="4663440" y="914400"/>
              <a:ext cx="1005120" cy="456480"/>
            </a:xfrm>
            <a:prstGeom prst="rect">
              <a:avLst/>
            </a:prstGeom>
            <a:solidFill>
              <a:srgbClr val="dee2e6"/>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6" name=""/>
            <p:cNvSpPr/>
            <p:nvPr/>
          </p:nvSpPr>
          <p:spPr>
            <a:xfrm>
              <a:off x="3474720" y="1737360"/>
              <a:ext cx="3108240" cy="1005120"/>
            </a:xfrm>
            <a:prstGeom prst="rect">
              <a:avLst/>
            </a:prstGeom>
            <a:solidFill>
              <a:srgbClr val="ced4da"/>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7" name=""/>
            <p:cNvSpPr/>
            <p:nvPr/>
          </p:nvSpPr>
          <p:spPr>
            <a:xfrm>
              <a:off x="4114800" y="2743200"/>
              <a:ext cx="1462320" cy="1005120"/>
            </a:xfrm>
            <a:prstGeom prst="rect">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8" name=""/>
            <p:cNvSpPr/>
            <p:nvPr/>
          </p:nvSpPr>
          <p:spPr>
            <a:xfrm>
              <a:off x="6583680" y="1463040"/>
              <a:ext cx="1553760" cy="456480"/>
            </a:xfrm>
            <a:prstGeom prst="rect">
              <a:avLst/>
            </a:prstGeom>
            <a:solidFill>
              <a:srgbClr val="b2b2b2">
                <a:alpha val="6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9" name=""/>
            <p:cNvSpPr/>
            <p:nvPr/>
          </p:nvSpPr>
          <p:spPr>
            <a:xfrm>
              <a:off x="7315200" y="1920240"/>
              <a:ext cx="1462320" cy="1645200"/>
            </a:xfrm>
            <a:prstGeom prst="rect">
              <a:avLst/>
            </a:prstGeom>
            <a:solidFill>
              <a:srgbClr val="b2b2b2">
                <a:alpha val="3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0" name=""/>
            <p:cNvSpPr/>
            <p:nvPr/>
          </p:nvSpPr>
          <p:spPr>
            <a:xfrm>
              <a:off x="2743200" y="2377440"/>
              <a:ext cx="547920" cy="822240"/>
            </a:xfrm>
            <a:prstGeom prst="rect">
              <a:avLst/>
            </a:prstGeom>
            <a:solidFill>
              <a:srgbClr val="f4f4f9"/>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1" name=""/>
            <p:cNvSpPr/>
            <p:nvPr/>
          </p:nvSpPr>
          <p:spPr>
            <a:xfrm>
              <a:off x="8595360" y="0"/>
              <a:ext cx="1484640" cy="1462320"/>
            </a:xfrm>
            <a:prstGeom prst="rect">
              <a:avLst/>
            </a:prstGeom>
            <a:solidFill>
              <a:srgbClr val="ddddd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2" name=""/>
            <p:cNvSpPr/>
            <p:nvPr/>
          </p:nvSpPr>
          <p:spPr>
            <a:xfrm>
              <a:off x="6766560" y="0"/>
              <a:ext cx="273600" cy="1005120"/>
            </a:xfrm>
            <a:prstGeom prst="rect">
              <a:avLst/>
            </a:prstGeom>
            <a:solidFill>
              <a:srgbClr val="2f4550">
                <a:alpha val="5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43" name=""/>
            <p:cNvSpPr/>
            <p:nvPr/>
          </p:nvSpPr>
          <p:spPr>
            <a:xfrm>
              <a:off x="1554480" y="0"/>
              <a:ext cx="182160" cy="913680"/>
            </a:xfrm>
            <a:prstGeom prst="rect">
              <a:avLst/>
            </a:prstGeom>
            <a:solidFill>
              <a:srgbClr val="808080"/>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44" name=""/>
            <p:cNvSpPr/>
            <p:nvPr/>
          </p:nvSpPr>
          <p:spPr>
            <a:xfrm>
              <a:off x="0" y="3017520"/>
              <a:ext cx="365040" cy="1096560"/>
            </a:xfrm>
            <a:prstGeom prst="rect">
              <a:avLst/>
            </a:prstGeom>
            <a:solidFill>
              <a:srgbClr val="f4f4f9"/>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5" name=""/>
            <p:cNvSpPr/>
            <p:nvPr/>
          </p:nvSpPr>
          <p:spPr>
            <a:xfrm>
              <a:off x="9601200" y="2560320"/>
              <a:ext cx="365040" cy="1553760"/>
            </a:xfrm>
            <a:prstGeom prst="rect">
              <a:avLst/>
            </a:prstGeom>
            <a:solidFill>
              <a:srgbClr val="b2b2b2"/>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6" name=""/>
            <p:cNvSpPr/>
            <p:nvPr/>
          </p:nvSpPr>
          <p:spPr>
            <a:xfrm>
              <a:off x="8778240" y="1828800"/>
              <a:ext cx="365040" cy="365040"/>
            </a:xfrm>
            <a:prstGeom prst="rect">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sp>
        <p:nvSpPr>
          <p:cNvPr id="47" name="PlaceHolder 1"/>
          <p:cNvSpPr>
            <a:spLocks noGrp="1"/>
          </p:cNvSpPr>
          <p:nvPr>
            <p:ph type="ftr" idx="4"/>
          </p:nvPr>
        </p:nvSpPr>
        <p:spPr>
          <a:xfrm>
            <a:off x="3442680" y="5166000"/>
            <a:ext cx="3194280" cy="38988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48" name="PlaceHolder 2"/>
          <p:cNvSpPr>
            <a:spLocks noGrp="1"/>
          </p:cNvSpPr>
          <p:nvPr>
            <p:ph type="sldNum" idx="5"/>
          </p:nvPr>
        </p:nvSpPr>
        <p:spPr>
          <a:xfrm>
            <a:off x="7227360" y="5166000"/>
            <a:ext cx="2347560" cy="389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EFF5E67E-5A09-4B19-9312-89475B3F8D9E}"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49" name="PlaceHolder 3"/>
          <p:cNvSpPr>
            <a:spLocks noGrp="1"/>
          </p:cNvSpPr>
          <p:nvPr>
            <p:ph type="dt" idx="6"/>
          </p:nvPr>
        </p:nvSpPr>
        <p:spPr>
          <a:xfrm>
            <a:off x="468000" y="5166000"/>
            <a:ext cx="2347560" cy="38988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50" name="PlaceHolder 4"/>
          <p:cNvSpPr>
            <a:spLocks noGrp="1"/>
          </p:cNvSpPr>
          <p:nvPr>
            <p:ph type="title"/>
          </p:nvPr>
        </p:nvSpPr>
        <p:spPr>
          <a:xfrm>
            <a:off x="504000" y="226080"/>
            <a:ext cx="9072000" cy="94644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51" name="PlaceHolder 5"/>
          <p:cNvSpPr>
            <a:spLocks noGrp="1"/>
          </p:cNvSpPr>
          <p:nvPr>
            <p:ph type="body"/>
          </p:nvPr>
        </p:nvSpPr>
        <p:spPr>
          <a:xfrm>
            <a:off x="504000" y="1326600"/>
            <a:ext cx="9072000" cy="3288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52" name=""/>
          <p:cNvGrpSpPr/>
          <p:nvPr/>
        </p:nvGrpSpPr>
        <p:grpSpPr>
          <a:xfrm>
            <a:off x="0" y="0"/>
            <a:ext cx="10080000" cy="4114080"/>
            <a:chOff x="0" y="0"/>
            <a:chExt cx="10080000" cy="4114080"/>
          </a:xfrm>
        </p:grpSpPr>
        <p:sp>
          <p:nvSpPr>
            <p:cNvPr id="53" name=""/>
            <p:cNvSpPr/>
            <p:nvPr/>
          </p:nvSpPr>
          <p:spPr>
            <a:xfrm>
              <a:off x="0" y="0"/>
              <a:ext cx="10080000" cy="4114080"/>
            </a:xfrm>
            <a:prstGeom prst="rect">
              <a:avLst/>
            </a:prstGeom>
            <a:solidFill>
              <a:srgbClr val="e9ecef"/>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54" name=""/>
            <p:cNvSpPr/>
            <p:nvPr/>
          </p:nvSpPr>
          <p:spPr>
            <a:xfrm>
              <a:off x="0" y="0"/>
              <a:ext cx="10080000" cy="4114080"/>
            </a:xfrm>
            <a:prstGeom prst="rect">
              <a:avLst/>
            </a:prstGeom>
            <a:solidFill>
              <a:srgbClr val="e9ecef"/>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55" name=""/>
            <p:cNvSpPr/>
            <p:nvPr/>
          </p:nvSpPr>
          <p:spPr>
            <a:xfrm>
              <a:off x="0" y="1280160"/>
              <a:ext cx="1553760" cy="639360"/>
            </a:xfrm>
            <a:prstGeom prst="rect">
              <a:avLst/>
            </a:prstGeom>
            <a:solidFill>
              <a:srgbClr val="343a40">
                <a:alpha val="2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56" name=""/>
            <p:cNvSpPr/>
            <p:nvPr/>
          </p:nvSpPr>
          <p:spPr>
            <a:xfrm>
              <a:off x="914400" y="1920240"/>
              <a:ext cx="1279440" cy="1828080"/>
            </a:xfrm>
            <a:prstGeom prst="rect">
              <a:avLst/>
            </a:prstGeom>
            <a:solidFill>
              <a:srgbClr val="ced4da"/>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57" name=""/>
            <p:cNvSpPr/>
            <p:nvPr/>
          </p:nvSpPr>
          <p:spPr>
            <a:xfrm>
              <a:off x="2194560" y="548640"/>
              <a:ext cx="1279440" cy="1828080"/>
            </a:xfrm>
            <a:prstGeom prst="rect">
              <a:avLst/>
            </a:prstGeom>
            <a:solidFill>
              <a:srgbClr val="dee2e6"/>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58" name=""/>
            <p:cNvSpPr/>
            <p:nvPr/>
          </p:nvSpPr>
          <p:spPr>
            <a:xfrm>
              <a:off x="3474720" y="1188720"/>
              <a:ext cx="365040" cy="365040"/>
            </a:xfrm>
            <a:prstGeom prst="rect">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59" name=""/>
            <p:cNvSpPr/>
            <p:nvPr/>
          </p:nvSpPr>
          <p:spPr>
            <a:xfrm>
              <a:off x="4206240" y="0"/>
              <a:ext cx="1462320" cy="913680"/>
            </a:xfrm>
            <a:prstGeom prst="rect">
              <a:avLst/>
            </a:prstGeom>
            <a:solidFill>
              <a:srgbClr val="6c757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60" name=""/>
            <p:cNvSpPr/>
            <p:nvPr/>
          </p:nvSpPr>
          <p:spPr>
            <a:xfrm>
              <a:off x="4663440" y="914400"/>
              <a:ext cx="1005120" cy="456480"/>
            </a:xfrm>
            <a:prstGeom prst="rect">
              <a:avLst/>
            </a:prstGeom>
            <a:solidFill>
              <a:srgbClr val="dee2e6"/>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61" name=""/>
            <p:cNvSpPr/>
            <p:nvPr/>
          </p:nvSpPr>
          <p:spPr>
            <a:xfrm>
              <a:off x="3474720" y="1737360"/>
              <a:ext cx="3108240" cy="1005120"/>
            </a:xfrm>
            <a:prstGeom prst="rect">
              <a:avLst/>
            </a:prstGeom>
            <a:solidFill>
              <a:srgbClr val="ced4da"/>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62" name=""/>
            <p:cNvSpPr/>
            <p:nvPr/>
          </p:nvSpPr>
          <p:spPr>
            <a:xfrm>
              <a:off x="4114800" y="2743200"/>
              <a:ext cx="1462320" cy="1005120"/>
            </a:xfrm>
            <a:prstGeom prst="rect">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63" name=""/>
            <p:cNvSpPr/>
            <p:nvPr/>
          </p:nvSpPr>
          <p:spPr>
            <a:xfrm>
              <a:off x="6583680" y="1463040"/>
              <a:ext cx="1553760" cy="456480"/>
            </a:xfrm>
            <a:prstGeom prst="rect">
              <a:avLst/>
            </a:prstGeom>
            <a:solidFill>
              <a:srgbClr val="b2b2b2">
                <a:alpha val="6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64" name=""/>
            <p:cNvSpPr/>
            <p:nvPr/>
          </p:nvSpPr>
          <p:spPr>
            <a:xfrm>
              <a:off x="7315200" y="1920240"/>
              <a:ext cx="1462320" cy="1645200"/>
            </a:xfrm>
            <a:prstGeom prst="rect">
              <a:avLst/>
            </a:prstGeom>
            <a:solidFill>
              <a:srgbClr val="b2b2b2">
                <a:alpha val="3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65" name=""/>
            <p:cNvSpPr/>
            <p:nvPr/>
          </p:nvSpPr>
          <p:spPr>
            <a:xfrm>
              <a:off x="2743200" y="2377440"/>
              <a:ext cx="547920" cy="822240"/>
            </a:xfrm>
            <a:prstGeom prst="rect">
              <a:avLst/>
            </a:prstGeom>
            <a:solidFill>
              <a:srgbClr val="f4f4f9"/>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66" name=""/>
            <p:cNvSpPr/>
            <p:nvPr/>
          </p:nvSpPr>
          <p:spPr>
            <a:xfrm>
              <a:off x="8595360" y="0"/>
              <a:ext cx="1484640" cy="1462320"/>
            </a:xfrm>
            <a:prstGeom prst="rect">
              <a:avLst/>
            </a:prstGeom>
            <a:solidFill>
              <a:srgbClr val="ddddd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67" name=""/>
            <p:cNvSpPr/>
            <p:nvPr/>
          </p:nvSpPr>
          <p:spPr>
            <a:xfrm>
              <a:off x="6766560" y="0"/>
              <a:ext cx="273600" cy="1005120"/>
            </a:xfrm>
            <a:prstGeom prst="rect">
              <a:avLst/>
            </a:prstGeom>
            <a:solidFill>
              <a:srgbClr val="2f4550">
                <a:alpha val="5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68" name=""/>
            <p:cNvSpPr/>
            <p:nvPr/>
          </p:nvSpPr>
          <p:spPr>
            <a:xfrm>
              <a:off x="1554480" y="0"/>
              <a:ext cx="182160" cy="913680"/>
            </a:xfrm>
            <a:prstGeom prst="rect">
              <a:avLst/>
            </a:prstGeom>
            <a:solidFill>
              <a:srgbClr val="808080"/>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69" name=""/>
            <p:cNvSpPr/>
            <p:nvPr/>
          </p:nvSpPr>
          <p:spPr>
            <a:xfrm>
              <a:off x="0" y="3017520"/>
              <a:ext cx="365040" cy="1096560"/>
            </a:xfrm>
            <a:prstGeom prst="rect">
              <a:avLst/>
            </a:prstGeom>
            <a:solidFill>
              <a:srgbClr val="f4f4f9"/>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70" name=""/>
            <p:cNvSpPr/>
            <p:nvPr/>
          </p:nvSpPr>
          <p:spPr>
            <a:xfrm>
              <a:off x="9601200" y="2560320"/>
              <a:ext cx="365040" cy="1553760"/>
            </a:xfrm>
            <a:prstGeom prst="rect">
              <a:avLst/>
            </a:prstGeom>
            <a:solidFill>
              <a:srgbClr val="b2b2b2"/>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71" name=""/>
            <p:cNvSpPr/>
            <p:nvPr/>
          </p:nvSpPr>
          <p:spPr>
            <a:xfrm>
              <a:off x="8778240" y="1828800"/>
              <a:ext cx="365040" cy="365040"/>
            </a:xfrm>
            <a:prstGeom prst="rect">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sp>
        <p:nvSpPr>
          <p:cNvPr id="72"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73" name="PlaceHolder 2"/>
          <p:cNvSpPr>
            <a:spLocks noGrp="1"/>
          </p:cNvSpPr>
          <p:nvPr>
            <p:ph type="body"/>
          </p:nvPr>
        </p:nvSpPr>
        <p:spPr>
          <a:xfrm>
            <a:off x="468000" y="1800000"/>
            <a:ext cx="9071280" cy="3287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74" name="PlaceHolder 3"/>
          <p:cNvSpPr>
            <a:spLocks noGrp="1"/>
          </p:cNvSpPr>
          <p:nvPr>
            <p:ph type="ftr" idx="7"/>
          </p:nvPr>
        </p:nvSpPr>
        <p:spPr>
          <a:xfrm>
            <a:off x="3442680" y="5166000"/>
            <a:ext cx="3194280" cy="38988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75" name="PlaceHolder 4"/>
          <p:cNvSpPr>
            <a:spLocks noGrp="1"/>
          </p:cNvSpPr>
          <p:nvPr>
            <p:ph type="sldNum" idx="8"/>
          </p:nvPr>
        </p:nvSpPr>
        <p:spPr>
          <a:xfrm>
            <a:off x="7227360" y="5166000"/>
            <a:ext cx="2347560" cy="389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2C32F8DF-0641-4315-9F39-2603E600358B}"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76" name="PlaceHolder 5"/>
          <p:cNvSpPr>
            <a:spLocks noGrp="1"/>
          </p:cNvSpPr>
          <p:nvPr>
            <p:ph type="dt" idx="9"/>
          </p:nvPr>
        </p:nvSpPr>
        <p:spPr>
          <a:xfrm>
            <a:off x="468000" y="5166000"/>
            <a:ext cx="2347560" cy="38988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79" name=""/>
          <p:cNvGrpSpPr/>
          <p:nvPr/>
        </p:nvGrpSpPr>
        <p:grpSpPr>
          <a:xfrm>
            <a:off x="0" y="0"/>
            <a:ext cx="10080000" cy="4114080"/>
            <a:chOff x="0" y="0"/>
            <a:chExt cx="10080000" cy="4114080"/>
          </a:xfrm>
        </p:grpSpPr>
        <p:sp>
          <p:nvSpPr>
            <p:cNvPr id="80" name=""/>
            <p:cNvSpPr/>
            <p:nvPr/>
          </p:nvSpPr>
          <p:spPr>
            <a:xfrm>
              <a:off x="0" y="0"/>
              <a:ext cx="10080000" cy="4114080"/>
            </a:xfrm>
            <a:prstGeom prst="rect">
              <a:avLst/>
            </a:prstGeom>
            <a:solidFill>
              <a:srgbClr val="e9ecef"/>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81" name=""/>
            <p:cNvSpPr/>
            <p:nvPr/>
          </p:nvSpPr>
          <p:spPr>
            <a:xfrm>
              <a:off x="0" y="0"/>
              <a:ext cx="10080000" cy="4114080"/>
            </a:xfrm>
            <a:prstGeom prst="rect">
              <a:avLst/>
            </a:prstGeom>
            <a:solidFill>
              <a:srgbClr val="e9ecef"/>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82" name=""/>
            <p:cNvSpPr/>
            <p:nvPr/>
          </p:nvSpPr>
          <p:spPr>
            <a:xfrm>
              <a:off x="0" y="1280160"/>
              <a:ext cx="1553760" cy="639360"/>
            </a:xfrm>
            <a:prstGeom prst="rect">
              <a:avLst/>
            </a:prstGeom>
            <a:solidFill>
              <a:srgbClr val="343a40">
                <a:alpha val="2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83" name=""/>
            <p:cNvSpPr/>
            <p:nvPr/>
          </p:nvSpPr>
          <p:spPr>
            <a:xfrm>
              <a:off x="914400" y="1920240"/>
              <a:ext cx="1279440" cy="1828080"/>
            </a:xfrm>
            <a:prstGeom prst="rect">
              <a:avLst/>
            </a:prstGeom>
            <a:solidFill>
              <a:srgbClr val="ced4da"/>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84" name=""/>
            <p:cNvSpPr/>
            <p:nvPr/>
          </p:nvSpPr>
          <p:spPr>
            <a:xfrm>
              <a:off x="2194560" y="548640"/>
              <a:ext cx="1279440" cy="1828080"/>
            </a:xfrm>
            <a:prstGeom prst="rect">
              <a:avLst/>
            </a:prstGeom>
            <a:solidFill>
              <a:srgbClr val="dee2e6"/>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85" name=""/>
            <p:cNvSpPr/>
            <p:nvPr/>
          </p:nvSpPr>
          <p:spPr>
            <a:xfrm>
              <a:off x="3474720" y="1188720"/>
              <a:ext cx="365040" cy="365040"/>
            </a:xfrm>
            <a:prstGeom prst="rect">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86" name=""/>
            <p:cNvSpPr/>
            <p:nvPr/>
          </p:nvSpPr>
          <p:spPr>
            <a:xfrm>
              <a:off x="4206240" y="0"/>
              <a:ext cx="1462320" cy="913680"/>
            </a:xfrm>
            <a:prstGeom prst="rect">
              <a:avLst/>
            </a:prstGeom>
            <a:solidFill>
              <a:srgbClr val="6c757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87" name=""/>
            <p:cNvSpPr/>
            <p:nvPr/>
          </p:nvSpPr>
          <p:spPr>
            <a:xfrm>
              <a:off x="4663440" y="914400"/>
              <a:ext cx="1005120" cy="456480"/>
            </a:xfrm>
            <a:prstGeom prst="rect">
              <a:avLst/>
            </a:prstGeom>
            <a:solidFill>
              <a:srgbClr val="dee2e6"/>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88" name=""/>
            <p:cNvSpPr/>
            <p:nvPr/>
          </p:nvSpPr>
          <p:spPr>
            <a:xfrm>
              <a:off x="3474720" y="1737360"/>
              <a:ext cx="3108240" cy="1005120"/>
            </a:xfrm>
            <a:prstGeom prst="rect">
              <a:avLst/>
            </a:prstGeom>
            <a:solidFill>
              <a:srgbClr val="ced4da"/>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89" name=""/>
            <p:cNvSpPr/>
            <p:nvPr/>
          </p:nvSpPr>
          <p:spPr>
            <a:xfrm>
              <a:off x="4114800" y="2743200"/>
              <a:ext cx="1462320" cy="1005120"/>
            </a:xfrm>
            <a:prstGeom prst="rect">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90" name=""/>
            <p:cNvSpPr/>
            <p:nvPr/>
          </p:nvSpPr>
          <p:spPr>
            <a:xfrm>
              <a:off x="6583680" y="1463040"/>
              <a:ext cx="1553760" cy="456480"/>
            </a:xfrm>
            <a:prstGeom prst="rect">
              <a:avLst/>
            </a:prstGeom>
            <a:solidFill>
              <a:srgbClr val="b2b2b2">
                <a:alpha val="6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91" name=""/>
            <p:cNvSpPr/>
            <p:nvPr/>
          </p:nvSpPr>
          <p:spPr>
            <a:xfrm>
              <a:off x="7315200" y="1920240"/>
              <a:ext cx="1462320" cy="1645200"/>
            </a:xfrm>
            <a:prstGeom prst="rect">
              <a:avLst/>
            </a:prstGeom>
            <a:solidFill>
              <a:srgbClr val="b2b2b2">
                <a:alpha val="3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92" name=""/>
            <p:cNvSpPr/>
            <p:nvPr/>
          </p:nvSpPr>
          <p:spPr>
            <a:xfrm>
              <a:off x="2743200" y="2377440"/>
              <a:ext cx="547920" cy="822240"/>
            </a:xfrm>
            <a:prstGeom prst="rect">
              <a:avLst/>
            </a:prstGeom>
            <a:solidFill>
              <a:srgbClr val="f4f4f9"/>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93" name=""/>
            <p:cNvSpPr/>
            <p:nvPr/>
          </p:nvSpPr>
          <p:spPr>
            <a:xfrm>
              <a:off x="8595360" y="0"/>
              <a:ext cx="1484640" cy="1462320"/>
            </a:xfrm>
            <a:prstGeom prst="rect">
              <a:avLst/>
            </a:prstGeom>
            <a:solidFill>
              <a:srgbClr val="ddddd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94" name=""/>
            <p:cNvSpPr/>
            <p:nvPr/>
          </p:nvSpPr>
          <p:spPr>
            <a:xfrm>
              <a:off x="6766560" y="0"/>
              <a:ext cx="273600" cy="1005120"/>
            </a:xfrm>
            <a:prstGeom prst="rect">
              <a:avLst/>
            </a:prstGeom>
            <a:solidFill>
              <a:srgbClr val="2f4550">
                <a:alpha val="5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95" name=""/>
            <p:cNvSpPr/>
            <p:nvPr/>
          </p:nvSpPr>
          <p:spPr>
            <a:xfrm>
              <a:off x="1554480" y="0"/>
              <a:ext cx="182160" cy="913680"/>
            </a:xfrm>
            <a:prstGeom prst="rect">
              <a:avLst/>
            </a:prstGeom>
            <a:solidFill>
              <a:srgbClr val="808080"/>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96" name=""/>
            <p:cNvSpPr/>
            <p:nvPr/>
          </p:nvSpPr>
          <p:spPr>
            <a:xfrm>
              <a:off x="0" y="3017520"/>
              <a:ext cx="365040" cy="1096560"/>
            </a:xfrm>
            <a:prstGeom prst="rect">
              <a:avLst/>
            </a:prstGeom>
            <a:solidFill>
              <a:srgbClr val="f4f4f9"/>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97" name=""/>
            <p:cNvSpPr/>
            <p:nvPr/>
          </p:nvSpPr>
          <p:spPr>
            <a:xfrm>
              <a:off x="9601200" y="2560320"/>
              <a:ext cx="365040" cy="1553760"/>
            </a:xfrm>
            <a:prstGeom prst="rect">
              <a:avLst/>
            </a:prstGeom>
            <a:solidFill>
              <a:srgbClr val="b2b2b2"/>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98" name=""/>
            <p:cNvSpPr/>
            <p:nvPr/>
          </p:nvSpPr>
          <p:spPr>
            <a:xfrm>
              <a:off x="8778240" y="1828800"/>
              <a:ext cx="365040" cy="365040"/>
            </a:xfrm>
            <a:prstGeom prst="rect">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sp>
        <p:nvSpPr>
          <p:cNvPr id="99"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00" name="PlaceHolder 2"/>
          <p:cNvSpPr>
            <a:spLocks noGrp="1"/>
          </p:cNvSpPr>
          <p:nvPr>
            <p:ph type="ftr" idx="10"/>
          </p:nvPr>
        </p:nvSpPr>
        <p:spPr>
          <a:xfrm>
            <a:off x="3442680" y="5166000"/>
            <a:ext cx="3194280" cy="38988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101" name="PlaceHolder 3"/>
          <p:cNvSpPr>
            <a:spLocks noGrp="1"/>
          </p:cNvSpPr>
          <p:nvPr>
            <p:ph type="sldNum" idx="11"/>
          </p:nvPr>
        </p:nvSpPr>
        <p:spPr>
          <a:xfrm>
            <a:off x="7227360" y="5166000"/>
            <a:ext cx="2347560" cy="389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308D9377-5066-42AD-A3DC-FD9B0723A993}"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102" name="PlaceHolder 4"/>
          <p:cNvSpPr>
            <a:spLocks noGrp="1"/>
          </p:cNvSpPr>
          <p:nvPr>
            <p:ph type="dt" idx="12"/>
          </p:nvPr>
        </p:nvSpPr>
        <p:spPr>
          <a:xfrm>
            <a:off x="468000" y="5166000"/>
            <a:ext cx="2347560" cy="38988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03" name="PlaceHolder 5"/>
          <p:cNvSpPr>
            <a:spLocks noGrp="1"/>
          </p:cNvSpPr>
          <p:nvPr>
            <p:ph type="body"/>
          </p:nvPr>
        </p:nvSpPr>
        <p:spPr>
          <a:xfrm>
            <a:off x="504000" y="1326600"/>
            <a:ext cx="9072000" cy="3288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106" name=""/>
          <p:cNvGrpSpPr/>
          <p:nvPr/>
        </p:nvGrpSpPr>
        <p:grpSpPr>
          <a:xfrm>
            <a:off x="8540280" y="5065200"/>
            <a:ext cx="1279800" cy="914040"/>
            <a:chOff x="8540280" y="5065200"/>
            <a:chExt cx="1279800" cy="914040"/>
          </a:xfrm>
        </p:grpSpPr>
        <p:grpSp>
          <p:nvGrpSpPr>
            <p:cNvPr id="107" name=""/>
            <p:cNvGrpSpPr/>
            <p:nvPr/>
          </p:nvGrpSpPr>
          <p:grpSpPr>
            <a:xfrm>
              <a:off x="8540280" y="5065200"/>
              <a:ext cx="1279800" cy="914040"/>
              <a:chOff x="8540280" y="5065200"/>
              <a:chExt cx="1279800" cy="914040"/>
            </a:xfrm>
          </p:grpSpPr>
          <p:sp>
            <p:nvSpPr>
              <p:cNvPr id="108" name=""/>
              <p:cNvSpPr/>
              <p:nvPr/>
            </p:nvSpPr>
            <p:spPr>
              <a:xfrm flipV="1" rot="21598800">
                <a:off x="9637560" y="5430960"/>
                <a:ext cx="182160" cy="182160"/>
              </a:xfrm>
              <a:prstGeom prst="ellipse">
                <a:avLst/>
              </a:prstGeom>
              <a:blipFill rotWithShape="0">
                <a:blip r:embed="rId2"/>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09" name=""/>
              <p:cNvSpPr/>
              <p:nvPr/>
            </p:nvSpPr>
            <p:spPr>
              <a:xfrm flipV="1" rot="21598800">
                <a:off x="9271800" y="5430960"/>
                <a:ext cx="182160" cy="182160"/>
              </a:xfrm>
              <a:prstGeom prst="ellipse">
                <a:avLst/>
              </a:prstGeom>
              <a:blipFill rotWithShape="0">
                <a:blip r:embed="rId3"/>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10" name=""/>
              <p:cNvSpPr/>
              <p:nvPr/>
            </p:nvSpPr>
            <p:spPr>
              <a:xfrm flipV="1" rot="21598800">
                <a:off x="8906400" y="5430960"/>
                <a:ext cx="182160" cy="182160"/>
              </a:xfrm>
              <a:prstGeom prst="ellipse">
                <a:avLst/>
              </a:prstGeom>
              <a:blipFill rotWithShape="0">
                <a:blip r:embed="rId4"/>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11" name=""/>
              <p:cNvSpPr/>
              <p:nvPr/>
            </p:nvSpPr>
            <p:spPr>
              <a:xfrm flipV="1" rot="21598800">
                <a:off x="8540280" y="5431320"/>
                <a:ext cx="182160" cy="182160"/>
              </a:xfrm>
              <a:prstGeom prst="ellipse">
                <a:avLst/>
              </a:prstGeom>
              <a:blipFill rotWithShape="0">
                <a:blip r:embed="rId5"/>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12" name=""/>
              <p:cNvSpPr/>
              <p:nvPr/>
            </p:nvSpPr>
            <p:spPr>
              <a:xfrm flipV="1" rot="21598800">
                <a:off x="8540280" y="5065200"/>
                <a:ext cx="182160" cy="182160"/>
              </a:xfrm>
              <a:prstGeom prst="ellipse">
                <a:avLst/>
              </a:prstGeom>
              <a:blipFill rotWithShape="0">
                <a:blip r:embed="rId6"/>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13" name=""/>
              <p:cNvSpPr/>
              <p:nvPr/>
            </p:nvSpPr>
            <p:spPr>
              <a:xfrm flipV="1" rot="21598800">
                <a:off x="8906040" y="5065200"/>
                <a:ext cx="182160" cy="182160"/>
              </a:xfrm>
              <a:prstGeom prst="ellipse">
                <a:avLst/>
              </a:prstGeom>
              <a:blipFill rotWithShape="0">
                <a:blip r:embed="rId7"/>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14" name=""/>
              <p:cNvSpPr/>
              <p:nvPr/>
            </p:nvSpPr>
            <p:spPr>
              <a:xfrm flipV="1" rot="21598800">
                <a:off x="9271800" y="5065560"/>
                <a:ext cx="182160" cy="182160"/>
              </a:xfrm>
              <a:prstGeom prst="ellipse">
                <a:avLst/>
              </a:prstGeom>
              <a:blipFill rotWithShape="0">
                <a:blip r:embed="rId8"/>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15" name=""/>
              <p:cNvSpPr/>
              <p:nvPr/>
            </p:nvSpPr>
            <p:spPr>
              <a:xfrm flipV="1" rot="21598800">
                <a:off x="9637920" y="5065200"/>
                <a:ext cx="182160" cy="182160"/>
              </a:xfrm>
              <a:prstGeom prst="ellipse">
                <a:avLst/>
              </a:prstGeom>
              <a:blipFill rotWithShape="0">
                <a:blip r:embed="rId9"/>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16" name=""/>
              <p:cNvSpPr/>
              <p:nvPr/>
            </p:nvSpPr>
            <p:spPr>
              <a:xfrm flipV="1" rot="21598800">
                <a:off x="9637560" y="5796720"/>
                <a:ext cx="182160" cy="182160"/>
              </a:xfrm>
              <a:prstGeom prst="ellipse">
                <a:avLst/>
              </a:prstGeom>
              <a:blipFill rotWithShape="0">
                <a:blip r:embed="rId10"/>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17" name=""/>
              <p:cNvSpPr/>
              <p:nvPr/>
            </p:nvSpPr>
            <p:spPr>
              <a:xfrm flipV="1" rot="21598800">
                <a:off x="9272160" y="5797080"/>
                <a:ext cx="182160" cy="182160"/>
              </a:xfrm>
              <a:prstGeom prst="ellipse">
                <a:avLst/>
              </a:prstGeom>
              <a:blipFill rotWithShape="0">
                <a:blip r:embed="rId11"/>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18" name=""/>
              <p:cNvSpPr/>
              <p:nvPr/>
            </p:nvSpPr>
            <p:spPr>
              <a:xfrm flipV="1" rot="21598800">
                <a:off x="8906040" y="5796720"/>
                <a:ext cx="182160" cy="182160"/>
              </a:xfrm>
              <a:prstGeom prst="ellipse">
                <a:avLst/>
              </a:prstGeom>
              <a:blipFill rotWithShape="0">
                <a:blip r:embed="rId12"/>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19" name=""/>
              <p:cNvSpPr/>
              <p:nvPr/>
            </p:nvSpPr>
            <p:spPr>
              <a:xfrm flipV="1" rot="21598800">
                <a:off x="8540280" y="5796720"/>
                <a:ext cx="182160" cy="182160"/>
              </a:xfrm>
              <a:prstGeom prst="ellipse">
                <a:avLst/>
              </a:prstGeom>
              <a:blipFill rotWithShape="0">
                <a:blip r:embed="rId13"/>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grpSp>
      <p:sp>
        <p:nvSpPr>
          <p:cNvPr id="120" name=""/>
          <p:cNvSpPr/>
          <p:nvPr/>
        </p:nvSpPr>
        <p:spPr>
          <a:xfrm>
            <a:off x="1499760" y="1774080"/>
            <a:ext cx="2925360" cy="2925360"/>
          </a:xfrm>
          <a:prstGeom prst="ellipse">
            <a:avLst/>
          </a:prstGeom>
          <a:solidFill>
            <a:srgbClr val="cccccc">
              <a:alpha val="2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21" name=""/>
          <p:cNvSpPr/>
          <p:nvPr/>
        </p:nvSpPr>
        <p:spPr>
          <a:xfrm>
            <a:off x="1225080" y="1134360"/>
            <a:ext cx="1188360" cy="1187640"/>
          </a:xfrm>
          <a:prstGeom prst="ellipse">
            <a:avLst/>
          </a:prstGeom>
          <a:solidFill>
            <a:srgbClr val="cccccc">
              <a:alpha val="2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22" name=""/>
          <p:cNvSpPr/>
          <p:nvPr/>
        </p:nvSpPr>
        <p:spPr>
          <a:xfrm>
            <a:off x="3420000" y="4242960"/>
            <a:ext cx="639360" cy="639360"/>
          </a:xfrm>
          <a:prstGeom prst="ellipse">
            <a:avLst/>
          </a:prstGeom>
          <a:solidFill>
            <a:srgbClr val="cccccc">
              <a:alpha val="2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pic>
        <p:nvPicPr>
          <p:cNvPr id="123" name="" descr=""/>
          <p:cNvPicPr/>
          <p:nvPr/>
        </p:nvPicPr>
        <p:blipFill>
          <a:blip r:embed="rId14">
            <a:extLst>
              <a:ext uri="{96DAC541-7B7A-43D3-8B79-37D633B846F1}">
                <asvg:svgBlip xmlns:asvg="http://schemas.microsoft.com/office/drawing/2016/SVG/main" r:embed="rId15"/>
              </a:ext>
            </a:extLst>
            <a:alphaModFix amt="50000"/>
          </a:blip>
          <a:stretch/>
        </p:blipFill>
        <p:spPr>
          <a:xfrm>
            <a:off x="4349520" y="792360"/>
            <a:ext cx="5525280" cy="4144680"/>
          </a:xfrm>
          <a:prstGeom prst="rect">
            <a:avLst/>
          </a:prstGeom>
          <a:ln w="0">
            <a:noFill/>
          </a:ln>
          <a:effectLst>
            <a:outerShdw blurRad="762120" dir="2700000" dist="102841" rotWithShape="0">
              <a:srgbClr val="808080">
                <a:alpha val="50000"/>
              </a:srgbClr>
            </a:outerShdw>
          </a:effectLst>
        </p:spPr>
      </p:pic>
      <p:sp>
        <p:nvSpPr>
          <p:cNvPr id="124"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25" name="PlaceHolder 2"/>
          <p:cNvSpPr>
            <a:spLocks noGrp="1"/>
          </p:cNvSpPr>
          <p:nvPr>
            <p:ph type="body"/>
          </p:nvPr>
        </p:nvSpPr>
        <p:spPr>
          <a:xfrm>
            <a:off x="468000" y="1800000"/>
            <a:ext cx="9071280" cy="3287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26" name="PlaceHolder 3"/>
          <p:cNvSpPr>
            <a:spLocks noGrp="1"/>
          </p:cNvSpPr>
          <p:nvPr>
            <p:ph type="ftr" idx="13"/>
          </p:nvPr>
        </p:nvSpPr>
        <p:spPr>
          <a:xfrm>
            <a:off x="3442680" y="5166000"/>
            <a:ext cx="3194280" cy="38988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127" name="PlaceHolder 4"/>
          <p:cNvSpPr>
            <a:spLocks noGrp="1"/>
          </p:cNvSpPr>
          <p:nvPr>
            <p:ph type="sldNum" idx="14"/>
          </p:nvPr>
        </p:nvSpPr>
        <p:spPr>
          <a:xfrm>
            <a:off x="7227360" y="5166000"/>
            <a:ext cx="2347560" cy="389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CA415805-E32F-4C89-AFCD-23CB8F2EB781}"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128" name="PlaceHolder 5"/>
          <p:cNvSpPr>
            <a:spLocks noGrp="1"/>
          </p:cNvSpPr>
          <p:nvPr>
            <p:ph type="dt" idx="15"/>
          </p:nvPr>
        </p:nvSpPr>
        <p:spPr>
          <a:xfrm>
            <a:off x="468000" y="5166000"/>
            <a:ext cx="2347560" cy="38988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16"/>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131" name=""/>
          <p:cNvGrpSpPr/>
          <p:nvPr/>
        </p:nvGrpSpPr>
        <p:grpSpPr>
          <a:xfrm>
            <a:off x="7406640" y="3566160"/>
            <a:ext cx="2376720" cy="4296960"/>
            <a:chOff x="7406640" y="3566160"/>
            <a:chExt cx="2376720" cy="4296960"/>
          </a:xfrm>
        </p:grpSpPr>
        <p:sp>
          <p:nvSpPr>
            <p:cNvPr id="132" name=""/>
            <p:cNvSpPr/>
            <p:nvPr/>
          </p:nvSpPr>
          <p:spPr>
            <a:xfrm>
              <a:off x="8138160" y="4754880"/>
              <a:ext cx="456480" cy="2559600"/>
            </a:xfrm>
            <a:prstGeom prst="rect">
              <a:avLst/>
            </a:prstGeom>
            <a:blipFill rotWithShape="0">
              <a:blip r:embed="rId2"/>
              <a:srcRect/>
              <a:tile tx="0" ty="0" sx="74113" sy="74113" algn="ctr"/>
            </a:blip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33" name=""/>
            <p:cNvSpPr/>
            <p:nvPr/>
          </p:nvSpPr>
          <p:spPr>
            <a:xfrm>
              <a:off x="8961120" y="3566160"/>
              <a:ext cx="456480" cy="2559600"/>
            </a:xfrm>
            <a:prstGeom prst="rect">
              <a:avLst/>
            </a:prstGeom>
            <a:blipFill rotWithShape="0">
              <a:blip r:embed="rId3"/>
              <a:srcRect/>
              <a:tile tx="0" ty="0" sx="74113" sy="74113" algn="ctr"/>
            </a:blip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34" name=""/>
            <p:cNvSpPr/>
            <p:nvPr/>
          </p:nvSpPr>
          <p:spPr>
            <a:xfrm>
              <a:off x="8503920" y="5120640"/>
              <a:ext cx="1279440" cy="90720"/>
            </a:xfrm>
            <a:prstGeom prst="rect">
              <a:avLst/>
            </a:prstGeom>
            <a:solidFill>
              <a:srgbClr val="cccccc">
                <a:alpha val="7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35" name=""/>
            <p:cNvSpPr/>
            <p:nvPr/>
          </p:nvSpPr>
          <p:spPr>
            <a:xfrm>
              <a:off x="8321040" y="5303520"/>
              <a:ext cx="913680" cy="90720"/>
            </a:xfrm>
            <a:prstGeom prst="rect">
              <a:avLst/>
            </a:prstGeom>
            <a:solidFill>
              <a:srgbClr val="cccccc">
                <a:alpha val="7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36" name=""/>
            <p:cNvSpPr/>
            <p:nvPr/>
          </p:nvSpPr>
          <p:spPr>
            <a:xfrm>
              <a:off x="8869680" y="5486400"/>
              <a:ext cx="913680" cy="90720"/>
            </a:xfrm>
            <a:prstGeom prst="rect">
              <a:avLst/>
            </a:prstGeom>
            <a:solidFill>
              <a:srgbClr val="cccccc">
                <a:alpha val="7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37" name=""/>
            <p:cNvSpPr/>
            <p:nvPr/>
          </p:nvSpPr>
          <p:spPr>
            <a:xfrm>
              <a:off x="7406640" y="5303520"/>
              <a:ext cx="456480" cy="2559600"/>
            </a:xfrm>
            <a:prstGeom prst="rect">
              <a:avLst/>
            </a:prstGeom>
            <a:blipFill rotWithShape="0">
              <a:blip r:embed="rId4"/>
              <a:srcRect/>
              <a:tile tx="0" ty="0" sx="74113" sy="74113" algn="ctr"/>
            </a:blip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sp>
        <p:nvSpPr>
          <p:cNvPr id="138" name=""/>
          <p:cNvSpPr/>
          <p:nvPr/>
        </p:nvSpPr>
        <p:spPr>
          <a:xfrm flipH="1" flipV="1">
            <a:off x="1461240" y="-1555200"/>
            <a:ext cx="456480" cy="2559600"/>
          </a:xfrm>
          <a:prstGeom prst="rect">
            <a:avLst/>
          </a:prstGeom>
          <a:blipFill rotWithShape="0">
            <a:blip r:embed="rId5"/>
            <a:srcRect/>
            <a:tile tx="0" ty="0" sx="74113" sy="74113" algn="ctr"/>
          </a:blip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39" name=""/>
          <p:cNvSpPr/>
          <p:nvPr/>
        </p:nvSpPr>
        <p:spPr>
          <a:xfrm flipH="1" flipV="1">
            <a:off x="638280" y="-365400"/>
            <a:ext cx="456480" cy="2559600"/>
          </a:xfrm>
          <a:prstGeom prst="rect">
            <a:avLst/>
          </a:prstGeom>
          <a:blipFill rotWithShape="0">
            <a:blip r:embed="rId6"/>
            <a:srcRect/>
            <a:tile tx="0" ty="0" sx="74113" sy="74113" algn="ctr"/>
          </a:blip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40" name=""/>
          <p:cNvSpPr/>
          <p:nvPr/>
        </p:nvSpPr>
        <p:spPr>
          <a:xfrm flipH="1" flipV="1">
            <a:off x="273600" y="547920"/>
            <a:ext cx="1279440" cy="90720"/>
          </a:xfrm>
          <a:prstGeom prst="rect">
            <a:avLst/>
          </a:prstGeom>
          <a:solidFill>
            <a:srgbClr val="cccccc">
              <a:alpha val="7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41" name=""/>
          <p:cNvSpPr/>
          <p:nvPr/>
        </p:nvSpPr>
        <p:spPr>
          <a:xfrm flipH="1" flipV="1">
            <a:off x="822240" y="365040"/>
            <a:ext cx="913680" cy="90720"/>
          </a:xfrm>
          <a:prstGeom prst="rect">
            <a:avLst/>
          </a:prstGeom>
          <a:solidFill>
            <a:srgbClr val="cccccc">
              <a:alpha val="7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42" name=""/>
          <p:cNvSpPr/>
          <p:nvPr/>
        </p:nvSpPr>
        <p:spPr>
          <a:xfrm flipH="1" flipV="1">
            <a:off x="273600" y="182160"/>
            <a:ext cx="913680" cy="90720"/>
          </a:xfrm>
          <a:prstGeom prst="rect">
            <a:avLst/>
          </a:prstGeom>
          <a:solidFill>
            <a:srgbClr val="cccccc">
              <a:alpha val="75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43" name=""/>
          <p:cNvSpPr/>
          <p:nvPr/>
        </p:nvSpPr>
        <p:spPr>
          <a:xfrm flipH="1" flipV="1">
            <a:off x="2193840" y="-2103840"/>
            <a:ext cx="456480" cy="2559600"/>
          </a:xfrm>
          <a:prstGeom prst="rect">
            <a:avLst/>
          </a:prstGeom>
          <a:blipFill rotWithShape="0">
            <a:blip r:embed="rId7"/>
            <a:srcRect/>
            <a:tile tx="0" ty="0" sx="74113" sy="74113" algn="ctr"/>
          </a:blip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44" name=""/>
          <p:cNvSpPr/>
          <p:nvPr/>
        </p:nvSpPr>
        <p:spPr>
          <a:xfrm>
            <a:off x="3474720" y="2560320"/>
            <a:ext cx="2742480" cy="274248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45"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46" name="PlaceHolder 2"/>
          <p:cNvSpPr>
            <a:spLocks noGrp="1"/>
          </p:cNvSpPr>
          <p:nvPr>
            <p:ph type="body"/>
          </p:nvPr>
        </p:nvSpPr>
        <p:spPr>
          <a:xfrm>
            <a:off x="468000" y="1800000"/>
            <a:ext cx="9071280" cy="3287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47" name="PlaceHolder 3"/>
          <p:cNvSpPr>
            <a:spLocks noGrp="1"/>
          </p:cNvSpPr>
          <p:nvPr>
            <p:ph type="ftr" idx="16"/>
          </p:nvPr>
        </p:nvSpPr>
        <p:spPr>
          <a:xfrm>
            <a:off x="3442680" y="5166000"/>
            <a:ext cx="3194280" cy="38988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148" name="PlaceHolder 4"/>
          <p:cNvSpPr>
            <a:spLocks noGrp="1"/>
          </p:cNvSpPr>
          <p:nvPr>
            <p:ph type="sldNum" idx="17"/>
          </p:nvPr>
        </p:nvSpPr>
        <p:spPr>
          <a:xfrm>
            <a:off x="7227360" y="5166000"/>
            <a:ext cx="2347560" cy="389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FC8F47B8-F5ED-4B5B-B7A3-4482C30DF961}"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149" name="PlaceHolder 5"/>
          <p:cNvSpPr>
            <a:spLocks noGrp="1"/>
          </p:cNvSpPr>
          <p:nvPr>
            <p:ph type="dt" idx="18"/>
          </p:nvPr>
        </p:nvSpPr>
        <p:spPr>
          <a:xfrm>
            <a:off x="468000" y="5166000"/>
            <a:ext cx="2347560" cy="38988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8"/>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 name=""/>
          <p:cNvSpPr/>
          <p:nvPr/>
        </p:nvSpPr>
        <p:spPr>
          <a:xfrm>
            <a:off x="822960" y="2468880"/>
            <a:ext cx="1462320" cy="1462320"/>
          </a:xfrm>
          <a:prstGeom prst="ellipse">
            <a:avLst/>
          </a:prstGeom>
          <a:solidFill>
            <a:srgbClr val="eeeeee"/>
          </a:solidFill>
          <a:ln w="0">
            <a:noFill/>
          </a:ln>
          <a:effectLst>
            <a:outerShdw blurRad="0" dir="2700000" dist="102841" rotWithShape="0">
              <a:srgbClr val="808080">
                <a:alpha val="20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53" name=""/>
          <p:cNvSpPr/>
          <p:nvPr/>
        </p:nvSpPr>
        <p:spPr>
          <a:xfrm>
            <a:off x="4480560" y="1554480"/>
            <a:ext cx="1462320" cy="1462320"/>
          </a:xfrm>
          <a:prstGeom prst="ellipse">
            <a:avLst/>
          </a:prstGeom>
          <a:solidFill>
            <a:srgbClr val="eeeeee"/>
          </a:solidFill>
          <a:ln w="0">
            <a:noFill/>
          </a:ln>
          <a:effectLst>
            <a:outerShdw blurRad="0" dir="2700000" dist="102841" rotWithShape="0">
              <a:srgbClr val="808080">
                <a:alpha val="20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54" name=""/>
          <p:cNvSpPr/>
          <p:nvPr/>
        </p:nvSpPr>
        <p:spPr>
          <a:xfrm>
            <a:off x="6583680" y="3108960"/>
            <a:ext cx="1462320" cy="1462320"/>
          </a:xfrm>
          <a:prstGeom prst="ellipse">
            <a:avLst/>
          </a:prstGeom>
          <a:solidFill>
            <a:srgbClr val="eeeeee"/>
          </a:solidFill>
          <a:ln w="0">
            <a:noFill/>
          </a:ln>
          <a:effectLst>
            <a:outerShdw blurRad="0" dir="2700000" dist="102841" rotWithShape="0">
              <a:srgbClr val="808080">
                <a:alpha val="20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55" name=""/>
          <p:cNvSpPr/>
          <p:nvPr/>
        </p:nvSpPr>
        <p:spPr>
          <a:xfrm>
            <a:off x="1554480" y="4114800"/>
            <a:ext cx="913680" cy="656640"/>
          </a:xfrm>
          <a:custGeom>
            <a:avLst/>
            <a:gdLst>
              <a:gd name="textAreaLeft" fmla="*/ 0 w 913680"/>
              <a:gd name="textAreaRight" fmla="*/ 914400 w 913680"/>
              <a:gd name="textAreaTop" fmla="*/ 0 h 656640"/>
              <a:gd name="textAreaBottom" fmla="*/ 657360 h 656640"/>
            </a:gdLst>
            <a:ahLst/>
            <a:rect l="textAreaLeft" t="textAreaTop" r="textAreaRight" b="textAreaBottom"/>
            <a:pathLst>
              <a:path fill="none" w="2540" h="1826">
                <a:moveTo>
                  <a:pt x="0" y="0"/>
                </a:moveTo>
                <a:cubicBezTo>
                  <a:pt x="508" y="2286"/>
                  <a:pt x="2540" y="1778"/>
                  <a:pt x="2540" y="1778"/>
                </a:cubicBezTo>
              </a:path>
            </a:pathLst>
          </a:custGeom>
          <a:noFill/>
          <a:ln w="36720">
            <a:solidFill>
              <a:srgbClr val="666666"/>
            </a:solidFill>
            <a:custDash>
              <a:ds d="600000" sp="300000"/>
            </a:custDash>
            <a:round/>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156" name=""/>
          <p:cNvSpPr/>
          <p:nvPr/>
        </p:nvSpPr>
        <p:spPr>
          <a:xfrm>
            <a:off x="3657600" y="1188720"/>
            <a:ext cx="822240" cy="639360"/>
          </a:xfrm>
          <a:custGeom>
            <a:avLst/>
            <a:gdLst>
              <a:gd name="textAreaLeft" fmla="*/ 0 w 822240"/>
              <a:gd name="textAreaRight" fmla="*/ 822960 w 822240"/>
              <a:gd name="textAreaTop" fmla="*/ 0 h 639360"/>
              <a:gd name="textAreaBottom" fmla="*/ 640080 h 639360"/>
            </a:gdLst>
            <a:ahLst/>
            <a:rect l="textAreaLeft" t="textAreaTop" r="textAreaRight" b="textAreaBottom"/>
            <a:pathLst>
              <a:path fill="none" w="2286" h="1778">
                <a:moveTo>
                  <a:pt x="2286" y="1778"/>
                </a:moveTo>
                <a:cubicBezTo>
                  <a:pt x="1016" y="1778"/>
                  <a:pt x="2033" y="0"/>
                  <a:pt x="0" y="0"/>
                </a:cubicBezTo>
              </a:path>
            </a:pathLst>
          </a:custGeom>
          <a:noFill/>
          <a:ln w="36720">
            <a:solidFill>
              <a:srgbClr val="666666"/>
            </a:solidFill>
            <a:custDash>
              <a:ds d="600000" sp="300000"/>
            </a:custDash>
            <a:round/>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157" name=""/>
          <p:cNvSpPr/>
          <p:nvPr/>
        </p:nvSpPr>
        <p:spPr>
          <a:xfrm>
            <a:off x="7955280" y="2011680"/>
            <a:ext cx="1463400" cy="1188000"/>
          </a:xfrm>
          <a:custGeom>
            <a:avLst/>
            <a:gdLst>
              <a:gd name="textAreaLeft" fmla="*/ 0 w 1463400"/>
              <a:gd name="textAreaRight" fmla="*/ 1464120 w 1463400"/>
              <a:gd name="textAreaTop" fmla="*/ 0 h 1188000"/>
              <a:gd name="textAreaBottom" fmla="*/ 1188720 h 1188000"/>
            </a:gdLst>
            <a:ahLst/>
            <a:rect l="textAreaLeft" t="textAreaTop" r="textAreaRight" b="textAreaBottom"/>
            <a:pathLst>
              <a:path fill="none" w="4067" h="3302">
                <a:moveTo>
                  <a:pt x="3302" y="0"/>
                </a:moveTo>
                <a:cubicBezTo>
                  <a:pt x="4826" y="1016"/>
                  <a:pt x="3810" y="2286"/>
                  <a:pt x="2540" y="2286"/>
                </a:cubicBezTo>
                <a:cubicBezTo>
                  <a:pt x="1269" y="2286"/>
                  <a:pt x="253" y="2540"/>
                  <a:pt x="0" y="3302"/>
                </a:cubicBezTo>
              </a:path>
            </a:pathLst>
          </a:custGeom>
          <a:noFill/>
          <a:ln w="36720">
            <a:solidFill>
              <a:srgbClr val="666666"/>
            </a:solidFill>
            <a:custDash>
              <a:ds d="600000" sp="300000"/>
            </a:custDash>
            <a:round/>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158" name=""/>
          <p:cNvSpPr/>
          <p:nvPr/>
        </p:nvSpPr>
        <p:spPr>
          <a:xfrm>
            <a:off x="2468880" y="822960"/>
            <a:ext cx="1409760" cy="137088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59" name=""/>
          <p:cNvSpPr/>
          <p:nvPr/>
        </p:nvSpPr>
        <p:spPr>
          <a:xfrm>
            <a:off x="3931920" y="4663440"/>
            <a:ext cx="1684080" cy="164520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60" name=""/>
          <p:cNvSpPr/>
          <p:nvPr/>
        </p:nvSpPr>
        <p:spPr>
          <a:xfrm>
            <a:off x="8412480" y="1280160"/>
            <a:ext cx="1096560" cy="100512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61"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62" name="PlaceHolder 2"/>
          <p:cNvSpPr>
            <a:spLocks noGrp="1"/>
          </p:cNvSpPr>
          <p:nvPr>
            <p:ph type="body"/>
          </p:nvPr>
        </p:nvSpPr>
        <p:spPr>
          <a:xfrm>
            <a:off x="468000" y="1800000"/>
            <a:ext cx="9071280" cy="3287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63" name="PlaceHolder 3"/>
          <p:cNvSpPr>
            <a:spLocks noGrp="1"/>
          </p:cNvSpPr>
          <p:nvPr>
            <p:ph type="ftr" idx="19"/>
          </p:nvPr>
        </p:nvSpPr>
        <p:spPr>
          <a:xfrm>
            <a:off x="3442680" y="5166000"/>
            <a:ext cx="3194280" cy="38988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164" name="PlaceHolder 4"/>
          <p:cNvSpPr>
            <a:spLocks noGrp="1"/>
          </p:cNvSpPr>
          <p:nvPr>
            <p:ph type="sldNum" idx="20"/>
          </p:nvPr>
        </p:nvSpPr>
        <p:spPr>
          <a:xfrm>
            <a:off x="7227360" y="5166000"/>
            <a:ext cx="2347560" cy="389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ED28C0BB-B41C-42EC-813C-09CF398B95CE}"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165" name="PlaceHolder 5"/>
          <p:cNvSpPr>
            <a:spLocks noGrp="1"/>
          </p:cNvSpPr>
          <p:nvPr>
            <p:ph type="dt" idx="21"/>
          </p:nvPr>
        </p:nvSpPr>
        <p:spPr>
          <a:xfrm>
            <a:off x="468000" y="5166000"/>
            <a:ext cx="2347560" cy="38988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 name=""/>
          <p:cNvSpPr/>
          <p:nvPr/>
        </p:nvSpPr>
        <p:spPr>
          <a:xfrm>
            <a:off x="822960" y="2468880"/>
            <a:ext cx="1462320" cy="1462320"/>
          </a:xfrm>
          <a:prstGeom prst="ellipse">
            <a:avLst/>
          </a:prstGeom>
          <a:solidFill>
            <a:srgbClr val="eeeeee"/>
          </a:solidFill>
          <a:ln w="0">
            <a:noFill/>
          </a:ln>
          <a:effectLst>
            <a:outerShdw blurRad="0" dir="2700000" dist="102841" rotWithShape="0">
              <a:srgbClr val="808080">
                <a:alpha val="20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69" name=""/>
          <p:cNvSpPr/>
          <p:nvPr/>
        </p:nvSpPr>
        <p:spPr>
          <a:xfrm>
            <a:off x="4480560" y="1554480"/>
            <a:ext cx="1462320" cy="1462320"/>
          </a:xfrm>
          <a:prstGeom prst="ellipse">
            <a:avLst/>
          </a:prstGeom>
          <a:solidFill>
            <a:srgbClr val="eeeeee"/>
          </a:solidFill>
          <a:ln w="0">
            <a:noFill/>
          </a:ln>
          <a:effectLst>
            <a:outerShdw blurRad="0" dir="2700000" dist="102841" rotWithShape="0">
              <a:srgbClr val="808080">
                <a:alpha val="20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70" name=""/>
          <p:cNvSpPr/>
          <p:nvPr/>
        </p:nvSpPr>
        <p:spPr>
          <a:xfrm>
            <a:off x="6583680" y="3108960"/>
            <a:ext cx="1462320" cy="1462320"/>
          </a:xfrm>
          <a:prstGeom prst="ellipse">
            <a:avLst/>
          </a:prstGeom>
          <a:solidFill>
            <a:srgbClr val="eeeeee"/>
          </a:solidFill>
          <a:ln w="0">
            <a:noFill/>
          </a:ln>
          <a:effectLst>
            <a:outerShdw blurRad="0" dir="2700000" dist="102841" rotWithShape="0">
              <a:srgbClr val="808080">
                <a:alpha val="20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71" name=""/>
          <p:cNvSpPr/>
          <p:nvPr/>
        </p:nvSpPr>
        <p:spPr>
          <a:xfrm>
            <a:off x="1554480" y="4114800"/>
            <a:ext cx="913680" cy="656640"/>
          </a:xfrm>
          <a:custGeom>
            <a:avLst/>
            <a:gdLst>
              <a:gd name="textAreaLeft" fmla="*/ 0 w 913680"/>
              <a:gd name="textAreaRight" fmla="*/ 914400 w 913680"/>
              <a:gd name="textAreaTop" fmla="*/ 0 h 656640"/>
              <a:gd name="textAreaBottom" fmla="*/ 657360 h 656640"/>
            </a:gdLst>
            <a:ahLst/>
            <a:rect l="textAreaLeft" t="textAreaTop" r="textAreaRight" b="textAreaBottom"/>
            <a:pathLst>
              <a:path fill="none" w="2540" h="1826">
                <a:moveTo>
                  <a:pt x="0" y="0"/>
                </a:moveTo>
                <a:cubicBezTo>
                  <a:pt x="508" y="2286"/>
                  <a:pt x="2540" y="1778"/>
                  <a:pt x="2540" y="1778"/>
                </a:cubicBezTo>
              </a:path>
            </a:pathLst>
          </a:custGeom>
          <a:noFill/>
          <a:ln w="36720">
            <a:solidFill>
              <a:srgbClr val="666666"/>
            </a:solidFill>
            <a:custDash>
              <a:ds d="600000" sp="300000"/>
            </a:custDash>
            <a:round/>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172" name=""/>
          <p:cNvSpPr/>
          <p:nvPr/>
        </p:nvSpPr>
        <p:spPr>
          <a:xfrm>
            <a:off x="3657600" y="1188720"/>
            <a:ext cx="822240" cy="639360"/>
          </a:xfrm>
          <a:custGeom>
            <a:avLst/>
            <a:gdLst>
              <a:gd name="textAreaLeft" fmla="*/ 0 w 822240"/>
              <a:gd name="textAreaRight" fmla="*/ 822960 w 822240"/>
              <a:gd name="textAreaTop" fmla="*/ 0 h 639360"/>
              <a:gd name="textAreaBottom" fmla="*/ 640080 h 639360"/>
            </a:gdLst>
            <a:ahLst/>
            <a:rect l="textAreaLeft" t="textAreaTop" r="textAreaRight" b="textAreaBottom"/>
            <a:pathLst>
              <a:path fill="none" w="2286" h="1778">
                <a:moveTo>
                  <a:pt x="2286" y="1778"/>
                </a:moveTo>
                <a:cubicBezTo>
                  <a:pt x="1016" y="1778"/>
                  <a:pt x="2033" y="0"/>
                  <a:pt x="0" y="0"/>
                </a:cubicBezTo>
              </a:path>
            </a:pathLst>
          </a:custGeom>
          <a:noFill/>
          <a:ln w="36720">
            <a:solidFill>
              <a:srgbClr val="666666"/>
            </a:solidFill>
            <a:custDash>
              <a:ds d="600000" sp="300000"/>
            </a:custDash>
            <a:round/>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173" name=""/>
          <p:cNvSpPr/>
          <p:nvPr/>
        </p:nvSpPr>
        <p:spPr>
          <a:xfrm>
            <a:off x="7955280" y="2011680"/>
            <a:ext cx="1463400" cy="1188000"/>
          </a:xfrm>
          <a:custGeom>
            <a:avLst/>
            <a:gdLst>
              <a:gd name="textAreaLeft" fmla="*/ 0 w 1463400"/>
              <a:gd name="textAreaRight" fmla="*/ 1464120 w 1463400"/>
              <a:gd name="textAreaTop" fmla="*/ 0 h 1188000"/>
              <a:gd name="textAreaBottom" fmla="*/ 1188720 h 1188000"/>
            </a:gdLst>
            <a:ahLst/>
            <a:rect l="textAreaLeft" t="textAreaTop" r="textAreaRight" b="textAreaBottom"/>
            <a:pathLst>
              <a:path fill="none" w="4067" h="3302">
                <a:moveTo>
                  <a:pt x="3302" y="0"/>
                </a:moveTo>
                <a:cubicBezTo>
                  <a:pt x="4826" y="1016"/>
                  <a:pt x="3810" y="2286"/>
                  <a:pt x="2540" y="2286"/>
                </a:cubicBezTo>
                <a:cubicBezTo>
                  <a:pt x="1269" y="2286"/>
                  <a:pt x="253" y="2540"/>
                  <a:pt x="0" y="3302"/>
                </a:cubicBezTo>
              </a:path>
            </a:pathLst>
          </a:custGeom>
          <a:noFill/>
          <a:ln w="36720">
            <a:solidFill>
              <a:srgbClr val="666666"/>
            </a:solidFill>
            <a:custDash>
              <a:ds d="600000" sp="300000"/>
            </a:custDash>
            <a:round/>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174" name=""/>
          <p:cNvSpPr/>
          <p:nvPr/>
        </p:nvSpPr>
        <p:spPr>
          <a:xfrm>
            <a:off x="2468880" y="822960"/>
            <a:ext cx="1409760" cy="137088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75" name=""/>
          <p:cNvSpPr/>
          <p:nvPr/>
        </p:nvSpPr>
        <p:spPr>
          <a:xfrm>
            <a:off x="3931920" y="4663440"/>
            <a:ext cx="1684080" cy="164520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76" name=""/>
          <p:cNvSpPr/>
          <p:nvPr/>
        </p:nvSpPr>
        <p:spPr>
          <a:xfrm>
            <a:off x="8412480" y="1280160"/>
            <a:ext cx="1096560" cy="100512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77" name="PlaceHolder 1"/>
          <p:cNvSpPr>
            <a:spLocks noGrp="1"/>
          </p:cNvSpPr>
          <p:nvPr>
            <p:ph type="ftr" idx="22"/>
          </p:nvPr>
        </p:nvSpPr>
        <p:spPr>
          <a:xfrm>
            <a:off x="3442680" y="5166000"/>
            <a:ext cx="3194280" cy="38988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178" name="PlaceHolder 2"/>
          <p:cNvSpPr>
            <a:spLocks noGrp="1"/>
          </p:cNvSpPr>
          <p:nvPr>
            <p:ph type="sldNum" idx="23"/>
          </p:nvPr>
        </p:nvSpPr>
        <p:spPr>
          <a:xfrm>
            <a:off x="7227360" y="5166000"/>
            <a:ext cx="2347560" cy="389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480AE6B6-B5B1-4A2B-9782-98E77EA0F143}"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179" name="PlaceHolder 3"/>
          <p:cNvSpPr>
            <a:spLocks noGrp="1"/>
          </p:cNvSpPr>
          <p:nvPr>
            <p:ph type="dt" idx="24"/>
          </p:nvPr>
        </p:nvSpPr>
        <p:spPr>
          <a:xfrm>
            <a:off x="468000" y="5166000"/>
            <a:ext cx="2347560" cy="38988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80" name="PlaceHolder 4"/>
          <p:cNvSpPr>
            <a:spLocks noGrp="1"/>
          </p:cNvSpPr>
          <p:nvPr>
            <p:ph type="title"/>
          </p:nvPr>
        </p:nvSpPr>
        <p:spPr>
          <a:xfrm>
            <a:off x="504000" y="226080"/>
            <a:ext cx="9072000" cy="94644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81" name="PlaceHolder 5"/>
          <p:cNvSpPr>
            <a:spLocks noGrp="1"/>
          </p:cNvSpPr>
          <p:nvPr>
            <p:ph type="body"/>
          </p:nvPr>
        </p:nvSpPr>
        <p:spPr>
          <a:xfrm>
            <a:off x="504000" y="1326600"/>
            <a:ext cx="9072000" cy="3288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a:t>
            </a:r>
            <a:r>
              <a:rPr b="0" lang="en-US" sz="3200" spc="-1" strike="noStrike">
                <a:solidFill>
                  <a:srgbClr val="000000"/>
                </a:solidFill>
                <a:latin typeface="Arial"/>
              </a:rPr>
              <a:t>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2" name=""/>
          <p:cNvSpPr/>
          <p:nvPr/>
        </p:nvSpPr>
        <p:spPr>
          <a:xfrm>
            <a:off x="2103480" y="3658320"/>
            <a:ext cx="1645200" cy="164520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83" name=""/>
          <p:cNvSpPr/>
          <p:nvPr/>
        </p:nvSpPr>
        <p:spPr>
          <a:xfrm>
            <a:off x="823320" y="-273240"/>
            <a:ext cx="2193840" cy="219384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84" name=""/>
          <p:cNvSpPr/>
          <p:nvPr/>
        </p:nvSpPr>
        <p:spPr>
          <a:xfrm>
            <a:off x="7955640" y="3109680"/>
            <a:ext cx="2193840" cy="219384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85" name=""/>
          <p:cNvSpPr/>
          <p:nvPr/>
        </p:nvSpPr>
        <p:spPr>
          <a:xfrm>
            <a:off x="9601560" y="915120"/>
            <a:ext cx="1645200" cy="164520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grpSp>
        <p:nvGrpSpPr>
          <p:cNvPr id="186" name=""/>
          <p:cNvGrpSpPr/>
          <p:nvPr/>
        </p:nvGrpSpPr>
        <p:grpSpPr>
          <a:xfrm>
            <a:off x="3917520" y="1135080"/>
            <a:ext cx="2432880" cy="4338360"/>
            <a:chOff x="3917520" y="1135080"/>
            <a:chExt cx="2432880" cy="4338360"/>
          </a:xfrm>
        </p:grpSpPr>
        <p:sp>
          <p:nvSpPr>
            <p:cNvPr id="187" name=""/>
            <p:cNvSpPr/>
            <p:nvPr/>
          </p:nvSpPr>
          <p:spPr>
            <a:xfrm flipH="1" flipV="1" rot="5330400">
              <a:off x="4853160" y="3737520"/>
              <a:ext cx="1370880" cy="1462320"/>
            </a:xfrm>
            <a:prstGeom prst="parallelogram">
              <a:avLst>
                <a:gd name="adj" fmla="val 50564"/>
              </a:avLst>
            </a:prstGeom>
            <a:solidFill>
              <a:srgbClr val="dee2e6"/>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88" name=""/>
            <p:cNvSpPr/>
            <p:nvPr/>
          </p:nvSpPr>
          <p:spPr>
            <a:xfrm flipH="1" flipV="1" rot="5330400">
              <a:off x="4022640" y="2699280"/>
              <a:ext cx="1370880" cy="1462320"/>
            </a:xfrm>
            <a:prstGeom prst="parallelogram">
              <a:avLst>
                <a:gd name="adj" fmla="val 50564"/>
              </a:avLst>
            </a:prstGeom>
            <a:solidFill>
              <a:srgbClr val="ced4da"/>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89" name=""/>
            <p:cNvSpPr/>
            <p:nvPr/>
          </p:nvSpPr>
          <p:spPr>
            <a:xfrm flipH="1" flipV="1" rot="5330400">
              <a:off x="4919760" y="2435040"/>
              <a:ext cx="1370880" cy="1462320"/>
            </a:xfrm>
            <a:prstGeom prst="parallelogram">
              <a:avLst>
                <a:gd name="adj" fmla="val 50564"/>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190" name=""/>
            <p:cNvSpPr/>
            <p:nvPr/>
          </p:nvSpPr>
          <p:spPr>
            <a:xfrm flipH="1" flipV="1" rot="5330400">
              <a:off x="3976560" y="1341360"/>
              <a:ext cx="1370880" cy="1462320"/>
            </a:xfrm>
            <a:prstGeom prst="parallelogram">
              <a:avLst>
                <a:gd name="adj" fmla="val 50564"/>
              </a:avLst>
            </a:prstGeom>
            <a:solidFill>
              <a:srgbClr val="6c757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91" name=""/>
            <p:cNvSpPr/>
            <p:nvPr/>
          </p:nvSpPr>
          <p:spPr>
            <a:xfrm flipH="1" flipV="1" rot="5330400">
              <a:off x="4910760" y="1103400"/>
              <a:ext cx="1370880" cy="1462320"/>
            </a:xfrm>
            <a:prstGeom prst="parallelogram">
              <a:avLst>
                <a:gd name="adj" fmla="val 50564"/>
              </a:avLst>
            </a:prstGeom>
            <a:solidFill>
              <a:srgbClr val="343a40"/>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192" name=""/>
            <p:cNvSpPr/>
            <p:nvPr/>
          </p:nvSpPr>
          <p:spPr>
            <a:xfrm flipH="1" flipV="1" rot="5330400">
              <a:off x="4031280" y="4041720"/>
              <a:ext cx="1370880" cy="1462320"/>
            </a:xfrm>
            <a:prstGeom prst="parallelogram">
              <a:avLst>
                <a:gd name="adj" fmla="val 50564"/>
              </a:avLst>
            </a:prstGeom>
            <a:solidFill>
              <a:srgbClr val="e9ecef"/>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sp>
        <p:nvSpPr>
          <p:cNvPr id="193"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94" name="PlaceHolder 2"/>
          <p:cNvSpPr>
            <a:spLocks noGrp="1"/>
          </p:cNvSpPr>
          <p:nvPr>
            <p:ph type="body"/>
          </p:nvPr>
        </p:nvSpPr>
        <p:spPr>
          <a:xfrm>
            <a:off x="468000" y="1800000"/>
            <a:ext cx="9071280" cy="3287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95" name="PlaceHolder 3"/>
          <p:cNvSpPr>
            <a:spLocks noGrp="1"/>
          </p:cNvSpPr>
          <p:nvPr>
            <p:ph type="ftr" idx="25"/>
          </p:nvPr>
        </p:nvSpPr>
        <p:spPr>
          <a:xfrm>
            <a:off x="3442680" y="5166000"/>
            <a:ext cx="3194280" cy="38988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196" name="PlaceHolder 4"/>
          <p:cNvSpPr>
            <a:spLocks noGrp="1"/>
          </p:cNvSpPr>
          <p:nvPr>
            <p:ph type="sldNum" idx="26"/>
          </p:nvPr>
        </p:nvSpPr>
        <p:spPr>
          <a:xfrm>
            <a:off x="7227360" y="5166000"/>
            <a:ext cx="2347560" cy="389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F6645D1F-64BB-4FA6-9F3F-E00C3D10ACA6}"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197" name="PlaceHolder 5"/>
          <p:cNvSpPr>
            <a:spLocks noGrp="1"/>
          </p:cNvSpPr>
          <p:nvPr>
            <p:ph type="dt" idx="27"/>
          </p:nvPr>
        </p:nvSpPr>
        <p:spPr>
          <a:xfrm>
            <a:off x="468000" y="5166000"/>
            <a:ext cx="2347560" cy="38988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0" name=""/>
          <p:cNvSpPr/>
          <p:nvPr/>
        </p:nvSpPr>
        <p:spPr>
          <a:xfrm>
            <a:off x="2103480" y="3658320"/>
            <a:ext cx="1645200" cy="164520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01" name=""/>
          <p:cNvSpPr/>
          <p:nvPr/>
        </p:nvSpPr>
        <p:spPr>
          <a:xfrm>
            <a:off x="823320" y="-273240"/>
            <a:ext cx="2193840" cy="219384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02" name=""/>
          <p:cNvSpPr/>
          <p:nvPr/>
        </p:nvSpPr>
        <p:spPr>
          <a:xfrm>
            <a:off x="7955640" y="3109680"/>
            <a:ext cx="2193840" cy="219384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03" name=""/>
          <p:cNvSpPr/>
          <p:nvPr/>
        </p:nvSpPr>
        <p:spPr>
          <a:xfrm>
            <a:off x="9601560" y="915120"/>
            <a:ext cx="1645200" cy="164520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grpSp>
        <p:nvGrpSpPr>
          <p:cNvPr id="204" name=""/>
          <p:cNvGrpSpPr/>
          <p:nvPr/>
        </p:nvGrpSpPr>
        <p:grpSpPr>
          <a:xfrm>
            <a:off x="3917520" y="1135080"/>
            <a:ext cx="2432880" cy="4338360"/>
            <a:chOff x="3917520" y="1135080"/>
            <a:chExt cx="2432880" cy="4338360"/>
          </a:xfrm>
        </p:grpSpPr>
        <p:sp>
          <p:nvSpPr>
            <p:cNvPr id="205" name=""/>
            <p:cNvSpPr/>
            <p:nvPr/>
          </p:nvSpPr>
          <p:spPr>
            <a:xfrm flipH="1" flipV="1" rot="5330400">
              <a:off x="4853160" y="3737520"/>
              <a:ext cx="1370880" cy="1462320"/>
            </a:xfrm>
            <a:prstGeom prst="parallelogram">
              <a:avLst>
                <a:gd name="adj" fmla="val 50564"/>
              </a:avLst>
            </a:prstGeom>
            <a:solidFill>
              <a:srgbClr val="dee2e6"/>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06" name=""/>
            <p:cNvSpPr/>
            <p:nvPr/>
          </p:nvSpPr>
          <p:spPr>
            <a:xfrm flipH="1" flipV="1" rot="5330400">
              <a:off x="4022640" y="2699280"/>
              <a:ext cx="1370880" cy="1462320"/>
            </a:xfrm>
            <a:prstGeom prst="parallelogram">
              <a:avLst>
                <a:gd name="adj" fmla="val 50564"/>
              </a:avLst>
            </a:prstGeom>
            <a:solidFill>
              <a:srgbClr val="ced4da"/>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07" name=""/>
            <p:cNvSpPr/>
            <p:nvPr/>
          </p:nvSpPr>
          <p:spPr>
            <a:xfrm flipH="1" flipV="1" rot="5330400">
              <a:off x="4919760" y="2435040"/>
              <a:ext cx="1370880" cy="1462320"/>
            </a:xfrm>
            <a:prstGeom prst="parallelogram">
              <a:avLst>
                <a:gd name="adj" fmla="val 50564"/>
              </a:avLst>
            </a:prstGeom>
            <a:solidFill>
              <a:srgbClr val="adb5b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08" name=""/>
            <p:cNvSpPr/>
            <p:nvPr/>
          </p:nvSpPr>
          <p:spPr>
            <a:xfrm flipH="1" flipV="1" rot="5330400">
              <a:off x="3976560" y="1341360"/>
              <a:ext cx="1370880" cy="1462320"/>
            </a:xfrm>
            <a:prstGeom prst="parallelogram">
              <a:avLst>
                <a:gd name="adj" fmla="val 50564"/>
              </a:avLst>
            </a:prstGeom>
            <a:solidFill>
              <a:srgbClr val="6c757d"/>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09" name=""/>
            <p:cNvSpPr/>
            <p:nvPr/>
          </p:nvSpPr>
          <p:spPr>
            <a:xfrm flipH="1" flipV="1" rot="5330400">
              <a:off x="4910760" y="1103400"/>
              <a:ext cx="1370880" cy="1462320"/>
            </a:xfrm>
            <a:prstGeom prst="parallelogram">
              <a:avLst>
                <a:gd name="adj" fmla="val 50564"/>
              </a:avLst>
            </a:prstGeom>
            <a:solidFill>
              <a:srgbClr val="343a40"/>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10" name=""/>
            <p:cNvSpPr/>
            <p:nvPr/>
          </p:nvSpPr>
          <p:spPr>
            <a:xfrm flipH="1" flipV="1" rot="5330400">
              <a:off x="4031280" y="4041720"/>
              <a:ext cx="1370880" cy="1462320"/>
            </a:xfrm>
            <a:prstGeom prst="parallelogram">
              <a:avLst>
                <a:gd name="adj" fmla="val 50564"/>
              </a:avLst>
            </a:prstGeom>
            <a:solidFill>
              <a:srgbClr val="e9ecef"/>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sp>
        <p:nvSpPr>
          <p:cNvPr id="211" name="PlaceHolder 1"/>
          <p:cNvSpPr>
            <a:spLocks noGrp="1"/>
          </p:cNvSpPr>
          <p:nvPr>
            <p:ph type="ftr" idx="28"/>
          </p:nvPr>
        </p:nvSpPr>
        <p:spPr>
          <a:xfrm>
            <a:off x="3442680" y="5166000"/>
            <a:ext cx="3194280" cy="38988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212" name="PlaceHolder 2"/>
          <p:cNvSpPr>
            <a:spLocks noGrp="1"/>
          </p:cNvSpPr>
          <p:nvPr>
            <p:ph type="sldNum" idx="29"/>
          </p:nvPr>
        </p:nvSpPr>
        <p:spPr>
          <a:xfrm>
            <a:off x="7227360" y="5166000"/>
            <a:ext cx="2347560" cy="389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39B8C517-82AB-4B51-B941-55F9CA66F1A4}"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213" name="PlaceHolder 3"/>
          <p:cNvSpPr>
            <a:spLocks noGrp="1"/>
          </p:cNvSpPr>
          <p:nvPr>
            <p:ph type="dt" idx="30"/>
          </p:nvPr>
        </p:nvSpPr>
        <p:spPr>
          <a:xfrm>
            <a:off x="468000" y="5166000"/>
            <a:ext cx="2347560" cy="38988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14" name="PlaceHolder 4"/>
          <p:cNvSpPr>
            <a:spLocks noGrp="1"/>
          </p:cNvSpPr>
          <p:nvPr>
            <p:ph type="title"/>
          </p:nvPr>
        </p:nvSpPr>
        <p:spPr>
          <a:xfrm>
            <a:off x="504000" y="226080"/>
            <a:ext cx="9072000" cy="94644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15" name="PlaceHolder 5"/>
          <p:cNvSpPr>
            <a:spLocks noGrp="1"/>
          </p:cNvSpPr>
          <p:nvPr>
            <p:ph type="body"/>
          </p:nvPr>
        </p:nvSpPr>
        <p:spPr>
          <a:xfrm>
            <a:off x="504000" y="1326600"/>
            <a:ext cx="9072000" cy="3288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 name=""/>
          <p:cNvSpPr/>
          <p:nvPr/>
        </p:nvSpPr>
        <p:spPr>
          <a:xfrm>
            <a:off x="6771960" y="1300320"/>
            <a:ext cx="861120" cy="182160"/>
          </a:xfrm>
          <a:prstGeom prst="rect">
            <a:avLst/>
          </a:prstGeom>
          <a:pattFill prst="wdUpDiag">
            <a:fgClr>
              <a:srgbClr val="000000"/>
            </a:fgClr>
            <a:bgClr>
              <a:srgbClr val="ffffff">
                <a:alpha val="0"/>
              </a:srgbClr>
            </a:bgClr>
          </a:patt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17" name=""/>
          <p:cNvSpPr/>
          <p:nvPr/>
        </p:nvSpPr>
        <p:spPr>
          <a:xfrm>
            <a:off x="5813280" y="3854880"/>
            <a:ext cx="861120" cy="182160"/>
          </a:xfrm>
          <a:prstGeom prst="rect">
            <a:avLst/>
          </a:prstGeom>
          <a:pattFill prst="wdUpDiag">
            <a:fgClr>
              <a:srgbClr val="000000"/>
            </a:fgClr>
            <a:bgClr>
              <a:srgbClr val="ffffff">
                <a:alpha val="0"/>
              </a:srgbClr>
            </a:bgClr>
          </a:patt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18" name=""/>
          <p:cNvSpPr/>
          <p:nvPr/>
        </p:nvSpPr>
        <p:spPr>
          <a:xfrm>
            <a:off x="7589520" y="2560320"/>
            <a:ext cx="2193840" cy="219384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19" name=""/>
          <p:cNvSpPr/>
          <p:nvPr/>
        </p:nvSpPr>
        <p:spPr>
          <a:xfrm>
            <a:off x="3200400" y="731520"/>
            <a:ext cx="1684080" cy="164520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20" name=""/>
          <p:cNvSpPr/>
          <p:nvPr/>
        </p:nvSpPr>
        <p:spPr>
          <a:xfrm>
            <a:off x="1424160" y="3489120"/>
            <a:ext cx="1684080" cy="164520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21" name=""/>
          <p:cNvSpPr/>
          <p:nvPr/>
        </p:nvSpPr>
        <p:spPr>
          <a:xfrm>
            <a:off x="700920" y="1900080"/>
            <a:ext cx="1401480" cy="1848240"/>
          </a:xfrm>
          <a:custGeom>
            <a:avLst/>
            <a:gdLst>
              <a:gd name="textAreaLeft" fmla="*/ 0 w 1401480"/>
              <a:gd name="textAreaRight" fmla="*/ 1402200 w 1401480"/>
              <a:gd name="textAreaTop" fmla="*/ 0 h 1848240"/>
              <a:gd name="textAreaBottom" fmla="*/ 1848960 h 1848240"/>
            </a:gdLst>
            <a:ahLst/>
            <a:rect l="textAreaLeft" t="textAreaTop" r="textAreaRight" b="textAreaBottom"/>
            <a:pathLst>
              <a:path fill="none" w="3895" h="5136">
                <a:moveTo>
                  <a:pt x="339" y="0"/>
                </a:moveTo>
                <a:cubicBezTo>
                  <a:pt x="-931" y="2540"/>
                  <a:pt x="1609" y="5588"/>
                  <a:pt x="3895" y="5080"/>
                </a:cubicBezTo>
              </a:path>
            </a:pathLst>
          </a:custGeom>
          <a:noFill/>
          <a:ln w="36720">
            <a:solidFill>
              <a:srgbClr val="666666"/>
            </a:solidFill>
            <a:custDash>
              <a:ds d="600000" sp="300000"/>
            </a:custDash>
            <a:round/>
            <a:headEnd len="med" type="triangle" w="med"/>
            <a:tailEnd len="med" type="triangle" w="med"/>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222" name=""/>
          <p:cNvSpPr/>
          <p:nvPr/>
        </p:nvSpPr>
        <p:spPr>
          <a:xfrm>
            <a:off x="3931920" y="2011680"/>
            <a:ext cx="975240" cy="1370880"/>
          </a:xfrm>
          <a:custGeom>
            <a:avLst/>
            <a:gdLst>
              <a:gd name="textAreaLeft" fmla="*/ 0 w 975240"/>
              <a:gd name="textAreaRight" fmla="*/ 975960 w 975240"/>
              <a:gd name="textAreaTop" fmla="*/ 0 h 1370880"/>
              <a:gd name="textAreaBottom" fmla="*/ 1371600 h 1370880"/>
            </a:gdLst>
            <a:ahLst/>
            <a:rect l="textAreaLeft" t="textAreaTop" r="textAreaRight" b="textAreaBottom"/>
            <a:pathLst>
              <a:path fill="none" w="2711" h="3810">
                <a:moveTo>
                  <a:pt x="0" y="3810"/>
                </a:moveTo>
                <a:cubicBezTo>
                  <a:pt x="762" y="3048"/>
                  <a:pt x="1271" y="3556"/>
                  <a:pt x="1270" y="2795"/>
                </a:cubicBezTo>
                <a:cubicBezTo>
                  <a:pt x="1270" y="2032"/>
                  <a:pt x="3301" y="2286"/>
                  <a:pt x="2540" y="3048"/>
                </a:cubicBezTo>
                <a:cubicBezTo>
                  <a:pt x="1778" y="3810"/>
                  <a:pt x="1524" y="508"/>
                  <a:pt x="2540" y="0"/>
                </a:cubicBezTo>
              </a:path>
            </a:pathLst>
          </a:custGeom>
          <a:noFill/>
          <a:ln w="36720">
            <a:solidFill>
              <a:srgbClr val="666666"/>
            </a:solidFill>
            <a:custDash>
              <a:ds d="600000" sp="300000"/>
            </a:custDash>
            <a:round/>
            <a:headEnd len="med" type="triangle" w="med"/>
            <a:tailEnd len="med" type="triangle" w="med"/>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223" name=""/>
          <p:cNvSpPr/>
          <p:nvPr/>
        </p:nvSpPr>
        <p:spPr>
          <a:xfrm>
            <a:off x="7724880" y="2103120"/>
            <a:ext cx="778320" cy="1462320"/>
          </a:xfrm>
          <a:custGeom>
            <a:avLst/>
            <a:gdLst>
              <a:gd name="textAreaLeft" fmla="*/ 0 w 778320"/>
              <a:gd name="textAreaRight" fmla="*/ 779040 w 778320"/>
              <a:gd name="textAreaTop" fmla="*/ 0 h 1462320"/>
              <a:gd name="textAreaBottom" fmla="*/ 1463040 h 1462320"/>
            </a:gdLst>
            <a:ahLst/>
            <a:rect l="textAreaLeft" t="textAreaTop" r="textAreaRight" b="textAreaBottom"/>
            <a:pathLst>
              <a:path fill="none" w="2164" h="4064">
                <a:moveTo>
                  <a:pt x="132" y="4064"/>
                </a:moveTo>
                <a:cubicBezTo>
                  <a:pt x="-630" y="3301"/>
                  <a:pt x="2164" y="3555"/>
                  <a:pt x="2164" y="2794"/>
                </a:cubicBezTo>
                <a:cubicBezTo>
                  <a:pt x="2164" y="2032"/>
                  <a:pt x="-630" y="1778"/>
                  <a:pt x="132" y="2540"/>
                </a:cubicBezTo>
                <a:cubicBezTo>
                  <a:pt x="894" y="3302"/>
                  <a:pt x="1910" y="508"/>
                  <a:pt x="894" y="0"/>
                </a:cubicBezTo>
              </a:path>
            </a:pathLst>
          </a:custGeom>
          <a:noFill/>
          <a:ln w="36720">
            <a:solidFill>
              <a:srgbClr val="666666"/>
            </a:solidFill>
            <a:custDash>
              <a:ds d="600000" sp="300000"/>
            </a:custDash>
            <a:round/>
            <a:headEnd len="med" type="triangle" w="med"/>
            <a:tailEnd len="med" type="triangle" w="med"/>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224" name=""/>
          <p:cNvSpPr/>
          <p:nvPr/>
        </p:nvSpPr>
        <p:spPr>
          <a:xfrm>
            <a:off x="1424160" y="4754880"/>
            <a:ext cx="861120" cy="182160"/>
          </a:xfrm>
          <a:prstGeom prst="rect">
            <a:avLst/>
          </a:prstGeom>
          <a:pattFill prst="wdUpDiag">
            <a:fgClr>
              <a:srgbClr val="000000"/>
            </a:fgClr>
            <a:bgClr>
              <a:srgbClr val="ffffff">
                <a:alpha val="0"/>
              </a:srgbClr>
            </a:bgClr>
          </a:patt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25" name=""/>
          <p:cNvSpPr/>
          <p:nvPr/>
        </p:nvSpPr>
        <p:spPr>
          <a:xfrm>
            <a:off x="2887200" y="1300320"/>
            <a:ext cx="861120" cy="182160"/>
          </a:xfrm>
          <a:prstGeom prst="rect">
            <a:avLst/>
          </a:prstGeom>
          <a:pattFill prst="wdUpDiag">
            <a:fgClr>
              <a:srgbClr val="000000"/>
            </a:fgClr>
            <a:bgClr>
              <a:srgbClr val="ffffff">
                <a:alpha val="0"/>
              </a:srgbClr>
            </a:bgClr>
          </a:patt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26"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27" name="PlaceHolder 2"/>
          <p:cNvSpPr>
            <a:spLocks noGrp="1"/>
          </p:cNvSpPr>
          <p:nvPr>
            <p:ph type="body"/>
          </p:nvPr>
        </p:nvSpPr>
        <p:spPr>
          <a:xfrm>
            <a:off x="468000" y="1800000"/>
            <a:ext cx="9071280" cy="3287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28" name="PlaceHolder 3"/>
          <p:cNvSpPr>
            <a:spLocks noGrp="1"/>
          </p:cNvSpPr>
          <p:nvPr>
            <p:ph type="ftr" idx="31"/>
          </p:nvPr>
        </p:nvSpPr>
        <p:spPr>
          <a:xfrm>
            <a:off x="3442680" y="5166000"/>
            <a:ext cx="3194280" cy="38988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229" name="PlaceHolder 4"/>
          <p:cNvSpPr>
            <a:spLocks noGrp="1"/>
          </p:cNvSpPr>
          <p:nvPr>
            <p:ph type="sldNum" idx="32"/>
          </p:nvPr>
        </p:nvSpPr>
        <p:spPr>
          <a:xfrm>
            <a:off x="7227360" y="5166000"/>
            <a:ext cx="2347560" cy="389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36C3A527-3E95-40DF-8391-509E2E008803}"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230" name="PlaceHolder 5"/>
          <p:cNvSpPr>
            <a:spLocks noGrp="1"/>
          </p:cNvSpPr>
          <p:nvPr>
            <p:ph type="dt" idx="33"/>
          </p:nvPr>
        </p:nvSpPr>
        <p:spPr>
          <a:xfrm>
            <a:off x="468000" y="5166000"/>
            <a:ext cx="2347560" cy="38988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 name=""/>
          <p:cNvSpPr/>
          <p:nvPr/>
        </p:nvSpPr>
        <p:spPr>
          <a:xfrm>
            <a:off x="6771960" y="1300320"/>
            <a:ext cx="861120" cy="182160"/>
          </a:xfrm>
          <a:prstGeom prst="rect">
            <a:avLst/>
          </a:prstGeom>
          <a:pattFill prst="wdUpDiag">
            <a:fgClr>
              <a:srgbClr val="000000"/>
            </a:fgClr>
            <a:bgClr>
              <a:srgbClr val="ffffff">
                <a:alpha val="0"/>
              </a:srgbClr>
            </a:bgClr>
          </a:patt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34" name=""/>
          <p:cNvSpPr/>
          <p:nvPr/>
        </p:nvSpPr>
        <p:spPr>
          <a:xfrm>
            <a:off x="5813280" y="3854880"/>
            <a:ext cx="861120" cy="182160"/>
          </a:xfrm>
          <a:prstGeom prst="rect">
            <a:avLst/>
          </a:prstGeom>
          <a:pattFill prst="wdUpDiag">
            <a:fgClr>
              <a:srgbClr val="000000"/>
            </a:fgClr>
            <a:bgClr>
              <a:srgbClr val="ffffff">
                <a:alpha val="0"/>
              </a:srgbClr>
            </a:bgClr>
          </a:patt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35" name=""/>
          <p:cNvSpPr/>
          <p:nvPr/>
        </p:nvSpPr>
        <p:spPr>
          <a:xfrm>
            <a:off x="7589520" y="2560320"/>
            <a:ext cx="2193840" cy="219384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36" name=""/>
          <p:cNvSpPr/>
          <p:nvPr/>
        </p:nvSpPr>
        <p:spPr>
          <a:xfrm>
            <a:off x="3200400" y="731520"/>
            <a:ext cx="1684080" cy="164520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37" name=""/>
          <p:cNvSpPr/>
          <p:nvPr/>
        </p:nvSpPr>
        <p:spPr>
          <a:xfrm>
            <a:off x="1424160" y="3489120"/>
            <a:ext cx="1684080" cy="164520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38" name=""/>
          <p:cNvSpPr/>
          <p:nvPr/>
        </p:nvSpPr>
        <p:spPr>
          <a:xfrm>
            <a:off x="700920" y="1900080"/>
            <a:ext cx="1401480" cy="1848240"/>
          </a:xfrm>
          <a:custGeom>
            <a:avLst/>
            <a:gdLst>
              <a:gd name="textAreaLeft" fmla="*/ 0 w 1401480"/>
              <a:gd name="textAreaRight" fmla="*/ 1402200 w 1401480"/>
              <a:gd name="textAreaTop" fmla="*/ 0 h 1848240"/>
              <a:gd name="textAreaBottom" fmla="*/ 1848960 h 1848240"/>
            </a:gdLst>
            <a:ahLst/>
            <a:rect l="textAreaLeft" t="textAreaTop" r="textAreaRight" b="textAreaBottom"/>
            <a:pathLst>
              <a:path fill="none" w="3895" h="5136">
                <a:moveTo>
                  <a:pt x="339" y="0"/>
                </a:moveTo>
                <a:cubicBezTo>
                  <a:pt x="-931" y="2540"/>
                  <a:pt x="1609" y="5588"/>
                  <a:pt x="3895" y="5080"/>
                </a:cubicBezTo>
              </a:path>
            </a:pathLst>
          </a:custGeom>
          <a:noFill/>
          <a:ln w="36720">
            <a:solidFill>
              <a:srgbClr val="666666"/>
            </a:solidFill>
            <a:custDash>
              <a:ds d="600000" sp="300000"/>
            </a:custDash>
            <a:round/>
            <a:headEnd len="med" type="triangle" w="med"/>
            <a:tailEnd len="med" type="triangle" w="med"/>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239" name=""/>
          <p:cNvSpPr/>
          <p:nvPr/>
        </p:nvSpPr>
        <p:spPr>
          <a:xfrm>
            <a:off x="3931920" y="2011680"/>
            <a:ext cx="975240" cy="1370880"/>
          </a:xfrm>
          <a:custGeom>
            <a:avLst/>
            <a:gdLst>
              <a:gd name="textAreaLeft" fmla="*/ 0 w 975240"/>
              <a:gd name="textAreaRight" fmla="*/ 975960 w 975240"/>
              <a:gd name="textAreaTop" fmla="*/ 0 h 1370880"/>
              <a:gd name="textAreaBottom" fmla="*/ 1371600 h 1370880"/>
            </a:gdLst>
            <a:ahLst/>
            <a:rect l="textAreaLeft" t="textAreaTop" r="textAreaRight" b="textAreaBottom"/>
            <a:pathLst>
              <a:path fill="none" w="2711" h="3810">
                <a:moveTo>
                  <a:pt x="0" y="3810"/>
                </a:moveTo>
                <a:cubicBezTo>
                  <a:pt x="762" y="3048"/>
                  <a:pt x="1271" y="3556"/>
                  <a:pt x="1270" y="2795"/>
                </a:cubicBezTo>
                <a:cubicBezTo>
                  <a:pt x="1270" y="2032"/>
                  <a:pt x="3301" y="2286"/>
                  <a:pt x="2540" y="3048"/>
                </a:cubicBezTo>
                <a:cubicBezTo>
                  <a:pt x="1778" y="3810"/>
                  <a:pt x="1524" y="508"/>
                  <a:pt x="2540" y="0"/>
                </a:cubicBezTo>
              </a:path>
            </a:pathLst>
          </a:custGeom>
          <a:noFill/>
          <a:ln w="36720">
            <a:solidFill>
              <a:srgbClr val="666666"/>
            </a:solidFill>
            <a:custDash>
              <a:ds d="600000" sp="300000"/>
            </a:custDash>
            <a:round/>
            <a:headEnd len="med" type="triangle" w="med"/>
            <a:tailEnd len="med" type="triangle" w="med"/>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240" name=""/>
          <p:cNvSpPr/>
          <p:nvPr/>
        </p:nvSpPr>
        <p:spPr>
          <a:xfrm>
            <a:off x="7724880" y="2103120"/>
            <a:ext cx="778320" cy="1462320"/>
          </a:xfrm>
          <a:custGeom>
            <a:avLst/>
            <a:gdLst>
              <a:gd name="textAreaLeft" fmla="*/ 0 w 778320"/>
              <a:gd name="textAreaRight" fmla="*/ 779040 w 778320"/>
              <a:gd name="textAreaTop" fmla="*/ 0 h 1462320"/>
              <a:gd name="textAreaBottom" fmla="*/ 1463040 h 1462320"/>
            </a:gdLst>
            <a:ahLst/>
            <a:rect l="textAreaLeft" t="textAreaTop" r="textAreaRight" b="textAreaBottom"/>
            <a:pathLst>
              <a:path fill="none" w="2164" h="4064">
                <a:moveTo>
                  <a:pt x="132" y="4064"/>
                </a:moveTo>
                <a:cubicBezTo>
                  <a:pt x="-630" y="3301"/>
                  <a:pt x="2164" y="3555"/>
                  <a:pt x="2164" y="2794"/>
                </a:cubicBezTo>
                <a:cubicBezTo>
                  <a:pt x="2164" y="2032"/>
                  <a:pt x="-630" y="1778"/>
                  <a:pt x="132" y="2540"/>
                </a:cubicBezTo>
                <a:cubicBezTo>
                  <a:pt x="894" y="3302"/>
                  <a:pt x="1910" y="508"/>
                  <a:pt x="894" y="0"/>
                </a:cubicBezTo>
              </a:path>
            </a:pathLst>
          </a:custGeom>
          <a:noFill/>
          <a:ln w="36720">
            <a:solidFill>
              <a:srgbClr val="666666"/>
            </a:solidFill>
            <a:custDash>
              <a:ds d="600000" sp="300000"/>
            </a:custDash>
            <a:round/>
            <a:headEnd len="med" type="triangle" w="med"/>
            <a:tailEnd len="med" type="triangle" w="med"/>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241" name=""/>
          <p:cNvSpPr/>
          <p:nvPr/>
        </p:nvSpPr>
        <p:spPr>
          <a:xfrm>
            <a:off x="1424160" y="4754880"/>
            <a:ext cx="861120" cy="182160"/>
          </a:xfrm>
          <a:prstGeom prst="rect">
            <a:avLst/>
          </a:prstGeom>
          <a:pattFill prst="wdUpDiag">
            <a:fgClr>
              <a:srgbClr val="000000"/>
            </a:fgClr>
            <a:bgClr>
              <a:srgbClr val="ffffff">
                <a:alpha val="0"/>
              </a:srgbClr>
            </a:bgClr>
          </a:patt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42" name=""/>
          <p:cNvSpPr/>
          <p:nvPr/>
        </p:nvSpPr>
        <p:spPr>
          <a:xfrm>
            <a:off x="2887200" y="1300320"/>
            <a:ext cx="861120" cy="182160"/>
          </a:xfrm>
          <a:prstGeom prst="rect">
            <a:avLst/>
          </a:prstGeom>
          <a:pattFill prst="wdUpDiag">
            <a:fgClr>
              <a:srgbClr val="000000"/>
            </a:fgClr>
            <a:bgClr>
              <a:srgbClr val="ffffff">
                <a:alpha val="0"/>
              </a:srgbClr>
            </a:bgClr>
          </a:patt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43" name="PlaceHolder 1"/>
          <p:cNvSpPr>
            <a:spLocks noGrp="1"/>
          </p:cNvSpPr>
          <p:nvPr>
            <p:ph type="ftr" idx="34"/>
          </p:nvPr>
        </p:nvSpPr>
        <p:spPr>
          <a:xfrm>
            <a:off x="3442680" y="5166000"/>
            <a:ext cx="3194280" cy="38988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244" name="PlaceHolder 2"/>
          <p:cNvSpPr>
            <a:spLocks noGrp="1"/>
          </p:cNvSpPr>
          <p:nvPr>
            <p:ph type="sldNum" idx="35"/>
          </p:nvPr>
        </p:nvSpPr>
        <p:spPr>
          <a:xfrm>
            <a:off x="7227360" y="5166000"/>
            <a:ext cx="2347560" cy="389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066096B5-D823-4F95-854C-B60A544ABE75}"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245" name="PlaceHolder 3"/>
          <p:cNvSpPr>
            <a:spLocks noGrp="1"/>
          </p:cNvSpPr>
          <p:nvPr>
            <p:ph type="dt" idx="36"/>
          </p:nvPr>
        </p:nvSpPr>
        <p:spPr>
          <a:xfrm>
            <a:off x="468000" y="5166000"/>
            <a:ext cx="2347560" cy="38988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46" name="PlaceHolder 4"/>
          <p:cNvSpPr>
            <a:spLocks noGrp="1"/>
          </p:cNvSpPr>
          <p:nvPr>
            <p:ph type="title"/>
          </p:nvPr>
        </p:nvSpPr>
        <p:spPr>
          <a:xfrm>
            <a:off x="504000" y="226080"/>
            <a:ext cx="9072000" cy="94644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47" name="PlaceHolder 5"/>
          <p:cNvSpPr>
            <a:spLocks noGrp="1"/>
          </p:cNvSpPr>
          <p:nvPr>
            <p:ph type="body"/>
          </p:nvPr>
        </p:nvSpPr>
        <p:spPr>
          <a:xfrm>
            <a:off x="504000" y="1326600"/>
            <a:ext cx="9072000" cy="3288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1" r:id="rId2"/>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248" name=""/>
          <p:cNvGrpSpPr/>
          <p:nvPr/>
        </p:nvGrpSpPr>
        <p:grpSpPr>
          <a:xfrm>
            <a:off x="2982960" y="1585440"/>
            <a:ext cx="5981760" cy="3149280"/>
            <a:chOff x="2982960" y="1585440"/>
            <a:chExt cx="5981760" cy="3149280"/>
          </a:xfrm>
        </p:grpSpPr>
        <p:sp>
          <p:nvSpPr>
            <p:cNvPr id="249" name=""/>
            <p:cNvSpPr/>
            <p:nvPr/>
          </p:nvSpPr>
          <p:spPr>
            <a:xfrm>
              <a:off x="3570480" y="1888200"/>
              <a:ext cx="4926600" cy="2622600"/>
            </a:xfrm>
            <a:prstGeom prst="rect">
              <a:avLst/>
            </a:prstGeom>
            <a:solidFill>
              <a:srgbClr val="e9ecef"/>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250" name=""/>
            <p:cNvSpPr/>
            <p:nvPr/>
          </p:nvSpPr>
          <p:spPr>
            <a:xfrm>
              <a:off x="3763800" y="1585440"/>
              <a:ext cx="4926600" cy="2622600"/>
            </a:xfrm>
            <a:prstGeom prst="rect">
              <a:avLst/>
            </a:prstGeom>
            <a:noFill/>
            <a:ln w="18360">
              <a:solidFill>
                <a:srgbClr val="000000"/>
              </a:solidFill>
              <a:round/>
            </a:ln>
          </p:spPr>
          <p:style>
            <a:lnRef idx="0"/>
            <a:fillRef idx="0"/>
            <a:effectRef idx="0"/>
            <a:fontRef idx="minor"/>
          </p:style>
          <p:txBody>
            <a:bodyPr wrap="none" lIns="99000" rIns="99000" tIns="54000" bIns="54000" anchor="ctr">
              <a:noAutofit/>
            </a:bodyPr>
            <a:p>
              <a:pPr>
                <a:lnSpc>
                  <a:spcPct val="100000"/>
                </a:lnSpc>
              </a:pPr>
              <a:endParaRPr b="0" lang="en-US" sz="1800" spc="-1" strike="noStrike">
                <a:solidFill>
                  <a:srgbClr val="000000"/>
                </a:solidFill>
                <a:latin typeface="Noto Sans"/>
                <a:ea typeface="DejaVu Sans"/>
              </a:endParaRPr>
            </a:p>
          </p:txBody>
        </p:sp>
        <p:sp>
          <p:nvSpPr>
            <p:cNvPr id="251" name=""/>
            <p:cNvSpPr/>
            <p:nvPr/>
          </p:nvSpPr>
          <p:spPr>
            <a:xfrm>
              <a:off x="3844800" y="1768320"/>
              <a:ext cx="1096560" cy="14734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8000" spc="-1" strike="noStrike">
                  <a:solidFill>
                    <a:srgbClr val="000000"/>
                  </a:solidFill>
                  <a:latin typeface="Noto Sans"/>
                  <a:ea typeface="DejaVu Sans"/>
                </a:rPr>
                <a:t>“</a:t>
              </a:r>
              <a:endParaRPr b="0" lang="en-US" sz="8000" spc="-1" strike="noStrike">
                <a:solidFill>
                  <a:srgbClr val="000000"/>
                </a:solidFill>
                <a:latin typeface="Arial"/>
              </a:endParaRPr>
            </a:p>
          </p:txBody>
        </p:sp>
        <p:sp>
          <p:nvSpPr>
            <p:cNvPr id="252" name=""/>
            <p:cNvSpPr/>
            <p:nvPr/>
          </p:nvSpPr>
          <p:spPr>
            <a:xfrm>
              <a:off x="7868160" y="3399840"/>
              <a:ext cx="1096560" cy="1334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7200" spc="-1" strike="noStrike">
                  <a:solidFill>
                    <a:srgbClr val="000000"/>
                  </a:solidFill>
                  <a:latin typeface="Noto Sans"/>
                  <a:ea typeface="DejaVu Sans"/>
                </a:rPr>
                <a:t>”</a:t>
              </a:r>
              <a:endParaRPr b="0" lang="en-US" sz="7200" spc="-1" strike="noStrike">
                <a:solidFill>
                  <a:srgbClr val="000000"/>
                </a:solidFill>
                <a:latin typeface="Arial"/>
              </a:endParaRPr>
            </a:p>
          </p:txBody>
        </p:sp>
        <p:sp>
          <p:nvSpPr>
            <p:cNvPr id="253" name=""/>
            <p:cNvSpPr/>
            <p:nvPr/>
          </p:nvSpPr>
          <p:spPr>
            <a:xfrm>
              <a:off x="2982960" y="4117320"/>
              <a:ext cx="1044000" cy="302040"/>
            </a:xfrm>
            <a:prstGeom prst="rect">
              <a:avLst/>
            </a:prstGeom>
            <a:pattFill prst="wdUpDiag">
              <a:fgClr>
                <a:srgbClr val="000000"/>
              </a:fgClr>
              <a:bgClr>
                <a:srgbClr val="ffffff">
                  <a:alpha val="0"/>
                </a:srgbClr>
              </a:bgClr>
            </a:patt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grpSp>
        <p:nvGrpSpPr>
          <p:cNvPr id="254" name=""/>
          <p:cNvGrpSpPr/>
          <p:nvPr/>
        </p:nvGrpSpPr>
        <p:grpSpPr>
          <a:xfrm>
            <a:off x="-2092680" y="-402120"/>
            <a:ext cx="4944600" cy="8520840"/>
            <a:chOff x="-2092680" y="-402120"/>
            <a:chExt cx="4944600" cy="8520840"/>
          </a:xfrm>
        </p:grpSpPr>
        <p:sp>
          <p:nvSpPr>
            <p:cNvPr id="255" name=""/>
            <p:cNvSpPr/>
            <p:nvPr/>
          </p:nvSpPr>
          <p:spPr>
            <a:xfrm>
              <a:off x="-893160" y="448668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ced4d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56" name=""/>
            <p:cNvSpPr/>
            <p:nvPr/>
          </p:nvSpPr>
          <p:spPr>
            <a:xfrm rot="5358000">
              <a:off x="-896040" y="515268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343a40"/>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257" name=""/>
            <p:cNvSpPr/>
            <p:nvPr/>
          </p:nvSpPr>
          <p:spPr>
            <a:xfrm>
              <a:off x="-228960" y="516168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f8f9f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58" name=""/>
            <p:cNvSpPr/>
            <p:nvPr/>
          </p:nvSpPr>
          <p:spPr>
            <a:xfrm rot="5358000">
              <a:off x="-219240" y="4488840"/>
              <a:ext cx="1067760" cy="765720"/>
            </a:xfrm>
            <a:custGeom>
              <a:avLst/>
              <a:gdLst>
                <a:gd name="textAreaLeft" fmla="*/ 276840 w 1067760"/>
                <a:gd name="textAreaRight" fmla="*/ 791640 w 106776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343a40"/>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259" name=""/>
            <p:cNvSpPr/>
            <p:nvPr/>
          </p:nvSpPr>
          <p:spPr>
            <a:xfrm>
              <a:off x="-228960" y="382608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blipFill rotWithShape="0">
              <a:blip r:embed="rId2"/>
              <a:srcRect/>
              <a:tile tx="0" ty="0" sx="74113" sy="74113" algn="ctr"/>
            </a:blip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60" name=""/>
            <p:cNvSpPr/>
            <p:nvPr/>
          </p:nvSpPr>
          <p:spPr>
            <a:xfrm rot="5358000">
              <a:off x="-1584720" y="449388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blipFill rotWithShape="0">
              <a:blip r:embed="rId3"/>
              <a:srcRect/>
              <a:tile tx="0" ty="0" sx="74113" sy="74113" algn="ctr"/>
            </a:blip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61" name=""/>
            <p:cNvSpPr/>
            <p:nvPr/>
          </p:nvSpPr>
          <p:spPr>
            <a:xfrm rot="5358000">
              <a:off x="-2237040" y="516996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dee2e6"/>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62" name=""/>
            <p:cNvSpPr/>
            <p:nvPr/>
          </p:nvSpPr>
          <p:spPr>
            <a:xfrm rot="5358000">
              <a:off x="-895680" y="382068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263" name=""/>
            <p:cNvSpPr/>
            <p:nvPr/>
          </p:nvSpPr>
          <p:spPr>
            <a:xfrm rot="5358000">
              <a:off x="-220680" y="315396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dee2e6"/>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64" name=""/>
            <p:cNvSpPr/>
            <p:nvPr/>
          </p:nvSpPr>
          <p:spPr>
            <a:xfrm>
              <a:off x="455040" y="447768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265" name=""/>
            <p:cNvSpPr/>
            <p:nvPr/>
          </p:nvSpPr>
          <p:spPr>
            <a:xfrm rot="5358000">
              <a:off x="471240" y="382068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e9ecef"/>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66" name=""/>
            <p:cNvSpPr/>
            <p:nvPr/>
          </p:nvSpPr>
          <p:spPr>
            <a:xfrm>
              <a:off x="1158840" y="517068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ced4d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67" name=""/>
            <p:cNvSpPr/>
            <p:nvPr/>
          </p:nvSpPr>
          <p:spPr>
            <a:xfrm>
              <a:off x="-1561680" y="516276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268" name=""/>
            <p:cNvSpPr/>
            <p:nvPr/>
          </p:nvSpPr>
          <p:spPr>
            <a:xfrm rot="5358000">
              <a:off x="462240" y="516996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dee2e6"/>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69" name=""/>
            <p:cNvSpPr/>
            <p:nvPr/>
          </p:nvSpPr>
          <p:spPr>
            <a:xfrm flipH="1" rot="16242000">
              <a:off x="-231840" y="1793160"/>
              <a:ext cx="1068120" cy="765720"/>
            </a:xfrm>
            <a:custGeom>
              <a:avLst/>
              <a:gdLst>
                <a:gd name="textAreaLeft" fmla="*/ 276480 w 1068120"/>
                <a:gd name="textAreaRight" fmla="*/ 79128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212529"/>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270" name=""/>
            <p:cNvSpPr/>
            <p:nvPr/>
          </p:nvSpPr>
          <p:spPr>
            <a:xfrm flipH="1" rot="16242000">
              <a:off x="419400" y="2469240"/>
              <a:ext cx="1068120" cy="765720"/>
            </a:xfrm>
            <a:custGeom>
              <a:avLst/>
              <a:gdLst>
                <a:gd name="textAreaLeft" fmla="*/ 276480 w 1068120"/>
                <a:gd name="textAreaRight" fmla="*/ 79128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dee2e6"/>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71" name=""/>
            <p:cNvSpPr/>
            <p:nvPr/>
          </p:nvSpPr>
          <p:spPr>
            <a:xfrm flipH="1">
              <a:off x="-247320" y="2462040"/>
              <a:ext cx="1072440" cy="765720"/>
            </a:xfrm>
            <a:custGeom>
              <a:avLst/>
              <a:gdLst>
                <a:gd name="textAreaLeft" fmla="*/ 278640 w 1072440"/>
                <a:gd name="textAreaRight" fmla="*/ 79524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272" name=""/>
            <p:cNvSpPr/>
            <p:nvPr/>
          </p:nvSpPr>
          <p:spPr>
            <a:xfrm>
              <a:off x="1107720" y="113508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ced4d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73" name=""/>
            <p:cNvSpPr/>
            <p:nvPr/>
          </p:nvSpPr>
          <p:spPr>
            <a:xfrm rot="5358000">
              <a:off x="1103760" y="180108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343a40"/>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274" name=""/>
            <p:cNvSpPr/>
            <p:nvPr/>
          </p:nvSpPr>
          <p:spPr>
            <a:xfrm rot="5358000">
              <a:off x="415080" y="114228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blipFill rotWithShape="0">
              <a:blip r:embed="rId4"/>
              <a:srcRect/>
              <a:tile tx="0" ty="0" sx="74113" sy="74113" algn="ctr"/>
            </a:blip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75" name=""/>
            <p:cNvSpPr/>
            <p:nvPr/>
          </p:nvSpPr>
          <p:spPr>
            <a:xfrm>
              <a:off x="439200" y="181116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276" name=""/>
            <p:cNvSpPr/>
            <p:nvPr/>
          </p:nvSpPr>
          <p:spPr>
            <a:xfrm>
              <a:off x="423720" y="45108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ced4d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77" name=""/>
            <p:cNvSpPr/>
            <p:nvPr/>
          </p:nvSpPr>
          <p:spPr>
            <a:xfrm rot="5358000">
              <a:off x="-245160" y="43812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dee2e6"/>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78" name=""/>
            <p:cNvSpPr/>
            <p:nvPr/>
          </p:nvSpPr>
          <p:spPr>
            <a:xfrm rot="5358000">
              <a:off x="435600" y="-24624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279" name=""/>
            <p:cNvSpPr/>
            <p:nvPr/>
          </p:nvSpPr>
          <p:spPr>
            <a:xfrm>
              <a:off x="1779480" y="179460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ced4d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80" name=""/>
            <p:cNvSpPr/>
            <p:nvPr/>
          </p:nvSpPr>
          <p:spPr>
            <a:xfrm>
              <a:off x="1106280" y="-25704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blipFill rotWithShape="0">
              <a:blip r:embed="rId5"/>
              <a:srcRect/>
              <a:tile tx="0" ty="0" sx="74113" sy="74113" algn="ctr"/>
            </a:blip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81" name=""/>
            <p:cNvSpPr/>
            <p:nvPr/>
          </p:nvSpPr>
          <p:spPr>
            <a:xfrm>
              <a:off x="-908280" y="179064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blipFill rotWithShape="0">
              <a:blip r:embed="rId6"/>
              <a:srcRect/>
              <a:tile tx="0" ty="0" sx="74113" sy="74113" algn="ctr"/>
            </a:blip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82" name=""/>
            <p:cNvSpPr/>
            <p:nvPr/>
          </p:nvSpPr>
          <p:spPr>
            <a:xfrm rot="5358000">
              <a:off x="-244440" y="582444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283" name=""/>
            <p:cNvSpPr/>
            <p:nvPr/>
          </p:nvSpPr>
          <p:spPr>
            <a:xfrm>
              <a:off x="427320" y="585396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blipFill rotWithShape="0">
              <a:blip r:embed="rId7"/>
              <a:srcRect/>
              <a:tile tx="0" ty="0" sx="74113" sy="74113" algn="ctr"/>
            </a:blip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84" name=""/>
            <p:cNvSpPr/>
            <p:nvPr/>
          </p:nvSpPr>
          <p:spPr>
            <a:xfrm>
              <a:off x="-236880" y="649404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ced4d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85" name=""/>
            <p:cNvSpPr/>
            <p:nvPr/>
          </p:nvSpPr>
          <p:spPr>
            <a:xfrm rot="5358000">
              <a:off x="-928440" y="650124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e9ecef"/>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86" name=""/>
            <p:cNvSpPr/>
            <p:nvPr/>
          </p:nvSpPr>
          <p:spPr>
            <a:xfrm rot="5358000">
              <a:off x="-245880" y="7197120"/>
              <a:ext cx="1067760" cy="765720"/>
            </a:xfrm>
            <a:custGeom>
              <a:avLst/>
              <a:gdLst>
                <a:gd name="textAreaLeft" fmla="*/ 276840 w 1067760"/>
                <a:gd name="textAreaRight" fmla="*/ 791640 w 106776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343a40"/>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287" name=""/>
            <p:cNvSpPr/>
            <p:nvPr/>
          </p:nvSpPr>
          <p:spPr>
            <a:xfrm rot="5358000">
              <a:off x="427320" y="651780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dee2e6"/>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288" name=""/>
            <p:cNvSpPr/>
            <p:nvPr/>
          </p:nvSpPr>
          <p:spPr>
            <a:xfrm>
              <a:off x="1103400" y="653004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grpSp>
      <p:sp>
        <p:nvSpPr>
          <p:cNvPr id="289" name=""/>
          <p:cNvSpPr/>
          <p:nvPr/>
        </p:nvSpPr>
        <p:spPr>
          <a:xfrm>
            <a:off x="8538120" y="3877200"/>
            <a:ext cx="975240" cy="1370880"/>
          </a:xfrm>
          <a:custGeom>
            <a:avLst/>
            <a:gdLst>
              <a:gd name="textAreaLeft" fmla="*/ 0 w 975240"/>
              <a:gd name="textAreaRight" fmla="*/ 975960 w 975240"/>
              <a:gd name="textAreaTop" fmla="*/ 0 h 1370880"/>
              <a:gd name="textAreaBottom" fmla="*/ 1371600 h 1370880"/>
            </a:gdLst>
            <a:ahLst/>
            <a:rect l="textAreaLeft" t="textAreaTop" r="textAreaRight" b="textAreaBottom"/>
            <a:pathLst>
              <a:path fill="none" w="2711" h="3810">
                <a:moveTo>
                  <a:pt x="0" y="3810"/>
                </a:moveTo>
                <a:cubicBezTo>
                  <a:pt x="762" y="3048"/>
                  <a:pt x="1271" y="3556"/>
                  <a:pt x="1270" y="2795"/>
                </a:cubicBezTo>
                <a:cubicBezTo>
                  <a:pt x="1270" y="2032"/>
                  <a:pt x="3301" y="2286"/>
                  <a:pt x="2540" y="3048"/>
                </a:cubicBezTo>
                <a:cubicBezTo>
                  <a:pt x="1778" y="3810"/>
                  <a:pt x="1524" y="508"/>
                  <a:pt x="2540" y="0"/>
                </a:cubicBezTo>
              </a:path>
            </a:pathLst>
          </a:custGeom>
          <a:noFill/>
          <a:ln w="36720">
            <a:solidFill>
              <a:srgbClr val="666666"/>
            </a:solidFill>
            <a:custDash>
              <a:ds d="600000" sp="300000"/>
            </a:custDash>
            <a:round/>
            <a:headEnd len="sm" type="oval" w="lg"/>
            <a:tailEnd len="sm" type="oval" w="lg"/>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290" name=""/>
          <p:cNvSpPr/>
          <p:nvPr/>
        </p:nvSpPr>
        <p:spPr>
          <a:xfrm>
            <a:off x="7372080" y="4974480"/>
            <a:ext cx="1684080" cy="164520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91" name=""/>
          <p:cNvSpPr/>
          <p:nvPr/>
        </p:nvSpPr>
        <p:spPr>
          <a:xfrm>
            <a:off x="7868160" y="-329040"/>
            <a:ext cx="2010960" cy="201096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292"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93" name="PlaceHolder 2"/>
          <p:cNvSpPr>
            <a:spLocks noGrp="1"/>
          </p:cNvSpPr>
          <p:nvPr>
            <p:ph type="body"/>
          </p:nvPr>
        </p:nvSpPr>
        <p:spPr>
          <a:xfrm>
            <a:off x="468000" y="1800000"/>
            <a:ext cx="9071280" cy="3287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94" name="PlaceHolder 3"/>
          <p:cNvSpPr>
            <a:spLocks noGrp="1"/>
          </p:cNvSpPr>
          <p:nvPr>
            <p:ph type="ftr" idx="37"/>
          </p:nvPr>
        </p:nvSpPr>
        <p:spPr>
          <a:xfrm>
            <a:off x="3442680" y="5166000"/>
            <a:ext cx="3194280" cy="38988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295" name="PlaceHolder 4"/>
          <p:cNvSpPr>
            <a:spLocks noGrp="1"/>
          </p:cNvSpPr>
          <p:nvPr>
            <p:ph type="sldNum" idx="38"/>
          </p:nvPr>
        </p:nvSpPr>
        <p:spPr>
          <a:xfrm>
            <a:off x="7227360" y="5166000"/>
            <a:ext cx="2347560" cy="389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FDAA8DD2-C41B-4068-B4C4-983C7340B387}"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296" name="PlaceHolder 5"/>
          <p:cNvSpPr>
            <a:spLocks noGrp="1"/>
          </p:cNvSpPr>
          <p:nvPr>
            <p:ph type="dt" idx="39"/>
          </p:nvPr>
        </p:nvSpPr>
        <p:spPr>
          <a:xfrm>
            <a:off x="468000" y="5166000"/>
            <a:ext cx="2347560" cy="38988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3" r:id="rId8"/>
  </p:sldLayoutIdLst>
</p:sldMaster>
</file>

<file path=ppt/slideMasters/slideMaster1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299" name=""/>
          <p:cNvGrpSpPr/>
          <p:nvPr/>
        </p:nvGrpSpPr>
        <p:grpSpPr>
          <a:xfrm>
            <a:off x="2982960" y="1585440"/>
            <a:ext cx="5981760" cy="3149280"/>
            <a:chOff x="2982960" y="1585440"/>
            <a:chExt cx="5981760" cy="3149280"/>
          </a:xfrm>
        </p:grpSpPr>
        <p:sp>
          <p:nvSpPr>
            <p:cNvPr id="300" name=""/>
            <p:cNvSpPr/>
            <p:nvPr/>
          </p:nvSpPr>
          <p:spPr>
            <a:xfrm>
              <a:off x="3570480" y="1888200"/>
              <a:ext cx="4926600" cy="2622600"/>
            </a:xfrm>
            <a:prstGeom prst="rect">
              <a:avLst/>
            </a:prstGeom>
            <a:solidFill>
              <a:srgbClr val="e9ecef"/>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01" name=""/>
            <p:cNvSpPr/>
            <p:nvPr/>
          </p:nvSpPr>
          <p:spPr>
            <a:xfrm>
              <a:off x="3763800" y="1585440"/>
              <a:ext cx="4926600" cy="2622600"/>
            </a:xfrm>
            <a:prstGeom prst="rect">
              <a:avLst/>
            </a:prstGeom>
            <a:noFill/>
            <a:ln w="18360">
              <a:solidFill>
                <a:srgbClr val="000000"/>
              </a:solidFill>
              <a:round/>
            </a:ln>
          </p:spPr>
          <p:style>
            <a:lnRef idx="0"/>
            <a:fillRef idx="0"/>
            <a:effectRef idx="0"/>
            <a:fontRef idx="minor"/>
          </p:style>
          <p:txBody>
            <a:bodyPr wrap="none" lIns="99000" rIns="99000" tIns="54000" bIns="54000" anchor="ctr">
              <a:noAutofit/>
            </a:bodyPr>
            <a:p>
              <a:pPr>
                <a:lnSpc>
                  <a:spcPct val="100000"/>
                </a:lnSpc>
              </a:pPr>
              <a:endParaRPr b="0" lang="en-US" sz="1800" spc="-1" strike="noStrike">
                <a:solidFill>
                  <a:srgbClr val="000000"/>
                </a:solidFill>
                <a:latin typeface="Noto Sans"/>
                <a:ea typeface="DejaVu Sans"/>
              </a:endParaRPr>
            </a:p>
          </p:txBody>
        </p:sp>
        <p:sp>
          <p:nvSpPr>
            <p:cNvPr id="302" name=""/>
            <p:cNvSpPr/>
            <p:nvPr/>
          </p:nvSpPr>
          <p:spPr>
            <a:xfrm>
              <a:off x="3844800" y="1768320"/>
              <a:ext cx="1096560" cy="14734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8000" spc="-1" strike="noStrike">
                  <a:solidFill>
                    <a:srgbClr val="000000"/>
                  </a:solidFill>
                  <a:latin typeface="Noto Sans"/>
                  <a:ea typeface="DejaVu Sans"/>
                </a:rPr>
                <a:t>“</a:t>
              </a:r>
              <a:endParaRPr b="0" lang="en-US" sz="8000" spc="-1" strike="noStrike">
                <a:solidFill>
                  <a:srgbClr val="000000"/>
                </a:solidFill>
                <a:latin typeface="Arial"/>
              </a:endParaRPr>
            </a:p>
          </p:txBody>
        </p:sp>
        <p:sp>
          <p:nvSpPr>
            <p:cNvPr id="303" name=""/>
            <p:cNvSpPr/>
            <p:nvPr/>
          </p:nvSpPr>
          <p:spPr>
            <a:xfrm>
              <a:off x="7868160" y="3399840"/>
              <a:ext cx="1096560" cy="1334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7200" spc="-1" strike="noStrike">
                  <a:solidFill>
                    <a:srgbClr val="000000"/>
                  </a:solidFill>
                  <a:latin typeface="Noto Sans"/>
                  <a:ea typeface="DejaVu Sans"/>
                </a:rPr>
                <a:t>”</a:t>
              </a:r>
              <a:endParaRPr b="0" lang="en-US" sz="7200" spc="-1" strike="noStrike">
                <a:solidFill>
                  <a:srgbClr val="000000"/>
                </a:solidFill>
                <a:latin typeface="Arial"/>
              </a:endParaRPr>
            </a:p>
          </p:txBody>
        </p:sp>
        <p:sp>
          <p:nvSpPr>
            <p:cNvPr id="304" name=""/>
            <p:cNvSpPr/>
            <p:nvPr/>
          </p:nvSpPr>
          <p:spPr>
            <a:xfrm>
              <a:off x="2982960" y="4117320"/>
              <a:ext cx="1044000" cy="302040"/>
            </a:xfrm>
            <a:prstGeom prst="rect">
              <a:avLst/>
            </a:prstGeom>
            <a:pattFill prst="wdUpDiag">
              <a:fgClr>
                <a:srgbClr val="000000"/>
              </a:fgClr>
              <a:bgClr>
                <a:srgbClr val="ffffff">
                  <a:alpha val="0"/>
                </a:srgbClr>
              </a:bgClr>
            </a:patt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grpSp>
        <p:nvGrpSpPr>
          <p:cNvPr id="305" name=""/>
          <p:cNvGrpSpPr/>
          <p:nvPr/>
        </p:nvGrpSpPr>
        <p:grpSpPr>
          <a:xfrm>
            <a:off x="-2092680" y="-402120"/>
            <a:ext cx="4944600" cy="8520840"/>
            <a:chOff x="-2092680" y="-402120"/>
            <a:chExt cx="4944600" cy="8520840"/>
          </a:xfrm>
        </p:grpSpPr>
        <p:sp>
          <p:nvSpPr>
            <p:cNvPr id="306" name=""/>
            <p:cNvSpPr/>
            <p:nvPr/>
          </p:nvSpPr>
          <p:spPr>
            <a:xfrm>
              <a:off x="-893160" y="448668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ced4d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07" name=""/>
            <p:cNvSpPr/>
            <p:nvPr/>
          </p:nvSpPr>
          <p:spPr>
            <a:xfrm rot="5358000">
              <a:off x="-896040" y="515268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343a40"/>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308" name=""/>
            <p:cNvSpPr/>
            <p:nvPr/>
          </p:nvSpPr>
          <p:spPr>
            <a:xfrm>
              <a:off x="-228960" y="516168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f8f9f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09" name=""/>
            <p:cNvSpPr/>
            <p:nvPr/>
          </p:nvSpPr>
          <p:spPr>
            <a:xfrm rot="5358000">
              <a:off x="-219240" y="4488840"/>
              <a:ext cx="1067760" cy="765720"/>
            </a:xfrm>
            <a:custGeom>
              <a:avLst/>
              <a:gdLst>
                <a:gd name="textAreaLeft" fmla="*/ 276840 w 1067760"/>
                <a:gd name="textAreaRight" fmla="*/ 791640 w 106776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343a40"/>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310" name=""/>
            <p:cNvSpPr/>
            <p:nvPr/>
          </p:nvSpPr>
          <p:spPr>
            <a:xfrm>
              <a:off x="-228960" y="382608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blipFill rotWithShape="0">
              <a:blip r:embed="rId2"/>
              <a:srcRect/>
              <a:tile tx="0" ty="0" sx="74113" sy="74113" algn="ctr"/>
            </a:blip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11" name=""/>
            <p:cNvSpPr/>
            <p:nvPr/>
          </p:nvSpPr>
          <p:spPr>
            <a:xfrm rot="5358000">
              <a:off x="-1584720" y="449388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blipFill rotWithShape="0">
              <a:blip r:embed="rId3"/>
              <a:srcRect/>
              <a:tile tx="0" ty="0" sx="74113" sy="74113" algn="ctr"/>
            </a:blip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12" name=""/>
            <p:cNvSpPr/>
            <p:nvPr/>
          </p:nvSpPr>
          <p:spPr>
            <a:xfrm rot="5358000">
              <a:off x="-2237040" y="516996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dee2e6"/>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13" name=""/>
            <p:cNvSpPr/>
            <p:nvPr/>
          </p:nvSpPr>
          <p:spPr>
            <a:xfrm rot="5358000">
              <a:off x="-895680" y="382068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314" name=""/>
            <p:cNvSpPr/>
            <p:nvPr/>
          </p:nvSpPr>
          <p:spPr>
            <a:xfrm rot="5358000">
              <a:off x="-220680" y="315396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dee2e6"/>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15" name=""/>
            <p:cNvSpPr/>
            <p:nvPr/>
          </p:nvSpPr>
          <p:spPr>
            <a:xfrm>
              <a:off x="455040" y="447768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316" name=""/>
            <p:cNvSpPr/>
            <p:nvPr/>
          </p:nvSpPr>
          <p:spPr>
            <a:xfrm rot="5358000">
              <a:off x="471240" y="382068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e9ecef"/>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17" name=""/>
            <p:cNvSpPr/>
            <p:nvPr/>
          </p:nvSpPr>
          <p:spPr>
            <a:xfrm>
              <a:off x="1158840" y="517068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ced4d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18" name=""/>
            <p:cNvSpPr/>
            <p:nvPr/>
          </p:nvSpPr>
          <p:spPr>
            <a:xfrm>
              <a:off x="-1561680" y="516276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319" name=""/>
            <p:cNvSpPr/>
            <p:nvPr/>
          </p:nvSpPr>
          <p:spPr>
            <a:xfrm rot="5358000">
              <a:off x="462240" y="516996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dee2e6"/>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20" name=""/>
            <p:cNvSpPr/>
            <p:nvPr/>
          </p:nvSpPr>
          <p:spPr>
            <a:xfrm flipH="1" rot="16242000">
              <a:off x="-231840" y="1793160"/>
              <a:ext cx="1068120" cy="765720"/>
            </a:xfrm>
            <a:custGeom>
              <a:avLst/>
              <a:gdLst>
                <a:gd name="textAreaLeft" fmla="*/ 276480 w 1068120"/>
                <a:gd name="textAreaRight" fmla="*/ 79128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212529"/>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321" name=""/>
            <p:cNvSpPr/>
            <p:nvPr/>
          </p:nvSpPr>
          <p:spPr>
            <a:xfrm flipH="1" rot="16242000">
              <a:off x="419400" y="2469240"/>
              <a:ext cx="1068120" cy="765720"/>
            </a:xfrm>
            <a:custGeom>
              <a:avLst/>
              <a:gdLst>
                <a:gd name="textAreaLeft" fmla="*/ 276480 w 1068120"/>
                <a:gd name="textAreaRight" fmla="*/ 79128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dee2e6"/>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22" name=""/>
            <p:cNvSpPr/>
            <p:nvPr/>
          </p:nvSpPr>
          <p:spPr>
            <a:xfrm flipH="1">
              <a:off x="-247320" y="2462040"/>
              <a:ext cx="1072440" cy="765720"/>
            </a:xfrm>
            <a:custGeom>
              <a:avLst/>
              <a:gdLst>
                <a:gd name="textAreaLeft" fmla="*/ 278640 w 1072440"/>
                <a:gd name="textAreaRight" fmla="*/ 79524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323" name=""/>
            <p:cNvSpPr/>
            <p:nvPr/>
          </p:nvSpPr>
          <p:spPr>
            <a:xfrm>
              <a:off x="1107720" y="113508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ced4d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24" name=""/>
            <p:cNvSpPr/>
            <p:nvPr/>
          </p:nvSpPr>
          <p:spPr>
            <a:xfrm rot="5358000">
              <a:off x="1103760" y="180108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343a40"/>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325" name=""/>
            <p:cNvSpPr/>
            <p:nvPr/>
          </p:nvSpPr>
          <p:spPr>
            <a:xfrm rot="5358000">
              <a:off x="415080" y="114228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blipFill rotWithShape="0">
              <a:blip r:embed="rId4"/>
              <a:srcRect/>
              <a:tile tx="0" ty="0" sx="74113" sy="74113" algn="ctr"/>
            </a:blip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26" name=""/>
            <p:cNvSpPr/>
            <p:nvPr/>
          </p:nvSpPr>
          <p:spPr>
            <a:xfrm>
              <a:off x="439200" y="181116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327" name=""/>
            <p:cNvSpPr/>
            <p:nvPr/>
          </p:nvSpPr>
          <p:spPr>
            <a:xfrm>
              <a:off x="423720" y="45108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ced4d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28" name=""/>
            <p:cNvSpPr/>
            <p:nvPr/>
          </p:nvSpPr>
          <p:spPr>
            <a:xfrm rot="5358000">
              <a:off x="-245160" y="43812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dee2e6"/>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29" name=""/>
            <p:cNvSpPr/>
            <p:nvPr/>
          </p:nvSpPr>
          <p:spPr>
            <a:xfrm rot="5358000">
              <a:off x="435600" y="-24624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330" name=""/>
            <p:cNvSpPr/>
            <p:nvPr/>
          </p:nvSpPr>
          <p:spPr>
            <a:xfrm>
              <a:off x="1779480" y="179460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ced4d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31" name=""/>
            <p:cNvSpPr/>
            <p:nvPr/>
          </p:nvSpPr>
          <p:spPr>
            <a:xfrm>
              <a:off x="1106280" y="-25704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blipFill rotWithShape="0">
              <a:blip r:embed="rId5"/>
              <a:srcRect/>
              <a:tile tx="0" ty="0" sx="74113" sy="74113" algn="ctr"/>
            </a:blip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32" name=""/>
            <p:cNvSpPr/>
            <p:nvPr/>
          </p:nvSpPr>
          <p:spPr>
            <a:xfrm>
              <a:off x="-908280" y="179064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blipFill rotWithShape="0">
              <a:blip r:embed="rId6"/>
              <a:srcRect/>
              <a:tile tx="0" ty="0" sx="74113" sy="74113" algn="ctr"/>
            </a:blip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33" name=""/>
            <p:cNvSpPr/>
            <p:nvPr/>
          </p:nvSpPr>
          <p:spPr>
            <a:xfrm rot="5358000">
              <a:off x="-244440" y="582444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334" name=""/>
            <p:cNvSpPr/>
            <p:nvPr/>
          </p:nvSpPr>
          <p:spPr>
            <a:xfrm>
              <a:off x="427320" y="585396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blipFill rotWithShape="0">
              <a:blip r:embed="rId7"/>
              <a:srcRect/>
              <a:tile tx="0" ty="0" sx="74113" sy="74113" algn="ctr"/>
            </a:blip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35" name=""/>
            <p:cNvSpPr/>
            <p:nvPr/>
          </p:nvSpPr>
          <p:spPr>
            <a:xfrm>
              <a:off x="-236880" y="649404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ced4da"/>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36" name=""/>
            <p:cNvSpPr/>
            <p:nvPr/>
          </p:nvSpPr>
          <p:spPr>
            <a:xfrm rot="5358000">
              <a:off x="-928440" y="650124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e9ecef"/>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37" name=""/>
            <p:cNvSpPr/>
            <p:nvPr/>
          </p:nvSpPr>
          <p:spPr>
            <a:xfrm rot="5358000">
              <a:off x="-245880" y="7197120"/>
              <a:ext cx="1067760" cy="765720"/>
            </a:xfrm>
            <a:custGeom>
              <a:avLst/>
              <a:gdLst>
                <a:gd name="textAreaLeft" fmla="*/ 276840 w 1067760"/>
                <a:gd name="textAreaRight" fmla="*/ 791640 w 106776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343a40"/>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sp>
          <p:nvSpPr>
            <p:cNvPr id="338" name=""/>
            <p:cNvSpPr/>
            <p:nvPr/>
          </p:nvSpPr>
          <p:spPr>
            <a:xfrm rot="5358000">
              <a:off x="427320" y="6517800"/>
              <a:ext cx="1068120" cy="765720"/>
            </a:xfrm>
            <a:custGeom>
              <a:avLst/>
              <a:gdLst>
                <a:gd name="textAreaLeft" fmla="*/ 277200 w 1068120"/>
                <a:gd name="textAreaRight" fmla="*/ 792000 w 106812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dee2e6"/>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Noto Sans"/>
                <a:ea typeface="DejaVu Sans"/>
              </a:endParaRPr>
            </a:p>
          </p:txBody>
        </p:sp>
        <p:sp>
          <p:nvSpPr>
            <p:cNvPr id="339" name=""/>
            <p:cNvSpPr/>
            <p:nvPr/>
          </p:nvSpPr>
          <p:spPr>
            <a:xfrm>
              <a:off x="1103400" y="6530040"/>
              <a:ext cx="1072440" cy="765720"/>
            </a:xfrm>
            <a:custGeom>
              <a:avLst/>
              <a:gdLst>
                <a:gd name="textAreaLeft" fmla="*/ 278280 w 1072440"/>
                <a:gd name="textAreaRight" fmla="*/ 794880 w 1072440"/>
                <a:gd name="textAreaTop" fmla="*/ 258840 h 765720"/>
                <a:gd name="textAreaBottom" fmla="*/ 507600 h 765720"/>
              </a:gdLst>
              <a:ahLst/>
              <a:rect l="textAreaLeft" t="textAreaTop" r="textAreaRight" b="textAreaBottom"/>
              <a:pathLst>
                <a:path w="21600" h="21600">
                  <a:moveTo>
                    <a:pt x="3822" y="20239"/>
                  </a:moveTo>
                  <a:cubicBezTo>
                    <a:pt x="5451" y="20418"/>
                    <a:pt x="7281" y="21646"/>
                    <a:pt x="8714" y="20776"/>
                  </a:cubicBezTo>
                  <a:cubicBezTo>
                    <a:pt x="8865" y="20686"/>
                    <a:pt x="8964" y="20455"/>
                    <a:pt x="9019" y="20239"/>
                  </a:cubicBezTo>
                  <a:cubicBezTo>
                    <a:pt x="9071" y="20036"/>
                    <a:pt x="9053" y="19804"/>
                    <a:pt x="9019" y="19597"/>
                  </a:cubicBezTo>
                  <a:cubicBezTo>
                    <a:pt x="8966" y="19288"/>
                    <a:pt x="8781" y="19048"/>
                    <a:pt x="8714" y="18743"/>
                  </a:cubicBezTo>
                  <a:cubicBezTo>
                    <a:pt x="8601" y="18227"/>
                    <a:pt x="8526" y="17674"/>
                    <a:pt x="8560" y="17138"/>
                  </a:cubicBezTo>
                  <a:cubicBezTo>
                    <a:pt x="8584" y="16800"/>
                    <a:pt x="8662" y="16459"/>
                    <a:pt x="8790" y="16170"/>
                  </a:cubicBezTo>
                  <a:cubicBezTo>
                    <a:pt x="8923" y="15870"/>
                    <a:pt x="9117" y="15626"/>
                    <a:pt x="9326" y="15422"/>
                  </a:cubicBezTo>
                  <a:cubicBezTo>
                    <a:pt x="9578" y="15179"/>
                    <a:pt x="9865" y="14979"/>
                    <a:pt x="10164" y="14886"/>
                  </a:cubicBezTo>
                  <a:cubicBezTo>
                    <a:pt x="10338" y="14833"/>
                    <a:pt x="10527" y="14833"/>
                    <a:pt x="10701" y="14886"/>
                  </a:cubicBezTo>
                  <a:cubicBezTo>
                    <a:pt x="11112" y="15016"/>
                    <a:pt x="11507" y="15284"/>
                    <a:pt x="11846" y="15638"/>
                  </a:cubicBezTo>
                  <a:cubicBezTo>
                    <a:pt x="12122" y="15922"/>
                    <a:pt x="12397" y="16268"/>
                    <a:pt x="12534" y="16707"/>
                  </a:cubicBezTo>
                  <a:cubicBezTo>
                    <a:pt x="12687" y="17203"/>
                    <a:pt x="12716" y="17792"/>
                    <a:pt x="12641" y="18321"/>
                  </a:cubicBezTo>
                  <a:cubicBezTo>
                    <a:pt x="12586" y="18707"/>
                    <a:pt x="12368" y="19012"/>
                    <a:pt x="12246" y="19365"/>
                  </a:cubicBezTo>
                  <a:cubicBezTo>
                    <a:pt x="12151" y="19646"/>
                    <a:pt x="12009" y="19914"/>
                    <a:pt x="11983" y="20223"/>
                  </a:cubicBezTo>
                  <a:cubicBezTo>
                    <a:pt x="11962" y="20471"/>
                    <a:pt x="11930" y="20808"/>
                    <a:pt x="12070" y="20963"/>
                  </a:cubicBezTo>
                  <a:cubicBezTo>
                    <a:pt x="13488" y="22552"/>
                    <a:pt x="15695" y="20678"/>
                    <a:pt x="17507" y="20532"/>
                  </a:cubicBezTo>
                  <a:lnTo>
                    <a:pt x="17542" y="20524"/>
                  </a:lnTo>
                  <a:cubicBezTo>
                    <a:pt x="17438" y="17983"/>
                    <a:pt x="16101" y="14890"/>
                    <a:pt x="17235" y="12902"/>
                  </a:cubicBezTo>
                  <a:cubicBezTo>
                    <a:pt x="17345" y="12707"/>
                    <a:pt x="17586" y="12752"/>
                    <a:pt x="17762" y="12780"/>
                  </a:cubicBezTo>
                  <a:cubicBezTo>
                    <a:pt x="17983" y="12817"/>
                    <a:pt x="18174" y="13016"/>
                    <a:pt x="18374" y="13150"/>
                  </a:cubicBezTo>
                  <a:cubicBezTo>
                    <a:pt x="18627" y="13321"/>
                    <a:pt x="18844" y="13626"/>
                    <a:pt x="19120" y="13703"/>
                  </a:cubicBezTo>
                  <a:cubicBezTo>
                    <a:pt x="19497" y="13809"/>
                    <a:pt x="19917" y="13768"/>
                    <a:pt x="20271" y="13553"/>
                  </a:cubicBezTo>
                  <a:cubicBezTo>
                    <a:pt x="20584" y="13362"/>
                    <a:pt x="20831" y="12975"/>
                    <a:pt x="21034" y="12589"/>
                  </a:cubicBezTo>
                  <a:cubicBezTo>
                    <a:pt x="21286" y="12114"/>
                    <a:pt x="21477" y="11561"/>
                    <a:pt x="21570" y="10984"/>
                  </a:cubicBezTo>
                  <a:cubicBezTo>
                    <a:pt x="21608" y="10740"/>
                    <a:pt x="21608" y="10476"/>
                    <a:pt x="21570" y="10232"/>
                  </a:cubicBezTo>
                  <a:cubicBezTo>
                    <a:pt x="21504" y="9813"/>
                    <a:pt x="21361" y="9411"/>
                    <a:pt x="21187" y="9057"/>
                  </a:cubicBezTo>
                  <a:cubicBezTo>
                    <a:pt x="21042" y="8764"/>
                    <a:pt x="20868" y="8492"/>
                    <a:pt x="20654" y="8305"/>
                  </a:cubicBezTo>
                  <a:cubicBezTo>
                    <a:pt x="20448" y="8126"/>
                    <a:pt x="20204" y="8016"/>
                    <a:pt x="19964" y="7984"/>
                  </a:cubicBezTo>
                  <a:cubicBezTo>
                    <a:pt x="19581" y="7935"/>
                    <a:pt x="19186" y="8041"/>
                    <a:pt x="18818" y="8199"/>
                  </a:cubicBezTo>
                  <a:cubicBezTo>
                    <a:pt x="18601" y="8293"/>
                    <a:pt x="18429" y="8553"/>
                    <a:pt x="18209" y="8626"/>
                  </a:cubicBezTo>
                  <a:cubicBezTo>
                    <a:pt x="18061" y="8675"/>
                    <a:pt x="17896" y="8699"/>
                    <a:pt x="17751" y="8626"/>
                  </a:cubicBezTo>
                  <a:cubicBezTo>
                    <a:pt x="17597" y="8549"/>
                    <a:pt x="17432" y="8411"/>
                    <a:pt x="17368" y="8199"/>
                  </a:cubicBezTo>
                  <a:cubicBezTo>
                    <a:pt x="16747" y="6191"/>
                    <a:pt x="17623" y="3631"/>
                    <a:pt x="17751" y="1342"/>
                  </a:cubicBezTo>
                  <a:lnTo>
                    <a:pt x="17722" y="1358"/>
                  </a:lnTo>
                  <a:cubicBezTo>
                    <a:pt x="16089" y="1180"/>
                    <a:pt x="14262" y="-48"/>
                    <a:pt x="12829" y="822"/>
                  </a:cubicBezTo>
                  <a:cubicBezTo>
                    <a:pt x="12679" y="911"/>
                    <a:pt x="12580" y="1143"/>
                    <a:pt x="12525" y="1358"/>
                  </a:cubicBezTo>
                  <a:cubicBezTo>
                    <a:pt x="12473" y="1562"/>
                    <a:pt x="12490" y="1793"/>
                    <a:pt x="12525" y="2001"/>
                  </a:cubicBezTo>
                  <a:cubicBezTo>
                    <a:pt x="12577" y="2310"/>
                    <a:pt x="12763" y="2549"/>
                    <a:pt x="12829" y="2854"/>
                  </a:cubicBezTo>
                  <a:cubicBezTo>
                    <a:pt x="12942" y="3370"/>
                    <a:pt x="13018" y="3923"/>
                    <a:pt x="12983" y="4460"/>
                  </a:cubicBezTo>
                  <a:cubicBezTo>
                    <a:pt x="12960" y="4797"/>
                    <a:pt x="12882" y="5139"/>
                    <a:pt x="12754" y="5427"/>
                  </a:cubicBezTo>
                  <a:cubicBezTo>
                    <a:pt x="12621" y="5728"/>
                    <a:pt x="12426" y="5972"/>
                    <a:pt x="12217" y="6175"/>
                  </a:cubicBezTo>
                  <a:cubicBezTo>
                    <a:pt x="11965" y="6419"/>
                    <a:pt x="11678" y="6618"/>
                    <a:pt x="11379" y="6712"/>
                  </a:cubicBezTo>
                  <a:cubicBezTo>
                    <a:pt x="11205" y="6765"/>
                    <a:pt x="11017" y="6765"/>
                    <a:pt x="10843" y="6712"/>
                  </a:cubicBezTo>
                  <a:cubicBezTo>
                    <a:pt x="10431" y="6582"/>
                    <a:pt x="10037" y="6313"/>
                    <a:pt x="9697" y="5960"/>
                  </a:cubicBezTo>
                  <a:cubicBezTo>
                    <a:pt x="9422" y="5675"/>
                    <a:pt x="9146" y="5330"/>
                    <a:pt x="9010" y="4891"/>
                  </a:cubicBezTo>
                  <a:cubicBezTo>
                    <a:pt x="8856" y="4395"/>
                    <a:pt x="8827" y="3805"/>
                    <a:pt x="8903" y="3277"/>
                  </a:cubicBezTo>
                  <a:cubicBezTo>
                    <a:pt x="8958" y="2891"/>
                    <a:pt x="9175" y="2586"/>
                    <a:pt x="9297" y="2232"/>
                  </a:cubicBezTo>
                  <a:cubicBezTo>
                    <a:pt x="9393" y="1952"/>
                    <a:pt x="9535" y="1684"/>
                    <a:pt x="9561" y="1375"/>
                  </a:cubicBezTo>
                  <a:cubicBezTo>
                    <a:pt x="9581" y="1127"/>
                    <a:pt x="9613" y="789"/>
                    <a:pt x="9474" y="635"/>
                  </a:cubicBezTo>
                  <a:cubicBezTo>
                    <a:pt x="8056" y="-954"/>
                    <a:pt x="5849" y="924"/>
                    <a:pt x="4036" y="1066"/>
                  </a:cubicBezTo>
                  <a:lnTo>
                    <a:pt x="4057" y="1127"/>
                  </a:lnTo>
                  <a:cubicBezTo>
                    <a:pt x="4158" y="3667"/>
                    <a:pt x="5498" y="6760"/>
                    <a:pt x="4364" y="8748"/>
                  </a:cubicBezTo>
                  <a:cubicBezTo>
                    <a:pt x="4254" y="8943"/>
                    <a:pt x="4013" y="8899"/>
                    <a:pt x="3836" y="8870"/>
                  </a:cubicBezTo>
                  <a:cubicBezTo>
                    <a:pt x="3616" y="8833"/>
                    <a:pt x="3424" y="8634"/>
                    <a:pt x="3224" y="8500"/>
                  </a:cubicBezTo>
                  <a:cubicBezTo>
                    <a:pt x="2972" y="8329"/>
                    <a:pt x="2754" y="8025"/>
                    <a:pt x="2479" y="7947"/>
                  </a:cubicBezTo>
                  <a:cubicBezTo>
                    <a:pt x="2102" y="7842"/>
                    <a:pt x="1681" y="7882"/>
                    <a:pt x="1328" y="8098"/>
                  </a:cubicBezTo>
                  <a:cubicBezTo>
                    <a:pt x="1014" y="8289"/>
                    <a:pt x="768" y="8675"/>
                    <a:pt x="565" y="9061"/>
                  </a:cubicBezTo>
                  <a:cubicBezTo>
                    <a:pt x="312" y="9537"/>
                    <a:pt x="121" y="10089"/>
                    <a:pt x="28" y="10667"/>
                  </a:cubicBezTo>
                  <a:cubicBezTo>
                    <a:pt x="-9" y="10911"/>
                    <a:pt x="-9" y="11175"/>
                    <a:pt x="28" y="11419"/>
                  </a:cubicBezTo>
                  <a:cubicBezTo>
                    <a:pt x="95" y="11837"/>
                    <a:pt x="237" y="12240"/>
                    <a:pt x="411" y="12593"/>
                  </a:cubicBezTo>
                  <a:cubicBezTo>
                    <a:pt x="556" y="12886"/>
                    <a:pt x="730" y="13158"/>
                    <a:pt x="945" y="13345"/>
                  </a:cubicBezTo>
                  <a:cubicBezTo>
                    <a:pt x="1151" y="13524"/>
                    <a:pt x="1394" y="13634"/>
                    <a:pt x="1635" y="13666"/>
                  </a:cubicBezTo>
                  <a:cubicBezTo>
                    <a:pt x="2018" y="13715"/>
                    <a:pt x="2412" y="13610"/>
                    <a:pt x="2780" y="13451"/>
                  </a:cubicBezTo>
                  <a:cubicBezTo>
                    <a:pt x="2998" y="13358"/>
                    <a:pt x="3169" y="13097"/>
                    <a:pt x="3390" y="13024"/>
                  </a:cubicBezTo>
                  <a:cubicBezTo>
                    <a:pt x="3537" y="12975"/>
                    <a:pt x="3703" y="12951"/>
                    <a:pt x="3848" y="13024"/>
                  </a:cubicBezTo>
                  <a:cubicBezTo>
                    <a:pt x="4001" y="13101"/>
                    <a:pt x="4167" y="13240"/>
                    <a:pt x="4231" y="13451"/>
                  </a:cubicBezTo>
                  <a:cubicBezTo>
                    <a:pt x="4851" y="15459"/>
                    <a:pt x="3975" y="18024"/>
                    <a:pt x="3848" y="20308"/>
                  </a:cubicBezTo>
                  <a:lnTo>
                    <a:pt x="3822" y="20239"/>
                  </a:lnTo>
                  <a:close/>
                </a:path>
              </a:pathLst>
            </a:custGeom>
            <a:solidFill>
              <a:srgbClr val="6c757d"/>
            </a:solidFill>
            <a:ln w="0">
              <a:solidFill>
                <a:srgbClr val="000000"/>
              </a:solidFill>
            </a:ln>
            <a:effectLst>
              <a:outerShdw blurRad="0" dir="2700000" dist="102841" rotWithShape="0">
                <a:srgbClr val="808080">
                  <a:alpha val="20000"/>
                </a:srgbClr>
              </a:outerShdw>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Noto Sans"/>
                <a:ea typeface="DejaVu Sans"/>
              </a:endParaRPr>
            </a:p>
          </p:txBody>
        </p:sp>
      </p:grpSp>
      <p:sp>
        <p:nvSpPr>
          <p:cNvPr id="340" name=""/>
          <p:cNvSpPr/>
          <p:nvPr/>
        </p:nvSpPr>
        <p:spPr>
          <a:xfrm>
            <a:off x="8538120" y="3877200"/>
            <a:ext cx="975240" cy="1370880"/>
          </a:xfrm>
          <a:custGeom>
            <a:avLst/>
            <a:gdLst>
              <a:gd name="textAreaLeft" fmla="*/ 0 w 975240"/>
              <a:gd name="textAreaRight" fmla="*/ 975960 w 975240"/>
              <a:gd name="textAreaTop" fmla="*/ 0 h 1370880"/>
              <a:gd name="textAreaBottom" fmla="*/ 1371600 h 1370880"/>
            </a:gdLst>
            <a:ahLst/>
            <a:rect l="textAreaLeft" t="textAreaTop" r="textAreaRight" b="textAreaBottom"/>
            <a:pathLst>
              <a:path fill="none" w="2711" h="3810">
                <a:moveTo>
                  <a:pt x="0" y="3810"/>
                </a:moveTo>
                <a:cubicBezTo>
                  <a:pt x="762" y="3048"/>
                  <a:pt x="1271" y="3556"/>
                  <a:pt x="1270" y="2795"/>
                </a:cubicBezTo>
                <a:cubicBezTo>
                  <a:pt x="1270" y="2032"/>
                  <a:pt x="3301" y="2286"/>
                  <a:pt x="2540" y="3048"/>
                </a:cubicBezTo>
                <a:cubicBezTo>
                  <a:pt x="1778" y="3810"/>
                  <a:pt x="1524" y="508"/>
                  <a:pt x="2540" y="0"/>
                </a:cubicBezTo>
              </a:path>
            </a:pathLst>
          </a:custGeom>
          <a:noFill/>
          <a:ln w="36720">
            <a:solidFill>
              <a:srgbClr val="666666"/>
            </a:solidFill>
            <a:custDash>
              <a:ds d="600000" sp="300000"/>
            </a:custDash>
            <a:round/>
            <a:headEnd len="sm" type="oval" w="lg"/>
            <a:tailEnd len="sm" type="oval" w="lg"/>
          </a:ln>
        </p:spPr>
        <p:style>
          <a:lnRef idx="0"/>
          <a:fillRef idx="0"/>
          <a:effectRef idx="0"/>
          <a:fontRef idx="minor"/>
        </p:style>
        <p:txBody>
          <a:bodyPr lIns="108360" rIns="108360" tIns="63360" bIns="63360" anchor="ctr">
            <a:noAutofit/>
          </a:bodyPr>
          <a:p>
            <a:pPr>
              <a:lnSpc>
                <a:spcPct val="100000"/>
              </a:lnSpc>
            </a:pPr>
            <a:endParaRPr b="0" lang="en-US" sz="1800" spc="-1" strike="noStrike">
              <a:solidFill>
                <a:srgbClr val="000000"/>
              </a:solidFill>
              <a:latin typeface="Noto Sans"/>
              <a:ea typeface="DejaVu Sans"/>
            </a:endParaRPr>
          </a:p>
        </p:txBody>
      </p:sp>
      <p:sp>
        <p:nvSpPr>
          <p:cNvPr id="341" name=""/>
          <p:cNvSpPr/>
          <p:nvPr/>
        </p:nvSpPr>
        <p:spPr>
          <a:xfrm>
            <a:off x="7372080" y="4974480"/>
            <a:ext cx="1684080" cy="164520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342" name=""/>
          <p:cNvSpPr/>
          <p:nvPr/>
        </p:nvSpPr>
        <p:spPr>
          <a:xfrm>
            <a:off x="7868160" y="-329040"/>
            <a:ext cx="2010960" cy="201096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343" name="PlaceHolder 1"/>
          <p:cNvSpPr>
            <a:spLocks noGrp="1"/>
          </p:cNvSpPr>
          <p:nvPr>
            <p:ph type="ftr" idx="40"/>
          </p:nvPr>
        </p:nvSpPr>
        <p:spPr>
          <a:xfrm>
            <a:off x="3442680" y="5166000"/>
            <a:ext cx="3194280" cy="38988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344" name="PlaceHolder 2"/>
          <p:cNvSpPr>
            <a:spLocks noGrp="1"/>
          </p:cNvSpPr>
          <p:nvPr>
            <p:ph type="sldNum" idx="41"/>
          </p:nvPr>
        </p:nvSpPr>
        <p:spPr>
          <a:xfrm>
            <a:off x="7227360" y="5166000"/>
            <a:ext cx="2347560" cy="389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8C04C8F5-4911-4ECA-91A8-FAE85EDEAB14}"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345" name="PlaceHolder 3"/>
          <p:cNvSpPr>
            <a:spLocks noGrp="1"/>
          </p:cNvSpPr>
          <p:nvPr>
            <p:ph type="dt" idx="42"/>
          </p:nvPr>
        </p:nvSpPr>
        <p:spPr>
          <a:xfrm>
            <a:off x="468000" y="5166000"/>
            <a:ext cx="2347560" cy="38988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346" name="PlaceHolder 4"/>
          <p:cNvSpPr>
            <a:spLocks noGrp="1"/>
          </p:cNvSpPr>
          <p:nvPr>
            <p:ph type="title"/>
          </p:nvPr>
        </p:nvSpPr>
        <p:spPr>
          <a:xfrm>
            <a:off x="504000" y="226080"/>
            <a:ext cx="9072000" cy="94644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47" name="PlaceHolder 5"/>
          <p:cNvSpPr>
            <a:spLocks noGrp="1"/>
          </p:cNvSpPr>
          <p:nvPr>
            <p:ph type="body"/>
          </p:nvPr>
        </p:nvSpPr>
        <p:spPr>
          <a:xfrm>
            <a:off x="504000" y="1326600"/>
            <a:ext cx="9072000" cy="3288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5" r:id="rId8"/>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 name=""/>
          <p:cNvSpPr/>
          <p:nvPr/>
        </p:nvSpPr>
        <p:spPr>
          <a:xfrm>
            <a:off x="8266320" y="4115520"/>
            <a:ext cx="1919520" cy="191952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349" name=""/>
          <p:cNvSpPr/>
          <p:nvPr/>
        </p:nvSpPr>
        <p:spPr>
          <a:xfrm>
            <a:off x="7717680" y="-548280"/>
            <a:ext cx="1919520" cy="191952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grpSp>
        <p:nvGrpSpPr>
          <p:cNvPr id="350" name=""/>
          <p:cNvGrpSpPr/>
          <p:nvPr/>
        </p:nvGrpSpPr>
        <p:grpSpPr>
          <a:xfrm>
            <a:off x="-146880" y="-295560"/>
            <a:ext cx="914400" cy="1279800"/>
            <a:chOff x="-146880" y="-295560"/>
            <a:chExt cx="914400" cy="1279800"/>
          </a:xfrm>
        </p:grpSpPr>
        <p:sp>
          <p:nvSpPr>
            <p:cNvPr id="351" name=""/>
            <p:cNvSpPr/>
            <p:nvPr/>
          </p:nvSpPr>
          <p:spPr>
            <a:xfrm flipV="1" rot="5395800">
              <a:off x="219240" y="801000"/>
              <a:ext cx="182160" cy="182160"/>
            </a:xfrm>
            <a:prstGeom prst="ellipse">
              <a:avLst/>
            </a:prstGeom>
            <a:blipFill rotWithShape="0">
              <a:blip r:embed="rId2"/>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52" name=""/>
            <p:cNvSpPr/>
            <p:nvPr/>
          </p:nvSpPr>
          <p:spPr>
            <a:xfrm flipV="1" rot="5395800">
              <a:off x="218880" y="435240"/>
              <a:ext cx="182160" cy="182160"/>
            </a:xfrm>
            <a:prstGeom prst="ellipse">
              <a:avLst/>
            </a:prstGeom>
            <a:blipFill rotWithShape="0">
              <a:blip r:embed="rId3"/>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53" name=""/>
            <p:cNvSpPr/>
            <p:nvPr/>
          </p:nvSpPr>
          <p:spPr>
            <a:xfrm flipV="1" rot="5395800">
              <a:off x="218520" y="69840"/>
              <a:ext cx="182160" cy="182160"/>
            </a:xfrm>
            <a:prstGeom prst="ellipse">
              <a:avLst/>
            </a:prstGeom>
            <a:blipFill rotWithShape="0">
              <a:blip r:embed="rId4"/>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54" name=""/>
            <p:cNvSpPr/>
            <p:nvPr/>
          </p:nvSpPr>
          <p:spPr>
            <a:xfrm flipV="1" rot="5395800">
              <a:off x="217800" y="-295200"/>
              <a:ext cx="182160" cy="182160"/>
            </a:xfrm>
            <a:prstGeom prst="ellipse">
              <a:avLst/>
            </a:prstGeom>
            <a:blipFill rotWithShape="0">
              <a:blip r:embed="rId5"/>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55" name=""/>
            <p:cNvSpPr/>
            <p:nvPr/>
          </p:nvSpPr>
          <p:spPr>
            <a:xfrm flipV="1" rot="5395800">
              <a:off x="583920" y="-295560"/>
              <a:ext cx="182160" cy="182160"/>
            </a:xfrm>
            <a:prstGeom prst="ellipse">
              <a:avLst/>
            </a:prstGeom>
            <a:blipFill rotWithShape="0">
              <a:blip r:embed="rId6"/>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56" name=""/>
            <p:cNvSpPr/>
            <p:nvPr/>
          </p:nvSpPr>
          <p:spPr>
            <a:xfrm flipV="1" rot="5395800">
              <a:off x="584280" y="69120"/>
              <a:ext cx="182160" cy="182160"/>
            </a:xfrm>
            <a:prstGeom prst="ellipse">
              <a:avLst/>
            </a:prstGeom>
            <a:blipFill rotWithShape="0">
              <a:blip r:embed="rId7"/>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57" name=""/>
            <p:cNvSpPr/>
            <p:nvPr/>
          </p:nvSpPr>
          <p:spPr>
            <a:xfrm flipV="1" rot="5395800">
              <a:off x="584280" y="434880"/>
              <a:ext cx="182160" cy="182160"/>
            </a:xfrm>
            <a:prstGeom prst="ellipse">
              <a:avLst/>
            </a:prstGeom>
            <a:blipFill rotWithShape="0">
              <a:blip r:embed="rId8"/>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58" name=""/>
            <p:cNvSpPr/>
            <p:nvPr/>
          </p:nvSpPr>
          <p:spPr>
            <a:xfrm flipV="1" rot="5395800">
              <a:off x="585000" y="801000"/>
              <a:ext cx="182160" cy="182160"/>
            </a:xfrm>
            <a:prstGeom prst="ellipse">
              <a:avLst/>
            </a:prstGeom>
            <a:blipFill rotWithShape="0">
              <a:blip r:embed="rId9"/>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59" name=""/>
            <p:cNvSpPr/>
            <p:nvPr/>
          </p:nvSpPr>
          <p:spPr>
            <a:xfrm flipV="1" rot="5395800">
              <a:off x="-145440" y="801360"/>
              <a:ext cx="182160" cy="182160"/>
            </a:xfrm>
            <a:prstGeom prst="ellipse">
              <a:avLst/>
            </a:prstGeom>
            <a:blipFill rotWithShape="0">
              <a:blip r:embed="rId10"/>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60" name=""/>
            <p:cNvSpPr/>
            <p:nvPr/>
          </p:nvSpPr>
          <p:spPr>
            <a:xfrm flipV="1" rot="5395800">
              <a:off x="-146160" y="435960"/>
              <a:ext cx="182160" cy="182160"/>
            </a:xfrm>
            <a:prstGeom prst="ellipse">
              <a:avLst/>
            </a:prstGeom>
            <a:blipFill rotWithShape="0">
              <a:blip r:embed="rId11"/>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61" name=""/>
            <p:cNvSpPr/>
            <p:nvPr/>
          </p:nvSpPr>
          <p:spPr>
            <a:xfrm flipV="1" rot="5395800">
              <a:off x="-146160" y="69840"/>
              <a:ext cx="182160" cy="182160"/>
            </a:xfrm>
            <a:prstGeom prst="ellipse">
              <a:avLst/>
            </a:prstGeom>
            <a:blipFill rotWithShape="0">
              <a:blip r:embed="rId12"/>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62" name=""/>
            <p:cNvSpPr/>
            <p:nvPr/>
          </p:nvSpPr>
          <p:spPr>
            <a:xfrm flipV="1" rot="5395800">
              <a:off x="-146520" y="-294840"/>
              <a:ext cx="182160" cy="182160"/>
            </a:xfrm>
            <a:prstGeom prst="ellipse">
              <a:avLst/>
            </a:prstGeom>
            <a:blipFill rotWithShape="0">
              <a:blip r:embed="rId13"/>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grpSp>
        <p:nvGrpSpPr>
          <p:cNvPr id="363" name=""/>
          <p:cNvGrpSpPr/>
          <p:nvPr/>
        </p:nvGrpSpPr>
        <p:grpSpPr>
          <a:xfrm>
            <a:off x="9545040" y="4645800"/>
            <a:ext cx="915120" cy="1280520"/>
            <a:chOff x="9545040" y="4645800"/>
            <a:chExt cx="915120" cy="1280520"/>
          </a:xfrm>
        </p:grpSpPr>
        <p:sp>
          <p:nvSpPr>
            <p:cNvPr id="364" name=""/>
            <p:cNvSpPr/>
            <p:nvPr/>
          </p:nvSpPr>
          <p:spPr>
            <a:xfrm flipV="1" rot="5395800">
              <a:off x="9911880" y="5743080"/>
              <a:ext cx="182160" cy="182160"/>
            </a:xfrm>
            <a:prstGeom prst="ellipse">
              <a:avLst/>
            </a:prstGeom>
            <a:blipFill rotWithShape="0">
              <a:blip r:embed="rId14"/>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65" name=""/>
            <p:cNvSpPr/>
            <p:nvPr/>
          </p:nvSpPr>
          <p:spPr>
            <a:xfrm flipV="1" rot="5395800">
              <a:off x="9911520" y="5377320"/>
              <a:ext cx="182160" cy="182160"/>
            </a:xfrm>
            <a:prstGeom prst="ellipse">
              <a:avLst/>
            </a:prstGeom>
            <a:blipFill rotWithShape="0">
              <a:blip r:embed="rId15"/>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66" name=""/>
            <p:cNvSpPr/>
            <p:nvPr/>
          </p:nvSpPr>
          <p:spPr>
            <a:xfrm flipV="1" rot="5395800">
              <a:off x="9911160" y="5011920"/>
              <a:ext cx="182160" cy="182160"/>
            </a:xfrm>
            <a:prstGeom prst="ellipse">
              <a:avLst/>
            </a:prstGeom>
            <a:blipFill rotWithShape="0">
              <a:blip r:embed="rId16"/>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67" name=""/>
            <p:cNvSpPr/>
            <p:nvPr/>
          </p:nvSpPr>
          <p:spPr>
            <a:xfrm flipV="1" rot="5395800">
              <a:off x="9910440" y="4645800"/>
              <a:ext cx="182160" cy="182160"/>
            </a:xfrm>
            <a:prstGeom prst="ellipse">
              <a:avLst/>
            </a:prstGeom>
            <a:blipFill rotWithShape="0">
              <a:blip r:embed="rId17"/>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68" name=""/>
            <p:cNvSpPr/>
            <p:nvPr/>
          </p:nvSpPr>
          <p:spPr>
            <a:xfrm flipV="1" rot="5395800">
              <a:off x="10276560" y="4645440"/>
              <a:ext cx="182160" cy="182160"/>
            </a:xfrm>
            <a:prstGeom prst="ellipse">
              <a:avLst/>
            </a:prstGeom>
            <a:blipFill rotWithShape="0">
              <a:blip r:embed="rId18"/>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69" name=""/>
            <p:cNvSpPr/>
            <p:nvPr/>
          </p:nvSpPr>
          <p:spPr>
            <a:xfrm flipV="1" rot="5395800">
              <a:off x="10276920" y="5011200"/>
              <a:ext cx="182160" cy="182160"/>
            </a:xfrm>
            <a:prstGeom prst="ellipse">
              <a:avLst/>
            </a:prstGeom>
            <a:blipFill rotWithShape="0">
              <a:blip r:embed="rId19"/>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70" name=""/>
            <p:cNvSpPr/>
            <p:nvPr/>
          </p:nvSpPr>
          <p:spPr>
            <a:xfrm flipV="1" rot="5395800">
              <a:off x="10276920" y="5376960"/>
              <a:ext cx="182160" cy="182160"/>
            </a:xfrm>
            <a:prstGeom prst="ellipse">
              <a:avLst/>
            </a:prstGeom>
            <a:blipFill rotWithShape="0">
              <a:blip r:embed="rId20"/>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71" name=""/>
            <p:cNvSpPr/>
            <p:nvPr/>
          </p:nvSpPr>
          <p:spPr>
            <a:xfrm flipV="1" rot="5395800">
              <a:off x="10277640" y="5743080"/>
              <a:ext cx="182160" cy="182160"/>
            </a:xfrm>
            <a:prstGeom prst="ellipse">
              <a:avLst/>
            </a:prstGeom>
            <a:blipFill rotWithShape="0">
              <a:blip r:embed="rId21"/>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72" name=""/>
            <p:cNvSpPr/>
            <p:nvPr/>
          </p:nvSpPr>
          <p:spPr>
            <a:xfrm flipV="1" rot="5395800">
              <a:off x="9546120" y="5743440"/>
              <a:ext cx="182160" cy="182160"/>
            </a:xfrm>
            <a:prstGeom prst="ellipse">
              <a:avLst/>
            </a:prstGeom>
            <a:blipFill rotWithShape="0">
              <a:blip r:embed="rId22"/>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73" name=""/>
            <p:cNvSpPr/>
            <p:nvPr/>
          </p:nvSpPr>
          <p:spPr>
            <a:xfrm flipV="1" rot="5395800">
              <a:off x="9545400" y="5378040"/>
              <a:ext cx="182160" cy="182160"/>
            </a:xfrm>
            <a:prstGeom prst="ellipse">
              <a:avLst/>
            </a:prstGeom>
            <a:blipFill rotWithShape="0">
              <a:blip r:embed="rId23"/>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74" name=""/>
            <p:cNvSpPr/>
            <p:nvPr/>
          </p:nvSpPr>
          <p:spPr>
            <a:xfrm flipV="1" rot="5395800">
              <a:off x="9545400" y="5011920"/>
              <a:ext cx="182160" cy="182160"/>
            </a:xfrm>
            <a:prstGeom prst="ellipse">
              <a:avLst/>
            </a:prstGeom>
            <a:blipFill rotWithShape="0">
              <a:blip r:embed="rId24"/>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75" name=""/>
            <p:cNvSpPr/>
            <p:nvPr/>
          </p:nvSpPr>
          <p:spPr>
            <a:xfrm flipV="1" rot="5395800">
              <a:off x="9545040" y="4646160"/>
              <a:ext cx="182160" cy="182160"/>
            </a:xfrm>
            <a:prstGeom prst="ellipse">
              <a:avLst/>
            </a:prstGeom>
            <a:blipFill rotWithShape="0">
              <a:blip r:embed="rId25"/>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sp>
        <p:nvSpPr>
          <p:cNvPr id="376" name=""/>
          <p:cNvSpPr/>
          <p:nvPr/>
        </p:nvSpPr>
        <p:spPr>
          <a:xfrm>
            <a:off x="-146160" y="3109320"/>
            <a:ext cx="1919520" cy="191952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377"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378" name="PlaceHolder 2"/>
          <p:cNvSpPr>
            <a:spLocks noGrp="1"/>
          </p:cNvSpPr>
          <p:nvPr>
            <p:ph type="body"/>
          </p:nvPr>
        </p:nvSpPr>
        <p:spPr>
          <a:xfrm>
            <a:off x="468000" y="1800000"/>
            <a:ext cx="9071280" cy="3287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79" name="PlaceHolder 3"/>
          <p:cNvSpPr>
            <a:spLocks noGrp="1"/>
          </p:cNvSpPr>
          <p:nvPr>
            <p:ph type="ftr" idx="43"/>
          </p:nvPr>
        </p:nvSpPr>
        <p:spPr>
          <a:xfrm>
            <a:off x="3442680" y="5166000"/>
            <a:ext cx="3194280" cy="38988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380" name="PlaceHolder 4"/>
          <p:cNvSpPr>
            <a:spLocks noGrp="1"/>
          </p:cNvSpPr>
          <p:nvPr>
            <p:ph type="sldNum" idx="44"/>
          </p:nvPr>
        </p:nvSpPr>
        <p:spPr>
          <a:xfrm>
            <a:off x="7227360" y="5166000"/>
            <a:ext cx="2347560" cy="389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9AE1D0BD-1A08-4FEE-9B53-961ECD5B7640}"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381" name="PlaceHolder 5"/>
          <p:cNvSpPr>
            <a:spLocks noGrp="1"/>
          </p:cNvSpPr>
          <p:nvPr>
            <p:ph type="dt" idx="45"/>
          </p:nvPr>
        </p:nvSpPr>
        <p:spPr>
          <a:xfrm>
            <a:off x="468000" y="5166000"/>
            <a:ext cx="2347560" cy="38988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7" r:id="rId26"/>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4" name=""/>
          <p:cNvSpPr/>
          <p:nvPr/>
        </p:nvSpPr>
        <p:spPr>
          <a:xfrm>
            <a:off x="8266320" y="4115520"/>
            <a:ext cx="1919520" cy="191952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385" name=""/>
          <p:cNvSpPr/>
          <p:nvPr/>
        </p:nvSpPr>
        <p:spPr>
          <a:xfrm>
            <a:off x="7717680" y="-548280"/>
            <a:ext cx="1919520" cy="191952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grpSp>
        <p:nvGrpSpPr>
          <p:cNvPr id="386" name=""/>
          <p:cNvGrpSpPr/>
          <p:nvPr/>
        </p:nvGrpSpPr>
        <p:grpSpPr>
          <a:xfrm>
            <a:off x="-146880" y="-295560"/>
            <a:ext cx="914400" cy="1279800"/>
            <a:chOff x="-146880" y="-295560"/>
            <a:chExt cx="914400" cy="1279800"/>
          </a:xfrm>
        </p:grpSpPr>
        <p:sp>
          <p:nvSpPr>
            <p:cNvPr id="387" name=""/>
            <p:cNvSpPr/>
            <p:nvPr/>
          </p:nvSpPr>
          <p:spPr>
            <a:xfrm flipV="1" rot="5395800">
              <a:off x="219240" y="801000"/>
              <a:ext cx="182160" cy="182160"/>
            </a:xfrm>
            <a:prstGeom prst="ellipse">
              <a:avLst/>
            </a:prstGeom>
            <a:blipFill rotWithShape="0">
              <a:blip r:embed="rId2"/>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88" name=""/>
            <p:cNvSpPr/>
            <p:nvPr/>
          </p:nvSpPr>
          <p:spPr>
            <a:xfrm flipV="1" rot="5395800">
              <a:off x="218880" y="435240"/>
              <a:ext cx="182160" cy="182160"/>
            </a:xfrm>
            <a:prstGeom prst="ellipse">
              <a:avLst/>
            </a:prstGeom>
            <a:blipFill rotWithShape="0">
              <a:blip r:embed="rId3"/>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89" name=""/>
            <p:cNvSpPr/>
            <p:nvPr/>
          </p:nvSpPr>
          <p:spPr>
            <a:xfrm flipV="1" rot="5395800">
              <a:off x="218520" y="69840"/>
              <a:ext cx="182160" cy="182160"/>
            </a:xfrm>
            <a:prstGeom prst="ellipse">
              <a:avLst/>
            </a:prstGeom>
            <a:blipFill rotWithShape="0">
              <a:blip r:embed="rId4"/>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90" name=""/>
            <p:cNvSpPr/>
            <p:nvPr/>
          </p:nvSpPr>
          <p:spPr>
            <a:xfrm flipV="1" rot="5395800">
              <a:off x="217800" y="-295200"/>
              <a:ext cx="182160" cy="182160"/>
            </a:xfrm>
            <a:prstGeom prst="ellipse">
              <a:avLst/>
            </a:prstGeom>
            <a:blipFill rotWithShape="0">
              <a:blip r:embed="rId5"/>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91" name=""/>
            <p:cNvSpPr/>
            <p:nvPr/>
          </p:nvSpPr>
          <p:spPr>
            <a:xfrm flipV="1" rot="5395800">
              <a:off x="583920" y="-295560"/>
              <a:ext cx="182160" cy="182160"/>
            </a:xfrm>
            <a:prstGeom prst="ellipse">
              <a:avLst/>
            </a:prstGeom>
            <a:blipFill rotWithShape="0">
              <a:blip r:embed="rId6"/>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92" name=""/>
            <p:cNvSpPr/>
            <p:nvPr/>
          </p:nvSpPr>
          <p:spPr>
            <a:xfrm flipV="1" rot="5395800">
              <a:off x="584280" y="69120"/>
              <a:ext cx="182160" cy="182160"/>
            </a:xfrm>
            <a:prstGeom prst="ellipse">
              <a:avLst/>
            </a:prstGeom>
            <a:blipFill rotWithShape="0">
              <a:blip r:embed="rId7"/>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93" name=""/>
            <p:cNvSpPr/>
            <p:nvPr/>
          </p:nvSpPr>
          <p:spPr>
            <a:xfrm flipV="1" rot="5395800">
              <a:off x="584280" y="434880"/>
              <a:ext cx="182160" cy="182160"/>
            </a:xfrm>
            <a:prstGeom prst="ellipse">
              <a:avLst/>
            </a:prstGeom>
            <a:blipFill rotWithShape="0">
              <a:blip r:embed="rId8"/>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94" name=""/>
            <p:cNvSpPr/>
            <p:nvPr/>
          </p:nvSpPr>
          <p:spPr>
            <a:xfrm flipV="1" rot="5395800">
              <a:off x="585000" y="801000"/>
              <a:ext cx="182160" cy="182160"/>
            </a:xfrm>
            <a:prstGeom prst="ellipse">
              <a:avLst/>
            </a:prstGeom>
            <a:blipFill rotWithShape="0">
              <a:blip r:embed="rId9"/>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95" name=""/>
            <p:cNvSpPr/>
            <p:nvPr/>
          </p:nvSpPr>
          <p:spPr>
            <a:xfrm flipV="1" rot="5395800">
              <a:off x="-145440" y="801360"/>
              <a:ext cx="182160" cy="182160"/>
            </a:xfrm>
            <a:prstGeom prst="ellipse">
              <a:avLst/>
            </a:prstGeom>
            <a:blipFill rotWithShape="0">
              <a:blip r:embed="rId10"/>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96" name=""/>
            <p:cNvSpPr/>
            <p:nvPr/>
          </p:nvSpPr>
          <p:spPr>
            <a:xfrm flipV="1" rot="5395800">
              <a:off x="-146160" y="435960"/>
              <a:ext cx="182160" cy="182160"/>
            </a:xfrm>
            <a:prstGeom prst="ellipse">
              <a:avLst/>
            </a:prstGeom>
            <a:blipFill rotWithShape="0">
              <a:blip r:embed="rId11"/>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97" name=""/>
            <p:cNvSpPr/>
            <p:nvPr/>
          </p:nvSpPr>
          <p:spPr>
            <a:xfrm flipV="1" rot="5395800">
              <a:off x="-146160" y="69840"/>
              <a:ext cx="182160" cy="182160"/>
            </a:xfrm>
            <a:prstGeom prst="ellipse">
              <a:avLst/>
            </a:prstGeom>
            <a:blipFill rotWithShape="0">
              <a:blip r:embed="rId12"/>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398" name=""/>
            <p:cNvSpPr/>
            <p:nvPr/>
          </p:nvSpPr>
          <p:spPr>
            <a:xfrm flipV="1" rot="5395800">
              <a:off x="-146520" y="-294840"/>
              <a:ext cx="182160" cy="182160"/>
            </a:xfrm>
            <a:prstGeom prst="ellipse">
              <a:avLst/>
            </a:prstGeom>
            <a:blipFill rotWithShape="0">
              <a:blip r:embed="rId13"/>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grpSp>
        <p:nvGrpSpPr>
          <p:cNvPr id="399" name=""/>
          <p:cNvGrpSpPr/>
          <p:nvPr/>
        </p:nvGrpSpPr>
        <p:grpSpPr>
          <a:xfrm>
            <a:off x="9545040" y="4645800"/>
            <a:ext cx="915120" cy="1280520"/>
            <a:chOff x="9545040" y="4645800"/>
            <a:chExt cx="915120" cy="1280520"/>
          </a:xfrm>
        </p:grpSpPr>
        <p:sp>
          <p:nvSpPr>
            <p:cNvPr id="400" name=""/>
            <p:cNvSpPr/>
            <p:nvPr/>
          </p:nvSpPr>
          <p:spPr>
            <a:xfrm flipV="1" rot="5395800">
              <a:off x="9911880" y="5743080"/>
              <a:ext cx="182160" cy="182160"/>
            </a:xfrm>
            <a:prstGeom prst="ellipse">
              <a:avLst/>
            </a:prstGeom>
            <a:blipFill rotWithShape="0">
              <a:blip r:embed="rId14"/>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01" name=""/>
            <p:cNvSpPr/>
            <p:nvPr/>
          </p:nvSpPr>
          <p:spPr>
            <a:xfrm flipV="1" rot="5395800">
              <a:off x="9911520" y="5377320"/>
              <a:ext cx="182160" cy="182160"/>
            </a:xfrm>
            <a:prstGeom prst="ellipse">
              <a:avLst/>
            </a:prstGeom>
            <a:blipFill rotWithShape="0">
              <a:blip r:embed="rId15"/>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02" name=""/>
            <p:cNvSpPr/>
            <p:nvPr/>
          </p:nvSpPr>
          <p:spPr>
            <a:xfrm flipV="1" rot="5395800">
              <a:off x="9911160" y="5011920"/>
              <a:ext cx="182160" cy="182160"/>
            </a:xfrm>
            <a:prstGeom prst="ellipse">
              <a:avLst/>
            </a:prstGeom>
            <a:blipFill rotWithShape="0">
              <a:blip r:embed="rId16"/>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03" name=""/>
            <p:cNvSpPr/>
            <p:nvPr/>
          </p:nvSpPr>
          <p:spPr>
            <a:xfrm flipV="1" rot="5395800">
              <a:off x="9910440" y="4645800"/>
              <a:ext cx="182160" cy="182160"/>
            </a:xfrm>
            <a:prstGeom prst="ellipse">
              <a:avLst/>
            </a:prstGeom>
            <a:blipFill rotWithShape="0">
              <a:blip r:embed="rId17"/>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04" name=""/>
            <p:cNvSpPr/>
            <p:nvPr/>
          </p:nvSpPr>
          <p:spPr>
            <a:xfrm flipV="1" rot="5395800">
              <a:off x="10276560" y="4645440"/>
              <a:ext cx="182160" cy="182160"/>
            </a:xfrm>
            <a:prstGeom prst="ellipse">
              <a:avLst/>
            </a:prstGeom>
            <a:blipFill rotWithShape="0">
              <a:blip r:embed="rId18"/>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05" name=""/>
            <p:cNvSpPr/>
            <p:nvPr/>
          </p:nvSpPr>
          <p:spPr>
            <a:xfrm flipV="1" rot="5395800">
              <a:off x="10276920" y="5011200"/>
              <a:ext cx="182160" cy="182160"/>
            </a:xfrm>
            <a:prstGeom prst="ellipse">
              <a:avLst/>
            </a:prstGeom>
            <a:blipFill rotWithShape="0">
              <a:blip r:embed="rId19"/>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06" name=""/>
            <p:cNvSpPr/>
            <p:nvPr/>
          </p:nvSpPr>
          <p:spPr>
            <a:xfrm flipV="1" rot="5395800">
              <a:off x="10276920" y="5376960"/>
              <a:ext cx="182160" cy="182160"/>
            </a:xfrm>
            <a:prstGeom prst="ellipse">
              <a:avLst/>
            </a:prstGeom>
            <a:blipFill rotWithShape="0">
              <a:blip r:embed="rId20"/>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07" name=""/>
            <p:cNvSpPr/>
            <p:nvPr/>
          </p:nvSpPr>
          <p:spPr>
            <a:xfrm flipV="1" rot="5395800">
              <a:off x="10277640" y="5743080"/>
              <a:ext cx="182160" cy="182160"/>
            </a:xfrm>
            <a:prstGeom prst="ellipse">
              <a:avLst/>
            </a:prstGeom>
            <a:blipFill rotWithShape="0">
              <a:blip r:embed="rId21"/>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08" name=""/>
            <p:cNvSpPr/>
            <p:nvPr/>
          </p:nvSpPr>
          <p:spPr>
            <a:xfrm flipV="1" rot="5395800">
              <a:off x="9546120" y="5743440"/>
              <a:ext cx="182160" cy="182160"/>
            </a:xfrm>
            <a:prstGeom prst="ellipse">
              <a:avLst/>
            </a:prstGeom>
            <a:blipFill rotWithShape="0">
              <a:blip r:embed="rId22"/>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09" name=""/>
            <p:cNvSpPr/>
            <p:nvPr/>
          </p:nvSpPr>
          <p:spPr>
            <a:xfrm flipV="1" rot="5395800">
              <a:off x="9545400" y="5378040"/>
              <a:ext cx="182160" cy="182160"/>
            </a:xfrm>
            <a:prstGeom prst="ellipse">
              <a:avLst/>
            </a:prstGeom>
            <a:blipFill rotWithShape="0">
              <a:blip r:embed="rId23"/>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10" name=""/>
            <p:cNvSpPr/>
            <p:nvPr/>
          </p:nvSpPr>
          <p:spPr>
            <a:xfrm flipV="1" rot="5395800">
              <a:off x="9545400" y="5011920"/>
              <a:ext cx="182160" cy="182160"/>
            </a:xfrm>
            <a:prstGeom prst="ellipse">
              <a:avLst/>
            </a:prstGeom>
            <a:blipFill rotWithShape="0">
              <a:blip r:embed="rId24"/>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11" name=""/>
            <p:cNvSpPr/>
            <p:nvPr/>
          </p:nvSpPr>
          <p:spPr>
            <a:xfrm flipV="1" rot="5395800">
              <a:off x="9545040" y="4646160"/>
              <a:ext cx="182160" cy="182160"/>
            </a:xfrm>
            <a:prstGeom prst="ellipse">
              <a:avLst/>
            </a:prstGeom>
            <a:blipFill rotWithShape="0">
              <a:blip r:embed="rId25"/>
              <a:srcRect/>
              <a:tile tx="0" ty="0" sx="74113" sy="74113" algn="ctr"/>
            </a:blipFill>
            <a:ln w="0">
              <a:noFill/>
            </a:ln>
            <a:effectLst>
              <a:outerShdw blurRad="0" dir="2700000" dist="102841" rotWithShape="0">
                <a:srgbClr val="808080">
                  <a:alpha val="65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grpSp>
      <p:sp>
        <p:nvSpPr>
          <p:cNvPr id="412" name=""/>
          <p:cNvSpPr/>
          <p:nvPr/>
        </p:nvSpPr>
        <p:spPr>
          <a:xfrm>
            <a:off x="-146160" y="3109320"/>
            <a:ext cx="1919520" cy="191952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413"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414" name="PlaceHolder 2"/>
          <p:cNvSpPr>
            <a:spLocks noGrp="1"/>
          </p:cNvSpPr>
          <p:nvPr>
            <p:ph type="ftr" idx="46"/>
          </p:nvPr>
        </p:nvSpPr>
        <p:spPr>
          <a:xfrm>
            <a:off x="3442680" y="5166000"/>
            <a:ext cx="3194280" cy="38988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415" name="PlaceHolder 3"/>
          <p:cNvSpPr>
            <a:spLocks noGrp="1"/>
          </p:cNvSpPr>
          <p:nvPr>
            <p:ph type="sldNum" idx="47"/>
          </p:nvPr>
        </p:nvSpPr>
        <p:spPr>
          <a:xfrm>
            <a:off x="7227360" y="5166000"/>
            <a:ext cx="2347560" cy="389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B5A8FE09-39DB-4524-8CF2-6207EF5EEC2C}"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416" name="PlaceHolder 4"/>
          <p:cNvSpPr>
            <a:spLocks noGrp="1"/>
          </p:cNvSpPr>
          <p:nvPr>
            <p:ph type="dt" idx="48"/>
          </p:nvPr>
        </p:nvSpPr>
        <p:spPr>
          <a:xfrm>
            <a:off x="468000" y="5166000"/>
            <a:ext cx="2347560" cy="38988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17" name="PlaceHolder 5"/>
          <p:cNvSpPr>
            <a:spLocks noGrp="1"/>
          </p:cNvSpPr>
          <p:nvPr>
            <p:ph type="body"/>
          </p:nvPr>
        </p:nvSpPr>
        <p:spPr>
          <a:xfrm>
            <a:off x="504000" y="1326600"/>
            <a:ext cx="9072000" cy="3288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9" r:id="rId26"/>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9" name=""/>
          <p:cNvSpPr/>
          <p:nvPr/>
        </p:nvSpPr>
        <p:spPr>
          <a:xfrm rot="18876000">
            <a:off x="8645760" y="-405000"/>
            <a:ext cx="2894760" cy="2894760"/>
          </a:xfrm>
          <a:prstGeom prst="rect">
            <a:avLst/>
          </a:prstGeom>
          <a:solidFill>
            <a:srgbClr val="ced4da"/>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20" name=""/>
          <p:cNvSpPr/>
          <p:nvPr/>
        </p:nvSpPr>
        <p:spPr>
          <a:xfrm rot="18876000">
            <a:off x="8665920" y="3983040"/>
            <a:ext cx="2894760" cy="2894760"/>
          </a:xfrm>
          <a:prstGeom prst="rect">
            <a:avLst/>
          </a:prstGeom>
          <a:solidFill>
            <a:srgbClr val="ced4da"/>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21" name=""/>
          <p:cNvSpPr/>
          <p:nvPr/>
        </p:nvSpPr>
        <p:spPr>
          <a:xfrm rot="18964800">
            <a:off x="993600" y="5915880"/>
            <a:ext cx="2588040" cy="730800"/>
          </a:xfrm>
          <a:prstGeom prst="rect">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422" name=""/>
          <p:cNvSpPr/>
          <p:nvPr/>
        </p:nvSpPr>
        <p:spPr>
          <a:xfrm rot="18964800">
            <a:off x="-1296720" y="5513760"/>
            <a:ext cx="2588040" cy="730800"/>
          </a:xfrm>
          <a:prstGeom prst="rect">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423" name=""/>
          <p:cNvSpPr/>
          <p:nvPr/>
        </p:nvSpPr>
        <p:spPr>
          <a:xfrm rot="18964800">
            <a:off x="3681720" y="339480"/>
            <a:ext cx="3457080" cy="921600"/>
          </a:xfrm>
          <a:prstGeom prst="rect">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424" name=""/>
          <p:cNvSpPr/>
          <p:nvPr/>
        </p:nvSpPr>
        <p:spPr>
          <a:xfrm rot="18964800">
            <a:off x="1445400" y="-757800"/>
            <a:ext cx="2588040" cy="730800"/>
          </a:xfrm>
          <a:prstGeom prst="rect">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425" name=""/>
          <p:cNvSpPr/>
          <p:nvPr/>
        </p:nvSpPr>
        <p:spPr>
          <a:xfrm rot="18964800">
            <a:off x="-726840" y="3295080"/>
            <a:ext cx="2588040" cy="512280"/>
          </a:xfrm>
          <a:prstGeom prst="rect">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426"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427" name="PlaceHolder 2"/>
          <p:cNvSpPr>
            <a:spLocks noGrp="1"/>
          </p:cNvSpPr>
          <p:nvPr>
            <p:ph type="body"/>
          </p:nvPr>
        </p:nvSpPr>
        <p:spPr>
          <a:xfrm>
            <a:off x="468000" y="1800000"/>
            <a:ext cx="9071280" cy="3287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428" name="PlaceHolder 3"/>
          <p:cNvSpPr>
            <a:spLocks noGrp="1"/>
          </p:cNvSpPr>
          <p:nvPr>
            <p:ph type="ftr" idx="49"/>
          </p:nvPr>
        </p:nvSpPr>
        <p:spPr>
          <a:xfrm>
            <a:off x="3442680" y="5166000"/>
            <a:ext cx="3194280" cy="38988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Noto Sans"/>
              </a:defRPr>
            </a:lvl1pPr>
          </a:lstStyle>
          <a:p>
            <a:pPr indent="0" algn="ctr">
              <a:lnSpc>
                <a:spcPct val="100000"/>
              </a:lnSpc>
              <a:buNone/>
              <a:tabLst>
                <a:tab algn="l" pos="0"/>
              </a:tabLst>
            </a:pPr>
            <a:r>
              <a:rPr b="0" lang="en-US" sz="1400" spc="-1" strike="noStrike">
                <a:solidFill>
                  <a:srgbClr val="000000"/>
                </a:solidFill>
                <a:latin typeface="Noto Sans"/>
              </a:rPr>
              <a:t>&lt;footer&gt;</a:t>
            </a:r>
            <a:endParaRPr b="0" lang="en-US" sz="1400" spc="-1" strike="noStrike">
              <a:solidFill>
                <a:srgbClr val="000000"/>
              </a:solidFill>
              <a:latin typeface="Times New Roman"/>
            </a:endParaRPr>
          </a:p>
        </p:txBody>
      </p:sp>
      <p:sp>
        <p:nvSpPr>
          <p:cNvPr id="429" name="PlaceHolder 4"/>
          <p:cNvSpPr>
            <a:spLocks noGrp="1"/>
          </p:cNvSpPr>
          <p:nvPr>
            <p:ph type="sldNum" idx="50"/>
          </p:nvPr>
        </p:nvSpPr>
        <p:spPr>
          <a:xfrm>
            <a:off x="7227360" y="5166000"/>
            <a:ext cx="2347560" cy="389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Noto Sans"/>
              </a:defRPr>
            </a:lvl1pPr>
          </a:lstStyle>
          <a:p>
            <a:pPr indent="0" algn="r">
              <a:lnSpc>
                <a:spcPct val="100000"/>
              </a:lnSpc>
              <a:buNone/>
              <a:tabLst>
                <a:tab algn="l" pos="0"/>
              </a:tabLst>
            </a:pPr>
            <a:fld id="{B60A0F80-69BB-4EE9-AC12-95FEAB9DC2CA}" type="slidenum">
              <a:rPr b="0" lang="en-US" sz="1400" spc="-1" strike="noStrike">
                <a:solidFill>
                  <a:srgbClr val="000000"/>
                </a:solidFill>
                <a:latin typeface="Noto Sans"/>
              </a:rPr>
              <a:t>&lt;number&gt;</a:t>
            </a:fld>
            <a:endParaRPr b="0" lang="en-US" sz="1400" spc="-1" strike="noStrike">
              <a:solidFill>
                <a:srgbClr val="000000"/>
              </a:solidFill>
              <a:latin typeface="Times New Roman"/>
            </a:endParaRPr>
          </a:p>
        </p:txBody>
      </p:sp>
      <p:sp>
        <p:nvSpPr>
          <p:cNvPr id="430" name="PlaceHolder 5"/>
          <p:cNvSpPr>
            <a:spLocks noGrp="1"/>
          </p:cNvSpPr>
          <p:nvPr>
            <p:ph type="dt" idx="51"/>
          </p:nvPr>
        </p:nvSpPr>
        <p:spPr>
          <a:xfrm>
            <a:off x="468000" y="5166000"/>
            <a:ext cx="2347560" cy="38988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81"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3.xml"/>
</Relationships>
</file>

<file path=ppt/slides/_rels/slide4.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2.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9.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sv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11.png"/><Relationship Id="rId6" Type="http://schemas.openxmlformats.org/officeDocument/2006/relationships/image" Target="../media/image12.svg"/><Relationship Id="rId7" Type="http://schemas.openxmlformats.org/officeDocument/2006/relationships/slideLayout" Target="../slideLayouts/slideLayout8.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4.xml"/>
</Relationships>
</file>

<file path=ppt/slides/_rels/slide12.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svg"/><Relationship Id="rId3" Type="http://schemas.openxmlformats.org/officeDocument/2006/relationships/image" Target="../media/image15.png"/><Relationship Id="rId4" Type="http://schemas.openxmlformats.org/officeDocument/2006/relationships/image" Target="../media/image16.svg"/><Relationship Id="rId5" Type="http://schemas.openxmlformats.org/officeDocument/2006/relationships/image" Target="../media/image9.png"/><Relationship Id="rId6" Type="http://schemas.openxmlformats.org/officeDocument/2006/relationships/image" Target="../media/image10.svg"/><Relationship Id="rId7" Type="http://schemas.openxmlformats.org/officeDocument/2006/relationships/slideLayout" Target="../slideLayouts/slideLayout16.xml"/>
</Relationships>
</file>

<file path=ppt/slides/_rels/slide13.xml.rels><?xml version="1.0" encoding="UTF-8"?>
<Relationships xmlns="http://schemas.openxmlformats.org/package/2006/relationships"><Relationship Id="rId1" Type="http://schemas.openxmlformats.org/officeDocument/2006/relationships/image" Target="../media/image17.jpeg"/><Relationship Id="rId2" Type="http://schemas.openxmlformats.org/officeDocument/2006/relationships/slideLayout" Target="../slideLayouts/slideLayout1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3" name=""/>
          <p:cNvSpPr/>
          <p:nvPr/>
        </p:nvSpPr>
        <p:spPr>
          <a:xfrm>
            <a:off x="7315200" y="4706280"/>
            <a:ext cx="2376720" cy="3222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300" spc="-1" strike="noStrike">
                <a:solidFill>
                  <a:srgbClr val="000000"/>
                </a:solidFill>
                <a:latin typeface="Noto Sans"/>
                <a:ea typeface="DejaVu Sans"/>
              </a:rPr>
              <a:t>Készítette: Bartos Ádám</a:t>
            </a:r>
            <a:endParaRPr b="0" lang="en-US" sz="1300" spc="-1" strike="noStrike">
              <a:solidFill>
                <a:srgbClr val="000000"/>
              </a:solidFill>
              <a:latin typeface="Arial"/>
            </a:endParaRPr>
          </a:p>
        </p:txBody>
      </p:sp>
      <p:sp>
        <p:nvSpPr>
          <p:cNvPr id="434" name=""/>
          <p:cNvSpPr/>
          <p:nvPr/>
        </p:nvSpPr>
        <p:spPr>
          <a:xfrm>
            <a:off x="7132320" y="4375440"/>
            <a:ext cx="360" cy="1005840"/>
          </a:xfrm>
          <a:prstGeom prst="line">
            <a:avLst/>
          </a:prstGeom>
          <a:ln w="54720">
            <a:solidFill>
              <a:srgbClr val="999999"/>
            </a:solidFill>
            <a:round/>
          </a:ln>
        </p:spPr>
        <p:style>
          <a:lnRef idx="0"/>
          <a:fillRef idx="0"/>
          <a:effectRef idx="0"/>
          <a:fontRef idx="minor"/>
        </p:style>
        <p:txBody>
          <a:bodyPr lIns="117360" rIns="117360" tIns="72360" bIns="72360" anchor="ctr">
            <a:noAutofit/>
          </a:bodyPr>
          <a:p>
            <a:endParaRPr b="0" lang="en-US" sz="1800" spc="-1" strike="noStrike">
              <a:solidFill>
                <a:srgbClr val="000000"/>
              </a:solidFill>
              <a:latin typeface="Noto Sans"/>
              <a:ea typeface="DejaVu Sans"/>
            </a:endParaRPr>
          </a:p>
        </p:txBody>
      </p:sp>
      <p:sp>
        <p:nvSpPr>
          <p:cNvPr id="435" name="PlaceHolder 1"/>
          <p:cNvSpPr>
            <a:spLocks noGrp="1"/>
          </p:cNvSpPr>
          <p:nvPr>
            <p:ph type="title"/>
          </p:nvPr>
        </p:nvSpPr>
        <p:spPr>
          <a:xfrm>
            <a:off x="2514600" y="4230360"/>
            <a:ext cx="2742480" cy="761760"/>
          </a:xfrm>
          <a:prstGeom prst="rect">
            <a:avLst/>
          </a:prstGeom>
          <a:noFill/>
          <a:ln w="0">
            <a:noFill/>
          </a:ln>
        </p:spPr>
        <p:txBody>
          <a:bodyPr lIns="0" rIns="0" tIns="0" bIns="0" anchor="ctr">
            <a:noAutofit/>
          </a:bodyPr>
          <a:p>
            <a:pPr indent="0" algn="r">
              <a:lnSpc>
                <a:spcPct val="100000"/>
              </a:lnSpc>
              <a:buNone/>
              <a:tabLst>
                <a:tab algn="l" pos="0"/>
              </a:tabLst>
            </a:pPr>
            <a:r>
              <a:rPr b="1" lang="en-US" sz="4400" spc="-1" strike="noStrike">
                <a:solidFill>
                  <a:srgbClr val="000000"/>
                </a:solidFill>
                <a:latin typeface="Noto Sans"/>
              </a:rPr>
              <a:t>LVL-Devil</a:t>
            </a:r>
            <a:endParaRPr b="0" lang="en-US" sz="4400" spc="-1" strike="noStrike">
              <a:solidFill>
                <a:srgbClr val="000000"/>
              </a:solidFill>
              <a:latin typeface="Arial"/>
            </a:endParaRPr>
          </a:p>
        </p:txBody>
      </p:sp>
      <p:sp>
        <p:nvSpPr>
          <p:cNvPr id="436" name="PlaceHolder 2"/>
          <p:cNvSpPr>
            <a:spLocks noGrp="1"/>
          </p:cNvSpPr>
          <p:nvPr>
            <p:ph type="subTitle"/>
          </p:nvPr>
        </p:nvSpPr>
        <p:spPr>
          <a:xfrm>
            <a:off x="1600200" y="4994280"/>
            <a:ext cx="5294880" cy="552960"/>
          </a:xfrm>
          <a:prstGeom prst="rect">
            <a:avLst/>
          </a:prstGeom>
          <a:noFill/>
          <a:ln w="0">
            <a:noFill/>
          </a:ln>
        </p:spPr>
        <p:txBody>
          <a:bodyPr lIns="0" rIns="0" tIns="0" bIns="0" anchor="ctr">
            <a:noAutofit/>
          </a:bodyPr>
          <a:p>
            <a:pPr indent="0" algn="r">
              <a:lnSpc>
                <a:spcPct val="100000"/>
              </a:lnSpc>
              <a:buNone/>
              <a:tabLst>
                <a:tab algn="l" pos="0"/>
              </a:tabLst>
            </a:pPr>
            <a:r>
              <a:rPr b="0" lang="en-US" sz="3200" spc="-1" strike="noStrike">
                <a:solidFill>
                  <a:srgbClr val="000000"/>
                </a:solidFill>
                <a:latin typeface="Noto Sans"/>
              </a:rPr>
              <a:t>Hogyan készült?</a:t>
            </a:r>
            <a:endParaRPr b="0" lang="en-US" sz="3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7"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lnSpc>
                <a:spcPct val="100000"/>
              </a:lnSpc>
              <a:buNone/>
              <a:tabLst>
                <a:tab algn="l" pos="0"/>
              </a:tabLst>
            </a:pPr>
            <a:r>
              <a:rPr b="1" lang="en-US" sz="4400" spc="-1" strike="noStrike">
                <a:solidFill>
                  <a:srgbClr val="000000"/>
                </a:solidFill>
                <a:latin typeface="Noto Sans"/>
              </a:rPr>
              <a:t>Honnan jött az ötlet?</a:t>
            </a:r>
            <a:endParaRPr b="0" lang="en-US" sz="4400" spc="-1" strike="noStrike">
              <a:solidFill>
                <a:srgbClr val="000000"/>
              </a:solidFill>
              <a:latin typeface="Arial"/>
            </a:endParaRPr>
          </a:p>
        </p:txBody>
      </p:sp>
      <p:sp>
        <p:nvSpPr>
          <p:cNvPr id="438" name="PlaceHolder 2"/>
          <p:cNvSpPr>
            <a:spLocks noGrp="1"/>
          </p:cNvSpPr>
          <p:nvPr>
            <p:ph/>
          </p:nvPr>
        </p:nvSpPr>
        <p:spPr>
          <a:xfrm>
            <a:off x="504000" y="1326600"/>
            <a:ext cx="9071640" cy="3288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3200" spc="-1" strike="noStrike">
                <a:solidFill>
                  <a:srgbClr val="000000"/>
                </a:solidFill>
                <a:latin typeface="Arial"/>
              </a:rPr>
              <a:t>A cél egy egyszerű platform játék volt.</a:t>
            </a:r>
            <a:endParaRPr b="0" lang="en-US" sz="3200" spc="-1" strike="noStrike">
              <a:solidFill>
                <a:srgbClr val="000000"/>
              </a:solidFill>
              <a:latin typeface="Arial"/>
            </a:endParaRPr>
          </a:p>
          <a:p>
            <a:pPr marL="432000" indent="-324000">
              <a:lnSpc>
                <a:spcPct val="100000"/>
              </a:lnSpc>
              <a:spcBef>
                <a:spcPts val="1417"/>
              </a:spcBef>
              <a:buClr>
                <a:srgbClr val="000000"/>
              </a:buClr>
              <a:buSzPct val="45000"/>
              <a:buFont typeface="Wingdings" charset="2"/>
              <a:buChar char=""/>
            </a:pPr>
            <a:r>
              <a:rPr b="0" lang="en-US" sz="3200" spc="-1" strike="noStrike">
                <a:solidFill>
                  <a:srgbClr val="000000"/>
                </a:solidFill>
                <a:latin typeface="Arial"/>
              </a:rPr>
              <a:t>Tkinter használata.</a:t>
            </a:r>
            <a:endParaRPr b="0" lang="en-US" sz="3200" spc="-1" strike="noStrike">
              <a:solidFill>
                <a:srgbClr val="000000"/>
              </a:solidFill>
              <a:latin typeface="Arial"/>
            </a:endParaRPr>
          </a:p>
          <a:p>
            <a:pPr marL="432000" indent="-324000">
              <a:lnSpc>
                <a:spcPct val="100000"/>
              </a:lnSpc>
              <a:spcBef>
                <a:spcPts val="1417"/>
              </a:spcBef>
              <a:buClr>
                <a:srgbClr val="000000"/>
              </a:buClr>
              <a:buSzPct val="45000"/>
              <a:buFont typeface="Wingdings" charset="2"/>
              <a:buChar char=""/>
            </a:pPr>
            <a:r>
              <a:rPr b="0" lang="en-US" sz="3200" spc="-1" strike="noStrike">
                <a:solidFill>
                  <a:srgbClr val="000000"/>
                </a:solidFill>
                <a:latin typeface="Arial"/>
              </a:rPr>
              <a:t>Ez volt az egyik ami az egyeszrűen megvalósíthatóak közül a legszimpatikusabb volt.</a:t>
            </a:r>
            <a:endParaRPr b="0" lang="en-US" sz="3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9"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lnSpc>
                <a:spcPct val="100000"/>
              </a:lnSpc>
              <a:buNone/>
              <a:tabLst>
                <a:tab algn="l" pos="0"/>
              </a:tabLst>
            </a:pPr>
            <a:r>
              <a:rPr b="1" lang="en-US" sz="4400" spc="-1" strike="noStrike">
                <a:solidFill>
                  <a:srgbClr val="000000"/>
                </a:solidFill>
                <a:latin typeface="Noto Sans"/>
              </a:rPr>
              <a:t>Hogyan kezdtem el?</a:t>
            </a:r>
            <a:endParaRPr b="0" lang="en-US" sz="4400" spc="-1" strike="noStrike">
              <a:solidFill>
                <a:srgbClr val="000000"/>
              </a:solidFill>
              <a:latin typeface="Arial"/>
            </a:endParaRPr>
          </a:p>
        </p:txBody>
      </p:sp>
      <p:sp>
        <p:nvSpPr>
          <p:cNvPr id="440" name="PlaceHolder 2"/>
          <p:cNvSpPr>
            <a:spLocks noGrp="1"/>
          </p:cNvSpPr>
          <p:nvPr>
            <p:ph/>
          </p:nvPr>
        </p:nvSpPr>
        <p:spPr>
          <a:xfrm>
            <a:off x="504000" y="1326600"/>
            <a:ext cx="9071640" cy="3288240"/>
          </a:xfrm>
          <a:prstGeom prst="rect">
            <a:avLst/>
          </a:prstGeom>
          <a:noFill/>
          <a:ln w="0">
            <a:noFill/>
          </a:ln>
        </p:spPr>
        <p:txBody>
          <a:bodyPr lIns="0" rIns="0" tIns="0" bIns="0" anchor="t">
            <a:normAutofit/>
          </a:bodyPr>
          <a:p>
            <a:pPr marL="432000" indent="0">
              <a:lnSpc>
                <a:spcPct val="100000"/>
              </a:lnSpc>
              <a:spcBef>
                <a:spcPts val="1417"/>
              </a:spcBef>
              <a:buNone/>
              <a:tabLst>
                <a:tab algn="l" pos="0"/>
              </a:tabLst>
            </a:pPr>
            <a:r>
              <a:rPr b="0" lang="en-US" sz="3200" spc="-1" strike="noStrike">
                <a:solidFill>
                  <a:srgbClr val="000000"/>
                </a:solidFill>
                <a:latin typeface="Arial"/>
              </a:rPr>
              <a:t>A játék legeslegalapját vagyis magát az “engine”-t az AI segítségével sikerült működőképesre létrehozni.</a:t>
            </a:r>
            <a:endParaRPr b="0" lang="en-US" sz="3200" spc="-1" strike="noStrike">
              <a:solidFill>
                <a:srgbClr val="000000"/>
              </a:solidFill>
              <a:latin typeface="Arial"/>
            </a:endParaRPr>
          </a:p>
        </p:txBody>
      </p:sp>
      <p:pic>
        <p:nvPicPr>
          <p:cNvPr id="441" name="" descr=""/>
          <p:cNvPicPr/>
          <p:nvPr/>
        </p:nvPicPr>
        <p:blipFill>
          <a:blip r:embed="rId1">
            <a:alphaModFix amt="50000"/>
          </a:blip>
          <a:stretch/>
        </p:blipFill>
        <p:spPr>
          <a:xfrm>
            <a:off x="2951280" y="2944080"/>
            <a:ext cx="6143040" cy="2542320"/>
          </a:xfrm>
          <a:prstGeom prst="rect">
            <a:avLst/>
          </a:prstGeom>
          <a:ln w="0">
            <a:noFill/>
          </a:ln>
          <a:effectLst>
            <a:outerShdw blurRad="0" dir="2700000" dist="102841" rotWithShape="0">
              <a:srgbClr val="808080">
                <a:alpha val="50000"/>
              </a:srgbClr>
            </a:outerShdw>
          </a:effectLst>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2" name="PlaceHolder 1"/>
          <p:cNvSpPr>
            <a:spLocks noGrp="1"/>
          </p:cNvSpPr>
          <p:nvPr>
            <p:ph type="subTitle"/>
          </p:nvPr>
        </p:nvSpPr>
        <p:spPr>
          <a:xfrm>
            <a:off x="468000" y="457200"/>
            <a:ext cx="9071280" cy="2514240"/>
          </a:xfrm>
          <a:prstGeom prst="rect">
            <a:avLst/>
          </a:prstGeom>
          <a:noFill/>
          <a:ln w="0">
            <a:noFill/>
          </a:ln>
        </p:spPr>
        <p:txBody>
          <a:bodyPr lIns="0" rIns="0" tIns="0" bIns="0" anchor="ctr">
            <a:noAutofit/>
          </a:bodyPr>
          <a:p>
            <a:pPr>
              <a:lnSpc>
                <a:spcPct val="100000"/>
              </a:lnSpc>
            </a:pPr>
            <a:r>
              <a:rPr b="0" lang="en-US" sz="3200" spc="-1" strike="noStrike">
                <a:solidFill>
                  <a:srgbClr val="000000"/>
                </a:solidFill>
                <a:latin typeface="Arial"/>
              </a:rPr>
              <a:t>Ezután még rengeteg munka várt rám.</a:t>
            </a:r>
            <a:endParaRPr b="0" lang="en-US" sz="3200" spc="-1" strike="noStrike">
              <a:solidFill>
                <a:srgbClr val="000000"/>
              </a:solidFill>
              <a:latin typeface="Arial"/>
            </a:endParaRPr>
          </a:p>
          <a:p>
            <a:pPr>
              <a:lnSpc>
                <a:spcPct val="100000"/>
              </a:lnSpc>
            </a:pPr>
            <a:endParaRPr b="0" lang="en-US" sz="3200" spc="-1" strike="noStrike">
              <a:solidFill>
                <a:srgbClr val="000000"/>
              </a:solidFill>
              <a:latin typeface="Arial"/>
            </a:endParaRPr>
          </a:p>
          <a:p>
            <a:pPr>
              <a:lnSpc>
                <a:spcPct val="100000"/>
              </a:lnSpc>
            </a:pPr>
            <a:r>
              <a:rPr b="0" lang="en-US" sz="2400" spc="-1" strike="noStrike">
                <a:solidFill>
                  <a:srgbClr val="000000"/>
                </a:solidFill>
                <a:latin typeface="Arial"/>
              </a:rPr>
              <a:t>Elsőként átalakítottam a szövegeket az elvárásaimank megfelelően, és a fontos részeket kommenteltem.</a:t>
            </a:r>
            <a:endParaRPr b="0" lang="en-US" sz="2400" spc="-1" strike="noStrike">
              <a:solidFill>
                <a:srgbClr val="000000"/>
              </a:solidFill>
              <a:latin typeface="Arial"/>
            </a:endParaRPr>
          </a:p>
        </p:txBody>
      </p:sp>
      <p:pic>
        <p:nvPicPr>
          <p:cNvPr id="443" name="" descr=""/>
          <p:cNvPicPr/>
          <p:nvPr/>
        </p:nvPicPr>
        <p:blipFill>
          <a:blip r:embed="rId1"/>
          <a:stretch/>
        </p:blipFill>
        <p:spPr>
          <a:xfrm>
            <a:off x="1986480" y="2971800"/>
            <a:ext cx="4871160" cy="2469960"/>
          </a:xfrm>
          <a:prstGeom prst="rect">
            <a:avLst/>
          </a:prstGeom>
          <a:ln w="0">
            <a:noFill/>
          </a:ln>
          <a:effectLst>
            <a:outerShdw blurRad="762120" dir="2700000" dist="102841" rotWithShape="0">
              <a:srgbClr val="808080">
                <a:alpha val="50000"/>
              </a:srgbClr>
            </a:outerShdw>
          </a:effectLst>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4" name="PlaceHolder 1"/>
          <p:cNvSpPr>
            <a:spLocks noGrp="1"/>
          </p:cNvSpPr>
          <p:nvPr>
            <p:ph type="subTitle"/>
          </p:nvPr>
        </p:nvSpPr>
        <p:spPr>
          <a:xfrm>
            <a:off x="468000" y="457200"/>
            <a:ext cx="9071280" cy="2514240"/>
          </a:xfrm>
          <a:prstGeom prst="rect">
            <a:avLst/>
          </a:prstGeom>
          <a:noFill/>
          <a:ln w="0">
            <a:noFill/>
          </a:ln>
        </p:spPr>
        <p:txBody>
          <a:bodyPr lIns="0" rIns="0" tIns="0" bIns="0" anchor="ctr">
            <a:noAutofit/>
          </a:bodyPr>
          <a:p>
            <a:pPr>
              <a:lnSpc>
                <a:spcPct val="100000"/>
              </a:lnSpc>
            </a:pPr>
            <a:r>
              <a:rPr b="0" lang="en-US" sz="3200" spc="-1" strike="noStrike">
                <a:solidFill>
                  <a:srgbClr val="000000"/>
                </a:solidFill>
                <a:latin typeface="Arial"/>
              </a:rPr>
              <a:t>Az Options menüt és létrehoztam.</a:t>
            </a:r>
            <a:endParaRPr b="0" lang="en-US" sz="3200" spc="-1" strike="noStrike">
              <a:solidFill>
                <a:srgbClr val="000000"/>
              </a:solidFill>
              <a:latin typeface="Arial"/>
            </a:endParaRPr>
          </a:p>
          <a:p>
            <a:pPr>
              <a:lnSpc>
                <a:spcPct val="100000"/>
              </a:lnSpc>
            </a:pPr>
            <a:endParaRPr b="0" lang="en-US" sz="3200" spc="-1" strike="noStrike">
              <a:solidFill>
                <a:srgbClr val="000000"/>
              </a:solidFill>
              <a:latin typeface="Arial"/>
            </a:endParaRPr>
          </a:p>
          <a:p>
            <a:pPr>
              <a:lnSpc>
                <a:spcPct val="100000"/>
              </a:lnSpc>
            </a:pPr>
            <a:r>
              <a:rPr b="0" lang="en-US" sz="2400" spc="-1" strike="noStrike">
                <a:solidFill>
                  <a:srgbClr val="000000"/>
                </a:solidFill>
                <a:latin typeface="Arial"/>
              </a:rPr>
              <a:t>Az options menüpont eredetileg semmit nem funkcionált, ezért működésre kellett bírnom.</a:t>
            </a:r>
            <a:endParaRPr b="0" lang="en-US" sz="2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5"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lnSpc>
                <a:spcPct val="100000"/>
              </a:lnSpc>
              <a:buNone/>
              <a:tabLst>
                <a:tab algn="l" pos="0"/>
              </a:tabLst>
            </a:pPr>
            <a:r>
              <a:rPr b="1" lang="en-US" sz="4400" spc="-1" strike="noStrike">
                <a:solidFill>
                  <a:srgbClr val="000000"/>
                </a:solidFill>
                <a:latin typeface="Noto Sans"/>
              </a:rPr>
              <a:t>Hogyan kezdtem el?</a:t>
            </a:r>
            <a:endParaRPr b="0" lang="en-US" sz="4400" spc="-1" strike="noStrike">
              <a:solidFill>
                <a:srgbClr val="000000"/>
              </a:solidFill>
              <a:latin typeface="Arial"/>
            </a:endParaRPr>
          </a:p>
        </p:txBody>
      </p:sp>
      <p:sp>
        <p:nvSpPr>
          <p:cNvPr id="446" name="PlaceHolder 2"/>
          <p:cNvSpPr>
            <a:spLocks noGrp="1"/>
          </p:cNvSpPr>
          <p:nvPr>
            <p:ph/>
          </p:nvPr>
        </p:nvSpPr>
        <p:spPr>
          <a:xfrm>
            <a:off x="468000" y="1800000"/>
            <a:ext cx="6162480" cy="3287520"/>
          </a:xfrm>
          <a:prstGeom prst="rect">
            <a:avLst/>
          </a:prstGeom>
          <a:noFill/>
          <a:ln w="0">
            <a:noFill/>
          </a:ln>
        </p:spPr>
        <p:txBody>
          <a:bodyPr lIns="0" rIns="0" tIns="0" bIns="0" anchor="t">
            <a:normAutofit/>
          </a:bodyPr>
          <a:p>
            <a:pPr indent="0">
              <a:spcBef>
                <a:spcPts val="1417"/>
              </a:spcBef>
              <a:buNone/>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7" name=""/>
          <p:cNvSpPr/>
          <p:nvPr/>
        </p:nvSpPr>
        <p:spPr>
          <a:xfrm>
            <a:off x="822960" y="2273400"/>
            <a:ext cx="2375280" cy="4006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Noto Sans"/>
                <a:ea typeface="DejaVu Sans"/>
              </a:rPr>
              <a:t>Lorem Ipsum Dolor</a:t>
            </a:r>
            <a:endParaRPr b="0" lang="en-US" sz="1800" spc="-1" strike="noStrike">
              <a:solidFill>
                <a:srgbClr val="000000"/>
              </a:solidFill>
              <a:latin typeface="Arial"/>
            </a:endParaRPr>
          </a:p>
        </p:txBody>
      </p:sp>
      <p:sp>
        <p:nvSpPr>
          <p:cNvPr id="448" name=""/>
          <p:cNvSpPr/>
          <p:nvPr/>
        </p:nvSpPr>
        <p:spPr>
          <a:xfrm>
            <a:off x="1097280" y="2885400"/>
            <a:ext cx="5851440" cy="15314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600" spc="-1" strike="noStrike">
                <a:solidFill>
                  <a:srgbClr val="999999"/>
                </a:solidFill>
                <a:latin typeface="Noto Sans"/>
                <a:ea typeface="DejaVu Sans"/>
              </a:rPr>
              <a:t>Id volutpat lacus laoreet non curabitur gravida arcu. Felis bibendum ut tristique et egestas quis ipsum suspendisse. Quam viverra orci sagittis eu. Risus commodo viverra maecenas accumsan lacus. Sit amet est placerat in egestas. Semper auctor neque vitae tempus quam pellentesque</a:t>
            </a:r>
            <a:endParaRPr b="0" lang="en-US" sz="1600" spc="-1" strike="noStrike">
              <a:solidFill>
                <a:srgbClr val="000000"/>
              </a:solidFill>
              <a:latin typeface="Arial"/>
            </a:endParaRPr>
          </a:p>
        </p:txBody>
      </p:sp>
      <p:sp>
        <p:nvSpPr>
          <p:cNvPr id="449" name=""/>
          <p:cNvSpPr/>
          <p:nvPr/>
        </p:nvSpPr>
        <p:spPr>
          <a:xfrm>
            <a:off x="914400" y="2835000"/>
            <a:ext cx="90720" cy="1645200"/>
          </a:xfrm>
          <a:prstGeom prst="rect">
            <a:avLst/>
          </a:prstGeom>
          <a:solidFill>
            <a:srgbClr val="ced4da">
              <a:alpha val="5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450"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lgn="ctr">
              <a:buNone/>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1" name=""/>
          <p:cNvSpPr/>
          <p:nvPr/>
        </p:nvSpPr>
        <p:spPr>
          <a:xfrm>
            <a:off x="91440" y="1158840"/>
            <a:ext cx="3382560" cy="747720"/>
          </a:xfrm>
          <a:prstGeom prst="rect">
            <a:avLst/>
          </a:prstGeom>
          <a:noFill/>
          <a:ln w="0">
            <a:noFill/>
          </a:ln>
        </p:spPr>
        <p:style>
          <a:lnRef idx="0"/>
          <a:fillRef idx="0"/>
          <a:effectRef idx="0"/>
          <a:fontRef idx="minor"/>
        </p:style>
        <p:txBody>
          <a:bodyPr lIns="90000" rIns="90000" tIns="45000" bIns="45000" anchor="t">
            <a:noAutofit/>
          </a:bodyPr>
          <a:p>
            <a:pPr algn="r">
              <a:lnSpc>
                <a:spcPct val="100000"/>
              </a:lnSpc>
              <a:spcBef>
                <a:spcPts val="1191"/>
              </a:spcBef>
              <a:spcAft>
                <a:spcPts val="992"/>
              </a:spcAft>
            </a:pPr>
            <a:r>
              <a:rPr b="0" lang="en-US" sz="1200" spc="-1" strike="noStrike">
                <a:solidFill>
                  <a:srgbClr val="666666"/>
                </a:solidFill>
                <a:latin typeface="Noto Sans"/>
                <a:ea typeface="DejaVu Sans"/>
              </a:rPr>
              <a:t>Lorem ipsum dolor sit amet, consectetur adipiscing elit, sed do eiusmod tempor incididunt ut labore et dolore magna aliqua. </a:t>
            </a:r>
            <a:endParaRPr b="0" lang="en-US" sz="1200" spc="-1" strike="noStrike">
              <a:solidFill>
                <a:srgbClr val="000000"/>
              </a:solidFill>
              <a:latin typeface="Arial"/>
            </a:endParaRPr>
          </a:p>
        </p:txBody>
      </p:sp>
      <p:sp>
        <p:nvSpPr>
          <p:cNvPr id="452" name=""/>
          <p:cNvSpPr/>
          <p:nvPr/>
        </p:nvSpPr>
        <p:spPr>
          <a:xfrm>
            <a:off x="1463040" y="731520"/>
            <a:ext cx="2010960" cy="400680"/>
          </a:xfrm>
          <a:prstGeom prst="rect">
            <a:avLst/>
          </a:prstGeom>
          <a:noFill/>
          <a:ln w="0">
            <a:noFill/>
          </a:ln>
        </p:spPr>
        <p:style>
          <a:lnRef idx="0"/>
          <a:fillRef idx="0"/>
          <a:effectRef idx="0"/>
          <a:fontRef idx="minor"/>
        </p:style>
        <p:txBody>
          <a:bodyPr lIns="90000" rIns="90000" tIns="45000" bIns="45000" anchor="t">
            <a:noAutofit/>
          </a:bodyPr>
          <a:p>
            <a:pPr algn="r">
              <a:lnSpc>
                <a:spcPct val="100000"/>
              </a:lnSpc>
            </a:pPr>
            <a:r>
              <a:rPr b="1" lang="en-US" sz="1800" spc="-1" strike="noStrike">
                <a:solidFill>
                  <a:srgbClr val="000000"/>
                </a:solidFill>
                <a:latin typeface="Noto Sans"/>
                <a:ea typeface="DejaVu Sans"/>
              </a:rPr>
              <a:t>Lorem</a:t>
            </a:r>
            <a:endParaRPr b="0" lang="en-US" sz="1800" spc="-1" strike="noStrike">
              <a:solidFill>
                <a:srgbClr val="000000"/>
              </a:solidFill>
              <a:latin typeface="Arial"/>
            </a:endParaRPr>
          </a:p>
        </p:txBody>
      </p:sp>
      <p:sp>
        <p:nvSpPr>
          <p:cNvPr id="453" name=""/>
          <p:cNvSpPr/>
          <p:nvPr/>
        </p:nvSpPr>
        <p:spPr>
          <a:xfrm>
            <a:off x="109800" y="2639520"/>
            <a:ext cx="3382560" cy="1060200"/>
          </a:xfrm>
          <a:prstGeom prst="rect">
            <a:avLst/>
          </a:prstGeom>
          <a:noFill/>
          <a:ln w="0">
            <a:noFill/>
          </a:ln>
        </p:spPr>
        <p:style>
          <a:lnRef idx="0"/>
          <a:fillRef idx="0"/>
          <a:effectRef idx="0"/>
          <a:fontRef idx="minor"/>
        </p:style>
        <p:txBody>
          <a:bodyPr lIns="90000" rIns="90000" tIns="45000" bIns="45000" anchor="t">
            <a:noAutofit/>
          </a:bodyPr>
          <a:p>
            <a:pPr algn="r">
              <a:lnSpc>
                <a:spcPct val="100000"/>
              </a:lnSpc>
              <a:spcBef>
                <a:spcPts val="1191"/>
              </a:spcBef>
              <a:spcAft>
                <a:spcPts val="992"/>
              </a:spcAft>
            </a:pPr>
            <a:r>
              <a:rPr b="0" lang="en-US" sz="1200" spc="-1" strike="noStrike">
                <a:solidFill>
                  <a:srgbClr val="666666"/>
                </a:solidFill>
                <a:latin typeface="Noto Sans"/>
                <a:ea typeface="DejaVu Sans"/>
              </a:rPr>
              <a:t>Lorem ipsum dolor sit amet, consectetur adipiscing elit, sed do eiusmod tempor incididunt ut labore et dolore magna aliqua. </a:t>
            </a:r>
            <a:endParaRPr b="0" lang="en-US" sz="1200" spc="-1" strike="noStrike">
              <a:solidFill>
                <a:srgbClr val="000000"/>
              </a:solidFill>
              <a:latin typeface="Arial"/>
            </a:endParaRPr>
          </a:p>
        </p:txBody>
      </p:sp>
      <p:sp>
        <p:nvSpPr>
          <p:cNvPr id="454" name=""/>
          <p:cNvSpPr/>
          <p:nvPr/>
        </p:nvSpPr>
        <p:spPr>
          <a:xfrm>
            <a:off x="1481400" y="2212200"/>
            <a:ext cx="2010960" cy="400680"/>
          </a:xfrm>
          <a:prstGeom prst="rect">
            <a:avLst/>
          </a:prstGeom>
          <a:noFill/>
          <a:ln w="0">
            <a:noFill/>
          </a:ln>
        </p:spPr>
        <p:style>
          <a:lnRef idx="0"/>
          <a:fillRef idx="0"/>
          <a:effectRef idx="0"/>
          <a:fontRef idx="minor"/>
        </p:style>
        <p:txBody>
          <a:bodyPr lIns="90000" rIns="90000" tIns="45000" bIns="45000" anchor="t">
            <a:noAutofit/>
          </a:bodyPr>
          <a:p>
            <a:pPr algn="r">
              <a:lnSpc>
                <a:spcPct val="100000"/>
              </a:lnSpc>
            </a:pPr>
            <a:r>
              <a:rPr b="1" lang="en-US" sz="1800" spc="-1" strike="noStrike">
                <a:solidFill>
                  <a:srgbClr val="000000"/>
                </a:solidFill>
                <a:latin typeface="Noto Sans"/>
                <a:ea typeface="DejaVu Sans"/>
              </a:rPr>
              <a:t>Ipsum</a:t>
            </a:r>
            <a:endParaRPr b="0" lang="en-US" sz="1800" spc="-1" strike="noStrike">
              <a:solidFill>
                <a:srgbClr val="000000"/>
              </a:solidFill>
              <a:latin typeface="Arial"/>
            </a:endParaRPr>
          </a:p>
        </p:txBody>
      </p:sp>
      <p:sp>
        <p:nvSpPr>
          <p:cNvPr id="455" name=""/>
          <p:cNvSpPr/>
          <p:nvPr/>
        </p:nvSpPr>
        <p:spPr>
          <a:xfrm>
            <a:off x="91440" y="4097880"/>
            <a:ext cx="3382560" cy="747720"/>
          </a:xfrm>
          <a:prstGeom prst="rect">
            <a:avLst/>
          </a:prstGeom>
          <a:noFill/>
          <a:ln w="0">
            <a:noFill/>
          </a:ln>
        </p:spPr>
        <p:style>
          <a:lnRef idx="0"/>
          <a:fillRef idx="0"/>
          <a:effectRef idx="0"/>
          <a:fontRef idx="minor"/>
        </p:style>
        <p:txBody>
          <a:bodyPr lIns="90000" rIns="90000" tIns="45000" bIns="45000" anchor="t">
            <a:noAutofit/>
          </a:bodyPr>
          <a:p>
            <a:pPr algn="r">
              <a:lnSpc>
                <a:spcPct val="100000"/>
              </a:lnSpc>
              <a:spcBef>
                <a:spcPts val="1191"/>
              </a:spcBef>
              <a:spcAft>
                <a:spcPts val="992"/>
              </a:spcAft>
            </a:pPr>
            <a:r>
              <a:rPr b="0" lang="en-US" sz="1200" spc="-1" strike="noStrike">
                <a:solidFill>
                  <a:srgbClr val="666666"/>
                </a:solidFill>
                <a:latin typeface="Noto Sans"/>
                <a:ea typeface="DejaVu Sans"/>
              </a:rPr>
              <a:t>Lorem ipsum dolor sit amet, consectetur adipiscing elit, sed do eiusmod tempor incididunt ut labore et dolore magna aliqua. </a:t>
            </a:r>
            <a:endParaRPr b="0" lang="en-US" sz="1200" spc="-1" strike="noStrike">
              <a:solidFill>
                <a:srgbClr val="000000"/>
              </a:solidFill>
              <a:latin typeface="Arial"/>
            </a:endParaRPr>
          </a:p>
        </p:txBody>
      </p:sp>
      <p:sp>
        <p:nvSpPr>
          <p:cNvPr id="456" name=""/>
          <p:cNvSpPr/>
          <p:nvPr/>
        </p:nvSpPr>
        <p:spPr>
          <a:xfrm>
            <a:off x="1463040" y="3670560"/>
            <a:ext cx="2010960" cy="400680"/>
          </a:xfrm>
          <a:prstGeom prst="rect">
            <a:avLst/>
          </a:prstGeom>
          <a:noFill/>
          <a:ln w="0">
            <a:noFill/>
          </a:ln>
        </p:spPr>
        <p:style>
          <a:lnRef idx="0"/>
          <a:fillRef idx="0"/>
          <a:effectRef idx="0"/>
          <a:fontRef idx="minor"/>
        </p:style>
        <p:txBody>
          <a:bodyPr lIns="90000" rIns="90000" tIns="45000" bIns="45000" anchor="t">
            <a:noAutofit/>
          </a:bodyPr>
          <a:p>
            <a:pPr algn="r">
              <a:lnSpc>
                <a:spcPct val="100000"/>
              </a:lnSpc>
            </a:pPr>
            <a:r>
              <a:rPr b="1" lang="en-US" sz="1800" spc="-1" strike="noStrike">
                <a:solidFill>
                  <a:srgbClr val="000000"/>
                </a:solidFill>
                <a:latin typeface="Noto Sans"/>
                <a:ea typeface="DejaVu Sans"/>
              </a:rPr>
              <a:t>Dolor</a:t>
            </a:r>
            <a:endParaRPr b="0" lang="en-US" sz="1800" spc="-1" strike="noStrike">
              <a:solidFill>
                <a:srgbClr val="000000"/>
              </a:solidFill>
              <a:latin typeface="Arial"/>
            </a:endParaRPr>
          </a:p>
        </p:txBody>
      </p:sp>
      <p:sp>
        <p:nvSpPr>
          <p:cNvPr id="457" name=""/>
          <p:cNvSpPr/>
          <p:nvPr/>
        </p:nvSpPr>
        <p:spPr>
          <a:xfrm>
            <a:off x="6672240" y="4447080"/>
            <a:ext cx="3382560" cy="747720"/>
          </a:xfrm>
          <a:prstGeom prst="rect">
            <a:avLst/>
          </a:prstGeom>
          <a:noFill/>
          <a:ln w="0">
            <a:noFill/>
          </a:ln>
        </p:spPr>
        <p:style>
          <a:lnRef idx="0"/>
          <a:fillRef idx="0"/>
          <a:effectRef idx="0"/>
          <a:fontRef idx="minor"/>
        </p:style>
        <p:txBody>
          <a:bodyPr lIns="90000" rIns="90000" tIns="45000" bIns="45000" anchor="t">
            <a:noAutofit/>
          </a:bodyPr>
          <a:p>
            <a:pPr>
              <a:lnSpc>
                <a:spcPct val="100000"/>
              </a:lnSpc>
              <a:spcBef>
                <a:spcPts val="1191"/>
              </a:spcBef>
              <a:spcAft>
                <a:spcPts val="992"/>
              </a:spcAft>
            </a:pPr>
            <a:r>
              <a:rPr b="0" lang="en-US" sz="1200" spc="-1" strike="noStrike">
                <a:solidFill>
                  <a:srgbClr val="666666"/>
                </a:solidFill>
                <a:latin typeface="Noto Sans"/>
                <a:ea typeface="DejaVu Sans"/>
              </a:rPr>
              <a:t>Lorem ipsum dolor sit amet, consectetur adipiscing elit, sed do eiusmod tempor incididunt ut labore et dolore magna aliqua. </a:t>
            </a:r>
            <a:endParaRPr b="0" lang="en-US" sz="1200" spc="-1" strike="noStrike">
              <a:solidFill>
                <a:srgbClr val="000000"/>
              </a:solidFill>
              <a:latin typeface="Arial"/>
            </a:endParaRPr>
          </a:p>
        </p:txBody>
      </p:sp>
      <p:sp>
        <p:nvSpPr>
          <p:cNvPr id="458" name=""/>
          <p:cNvSpPr/>
          <p:nvPr/>
        </p:nvSpPr>
        <p:spPr>
          <a:xfrm>
            <a:off x="6672240" y="4019760"/>
            <a:ext cx="2010960" cy="4006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Noto Sans"/>
                <a:ea typeface="DejaVu Sans"/>
              </a:rPr>
              <a:t>Consectetur</a:t>
            </a:r>
            <a:endParaRPr b="0" lang="en-US" sz="1800" spc="-1" strike="noStrike">
              <a:solidFill>
                <a:srgbClr val="000000"/>
              </a:solidFill>
              <a:latin typeface="Arial"/>
            </a:endParaRPr>
          </a:p>
        </p:txBody>
      </p:sp>
      <p:sp>
        <p:nvSpPr>
          <p:cNvPr id="459" name=""/>
          <p:cNvSpPr/>
          <p:nvPr/>
        </p:nvSpPr>
        <p:spPr>
          <a:xfrm>
            <a:off x="6672240" y="2990520"/>
            <a:ext cx="3382560" cy="747720"/>
          </a:xfrm>
          <a:prstGeom prst="rect">
            <a:avLst/>
          </a:prstGeom>
          <a:noFill/>
          <a:ln w="0">
            <a:noFill/>
          </a:ln>
        </p:spPr>
        <p:style>
          <a:lnRef idx="0"/>
          <a:fillRef idx="0"/>
          <a:effectRef idx="0"/>
          <a:fontRef idx="minor"/>
        </p:style>
        <p:txBody>
          <a:bodyPr lIns="90000" rIns="90000" tIns="45000" bIns="45000" anchor="t">
            <a:noAutofit/>
          </a:bodyPr>
          <a:p>
            <a:pPr>
              <a:lnSpc>
                <a:spcPct val="100000"/>
              </a:lnSpc>
              <a:spcBef>
                <a:spcPts val="1191"/>
              </a:spcBef>
              <a:spcAft>
                <a:spcPts val="992"/>
              </a:spcAft>
            </a:pPr>
            <a:r>
              <a:rPr b="0" lang="en-US" sz="1200" spc="-1" strike="noStrike">
                <a:solidFill>
                  <a:srgbClr val="666666"/>
                </a:solidFill>
                <a:latin typeface="Noto Sans"/>
                <a:ea typeface="DejaVu Sans"/>
              </a:rPr>
              <a:t>Lorem ipsum dolor sit amet, consectetur adipiscing elit, sed do eiusmod tempor incididunt ut labore et dolore magna aliqua. </a:t>
            </a:r>
            <a:endParaRPr b="0" lang="en-US" sz="1200" spc="-1" strike="noStrike">
              <a:solidFill>
                <a:srgbClr val="000000"/>
              </a:solidFill>
              <a:latin typeface="Arial"/>
            </a:endParaRPr>
          </a:p>
        </p:txBody>
      </p:sp>
      <p:sp>
        <p:nvSpPr>
          <p:cNvPr id="460" name=""/>
          <p:cNvSpPr/>
          <p:nvPr/>
        </p:nvSpPr>
        <p:spPr>
          <a:xfrm>
            <a:off x="6672240" y="2563200"/>
            <a:ext cx="2010960" cy="4006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Noto Sans"/>
                <a:ea typeface="DejaVu Sans"/>
              </a:rPr>
              <a:t>Amet</a:t>
            </a:r>
            <a:endParaRPr b="0" lang="en-US" sz="1800" spc="-1" strike="noStrike">
              <a:solidFill>
                <a:srgbClr val="000000"/>
              </a:solidFill>
              <a:latin typeface="Arial"/>
            </a:endParaRPr>
          </a:p>
        </p:txBody>
      </p:sp>
      <p:sp>
        <p:nvSpPr>
          <p:cNvPr id="461" name=""/>
          <p:cNvSpPr/>
          <p:nvPr/>
        </p:nvSpPr>
        <p:spPr>
          <a:xfrm>
            <a:off x="6672240" y="1433160"/>
            <a:ext cx="3382560" cy="747720"/>
          </a:xfrm>
          <a:prstGeom prst="rect">
            <a:avLst/>
          </a:prstGeom>
          <a:noFill/>
          <a:ln w="0">
            <a:noFill/>
          </a:ln>
        </p:spPr>
        <p:style>
          <a:lnRef idx="0"/>
          <a:fillRef idx="0"/>
          <a:effectRef idx="0"/>
          <a:fontRef idx="minor"/>
        </p:style>
        <p:txBody>
          <a:bodyPr lIns="90000" rIns="90000" tIns="45000" bIns="45000" anchor="t">
            <a:noAutofit/>
          </a:bodyPr>
          <a:p>
            <a:pPr>
              <a:lnSpc>
                <a:spcPct val="100000"/>
              </a:lnSpc>
              <a:spcBef>
                <a:spcPts val="1191"/>
              </a:spcBef>
              <a:spcAft>
                <a:spcPts val="992"/>
              </a:spcAft>
            </a:pPr>
            <a:r>
              <a:rPr b="0" lang="en-US" sz="1200" spc="-1" strike="noStrike">
                <a:solidFill>
                  <a:srgbClr val="666666"/>
                </a:solidFill>
                <a:latin typeface="Noto Sans"/>
                <a:ea typeface="DejaVu Sans"/>
              </a:rPr>
              <a:t>Lorem ipsum dolor sit amet, consectetur adipiscing elit, sed do eiusmod tempor incididunt ut labore et dolore magna aliqua. </a:t>
            </a:r>
            <a:endParaRPr b="0" lang="en-US" sz="1200" spc="-1" strike="noStrike">
              <a:solidFill>
                <a:srgbClr val="000000"/>
              </a:solidFill>
              <a:latin typeface="Arial"/>
            </a:endParaRPr>
          </a:p>
        </p:txBody>
      </p:sp>
      <p:sp>
        <p:nvSpPr>
          <p:cNvPr id="462" name=""/>
          <p:cNvSpPr/>
          <p:nvPr/>
        </p:nvSpPr>
        <p:spPr>
          <a:xfrm>
            <a:off x="6672240" y="1005840"/>
            <a:ext cx="2010960" cy="4006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Noto Sans"/>
                <a:ea typeface="DejaVu Sans"/>
              </a:rPr>
              <a:t>Sit</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63" name="" descr=""/>
          <p:cNvPicPr/>
          <p:nvPr/>
        </p:nvPicPr>
        <p:blipFill>
          <a:blip r:embed="rId1">
            <a:extLst>
              <a:ext uri="{96DAC541-7B7A-43D3-8B79-37D633B846F1}">
                <asvg:svgBlip xmlns:asvg="http://schemas.microsoft.com/office/drawing/2016/SVG/main" r:embed="rId2"/>
              </a:ext>
            </a:extLst>
            <a:alphaModFix amt="50000"/>
          </a:blip>
          <a:stretch/>
        </p:blipFill>
        <p:spPr>
          <a:xfrm>
            <a:off x="1188720" y="2783880"/>
            <a:ext cx="781560" cy="781560"/>
          </a:xfrm>
          <a:prstGeom prst="rect">
            <a:avLst/>
          </a:prstGeom>
          <a:ln w="0">
            <a:noFill/>
          </a:ln>
          <a:effectLst>
            <a:outerShdw blurRad="0" dir="2700000" dist="102841" rotWithShape="0">
              <a:srgbClr val="808080">
                <a:alpha val="20000"/>
              </a:srgbClr>
            </a:outerShdw>
          </a:effectLst>
        </p:spPr>
      </p:pic>
      <p:sp>
        <p:nvSpPr>
          <p:cNvPr id="464" name=""/>
          <p:cNvSpPr/>
          <p:nvPr/>
        </p:nvSpPr>
        <p:spPr>
          <a:xfrm>
            <a:off x="2651760" y="4467600"/>
            <a:ext cx="3382560" cy="747720"/>
          </a:xfrm>
          <a:prstGeom prst="rect">
            <a:avLst/>
          </a:prstGeom>
          <a:noFill/>
          <a:ln w="0">
            <a:noFill/>
          </a:ln>
        </p:spPr>
        <p:style>
          <a:lnRef idx="0"/>
          <a:fillRef idx="0"/>
          <a:effectRef idx="0"/>
          <a:fontRef idx="minor"/>
        </p:style>
        <p:txBody>
          <a:bodyPr lIns="90000" rIns="90000" tIns="45000" bIns="45000" anchor="t">
            <a:noAutofit/>
          </a:bodyPr>
          <a:p>
            <a:pPr>
              <a:lnSpc>
                <a:spcPct val="100000"/>
              </a:lnSpc>
              <a:spcBef>
                <a:spcPts val="1191"/>
              </a:spcBef>
              <a:spcAft>
                <a:spcPts val="992"/>
              </a:spcAft>
            </a:pPr>
            <a:r>
              <a:rPr b="0" lang="en-US" sz="1200" spc="-1" strike="noStrike">
                <a:solidFill>
                  <a:srgbClr val="666666"/>
                </a:solidFill>
                <a:latin typeface="Noto Sans"/>
                <a:ea typeface="DejaVu Sans"/>
              </a:rPr>
              <a:t>Lorem ipsum dolor sit amet, consectetur adipiscing elit, sed do eiusmod tempor incididunt ut labore et dolore magna aliqua. </a:t>
            </a:r>
            <a:endParaRPr b="0" lang="en-US" sz="1200" spc="-1" strike="noStrike">
              <a:solidFill>
                <a:srgbClr val="000000"/>
              </a:solidFill>
              <a:latin typeface="Arial"/>
            </a:endParaRPr>
          </a:p>
        </p:txBody>
      </p:sp>
      <p:sp>
        <p:nvSpPr>
          <p:cNvPr id="465" name=""/>
          <p:cNvSpPr/>
          <p:nvPr/>
        </p:nvSpPr>
        <p:spPr>
          <a:xfrm>
            <a:off x="2651760" y="4040280"/>
            <a:ext cx="2010960" cy="4006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Noto Sans"/>
                <a:ea typeface="DejaVu Sans"/>
              </a:rPr>
              <a:t>03 Dolor</a:t>
            </a:r>
            <a:endParaRPr b="0" lang="en-US" sz="1800" spc="-1" strike="noStrike">
              <a:solidFill>
                <a:srgbClr val="000000"/>
              </a:solidFill>
              <a:latin typeface="Arial"/>
            </a:endParaRPr>
          </a:p>
        </p:txBody>
      </p:sp>
      <p:sp>
        <p:nvSpPr>
          <p:cNvPr id="466" name=""/>
          <p:cNvSpPr/>
          <p:nvPr/>
        </p:nvSpPr>
        <p:spPr>
          <a:xfrm>
            <a:off x="180000" y="1250280"/>
            <a:ext cx="3476880" cy="985320"/>
          </a:xfrm>
          <a:prstGeom prst="rect">
            <a:avLst/>
          </a:prstGeom>
          <a:noFill/>
          <a:ln w="0">
            <a:noFill/>
          </a:ln>
        </p:spPr>
        <p:style>
          <a:lnRef idx="0"/>
          <a:fillRef idx="0"/>
          <a:effectRef idx="0"/>
          <a:fontRef idx="minor"/>
        </p:style>
        <p:txBody>
          <a:bodyPr lIns="90000" rIns="90000" tIns="45000" bIns="45000" anchor="t">
            <a:noAutofit/>
          </a:bodyPr>
          <a:p>
            <a:pPr algn="r">
              <a:lnSpc>
                <a:spcPct val="100000"/>
              </a:lnSpc>
              <a:spcBef>
                <a:spcPts val="1191"/>
              </a:spcBef>
              <a:spcAft>
                <a:spcPts val="992"/>
              </a:spcAft>
            </a:pPr>
            <a:r>
              <a:rPr b="0" lang="en-US" sz="1200" spc="-1" strike="noStrike">
                <a:solidFill>
                  <a:srgbClr val="666666"/>
                </a:solidFill>
                <a:latin typeface="Noto Sans"/>
                <a:ea typeface="DejaVu Sans"/>
              </a:rPr>
              <a:t>Lorem ipsum dolor sit amet, consectetur adipiscing elit, sed do eiusmod tempor incididunt ut labore et dolore magna aliqua. </a:t>
            </a:r>
            <a:endParaRPr b="0" lang="en-US" sz="1200" spc="-1" strike="noStrike">
              <a:solidFill>
                <a:srgbClr val="000000"/>
              </a:solidFill>
              <a:latin typeface="Arial"/>
            </a:endParaRPr>
          </a:p>
        </p:txBody>
      </p:sp>
      <p:sp>
        <p:nvSpPr>
          <p:cNvPr id="467" name=""/>
          <p:cNvSpPr/>
          <p:nvPr/>
        </p:nvSpPr>
        <p:spPr>
          <a:xfrm>
            <a:off x="2468880" y="822960"/>
            <a:ext cx="1409760" cy="1370880"/>
          </a:xfrm>
          <a:prstGeom prst="ellipse">
            <a:avLst/>
          </a:prstGeom>
          <a:solidFill>
            <a:srgbClr val="8d99ae">
              <a:alpha val="10000"/>
            </a:srgbClr>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468" name=""/>
          <p:cNvSpPr/>
          <p:nvPr/>
        </p:nvSpPr>
        <p:spPr>
          <a:xfrm>
            <a:off x="1645920" y="822960"/>
            <a:ext cx="2010960" cy="400680"/>
          </a:xfrm>
          <a:prstGeom prst="rect">
            <a:avLst/>
          </a:prstGeom>
          <a:noFill/>
          <a:ln w="0">
            <a:noFill/>
          </a:ln>
        </p:spPr>
        <p:style>
          <a:lnRef idx="0"/>
          <a:fillRef idx="0"/>
          <a:effectRef idx="0"/>
          <a:fontRef idx="minor"/>
        </p:style>
        <p:txBody>
          <a:bodyPr lIns="90000" rIns="90000" tIns="45000" bIns="45000" anchor="t">
            <a:noAutofit/>
          </a:bodyPr>
          <a:p>
            <a:pPr algn="r">
              <a:lnSpc>
                <a:spcPct val="100000"/>
              </a:lnSpc>
            </a:pPr>
            <a:r>
              <a:rPr b="1" lang="en-US" sz="1800" spc="-1" strike="noStrike">
                <a:solidFill>
                  <a:srgbClr val="000000"/>
                </a:solidFill>
                <a:latin typeface="Noto Sans"/>
                <a:ea typeface="DejaVu Sans"/>
              </a:rPr>
              <a:t>01 Lorem</a:t>
            </a:r>
            <a:endParaRPr b="0" lang="en-US" sz="1800" spc="-1" strike="noStrike">
              <a:solidFill>
                <a:srgbClr val="000000"/>
              </a:solidFill>
              <a:latin typeface="Arial"/>
            </a:endParaRPr>
          </a:p>
        </p:txBody>
      </p:sp>
      <p:pic>
        <p:nvPicPr>
          <p:cNvPr id="469" name="" descr=""/>
          <p:cNvPicPr/>
          <p:nvPr/>
        </p:nvPicPr>
        <p:blipFill>
          <a:blip r:embed="rId3">
            <a:extLst>
              <a:ext uri="{96DAC541-7B7A-43D3-8B79-37D633B846F1}">
                <asvg:svgBlip xmlns:asvg="http://schemas.microsoft.com/office/drawing/2016/SVG/main" r:embed="rId4"/>
              </a:ext>
            </a:extLst>
            <a:alphaModFix amt="50000"/>
          </a:blip>
          <a:stretch/>
        </p:blipFill>
        <p:spPr>
          <a:xfrm>
            <a:off x="4854240" y="1774080"/>
            <a:ext cx="942480" cy="1044720"/>
          </a:xfrm>
          <a:prstGeom prst="rect">
            <a:avLst/>
          </a:prstGeom>
          <a:ln w="0">
            <a:noFill/>
          </a:ln>
          <a:effectLst>
            <a:outerShdw blurRad="0" dir="2700000" dist="102841" rotWithShape="0">
              <a:srgbClr val="808080">
                <a:alpha val="20000"/>
              </a:srgbClr>
            </a:outerShdw>
          </a:effectLst>
        </p:spPr>
      </p:pic>
      <p:pic>
        <p:nvPicPr>
          <p:cNvPr id="470" name="" descr=""/>
          <p:cNvPicPr/>
          <p:nvPr/>
        </p:nvPicPr>
        <p:blipFill>
          <a:blip r:embed="rId5">
            <a:extLst>
              <a:ext uri="{96DAC541-7B7A-43D3-8B79-37D633B846F1}">
                <asvg:svgBlip xmlns:asvg="http://schemas.microsoft.com/office/drawing/2016/SVG/main" r:embed="rId6"/>
              </a:ext>
            </a:extLst>
            <a:alphaModFix amt="50000"/>
          </a:blip>
          <a:stretch/>
        </p:blipFill>
        <p:spPr>
          <a:xfrm>
            <a:off x="6884640" y="3486960"/>
            <a:ext cx="923760" cy="846720"/>
          </a:xfrm>
          <a:prstGeom prst="rect">
            <a:avLst/>
          </a:prstGeom>
          <a:ln w="0">
            <a:noFill/>
          </a:ln>
          <a:effectLst>
            <a:outerShdw blurRad="0" dir="2700000" dist="102841" rotWithShape="0">
              <a:srgbClr val="808080">
                <a:alpha val="20000"/>
              </a:srgbClr>
            </a:outerShdw>
          </a:effectLst>
        </p:spPr>
      </p:pic>
      <p:sp>
        <p:nvSpPr>
          <p:cNvPr id="471" name=""/>
          <p:cNvSpPr/>
          <p:nvPr/>
        </p:nvSpPr>
        <p:spPr>
          <a:xfrm>
            <a:off x="6309360" y="1856520"/>
            <a:ext cx="2742480" cy="919080"/>
          </a:xfrm>
          <a:prstGeom prst="rect">
            <a:avLst/>
          </a:prstGeom>
          <a:noFill/>
          <a:ln w="0">
            <a:noFill/>
          </a:ln>
        </p:spPr>
        <p:style>
          <a:lnRef idx="0"/>
          <a:fillRef idx="0"/>
          <a:effectRef idx="0"/>
          <a:fontRef idx="minor"/>
        </p:style>
        <p:txBody>
          <a:bodyPr lIns="90000" rIns="90000" tIns="45000" bIns="45000" anchor="t">
            <a:noAutofit/>
          </a:bodyPr>
          <a:p>
            <a:pPr algn="r">
              <a:lnSpc>
                <a:spcPct val="100000"/>
              </a:lnSpc>
              <a:spcBef>
                <a:spcPts val="1191"/>
              </a:spcBef>
              <a:spcAft>
                <a:spcPts val="992"/>
              </a:spcAft>
            </a:pPr>
            <a:r>
              <a:rPr b="0" lang="en-US" sz="1200" spc="-1" strike="noStrike">
                <a:solidFill>
                  <a:srgbClr val="666666"/>
                </a:solidFill>
                <a:latin typeface="Noto Sans"/>
                <a:ea typeface="DejaVu Sans"/>
              </a:rPr>
              <a:t>Lorem ipsum dolor sit amet, consectetur adipiscing elit, sed do eiusmod tempor incididunt ut labore et dolore magna aliqua. </a:t>
            </a:r>
            <a:endParaRPr b="0" lang="en-US" sz="1200" spc="-1" strike="noStrike">
              <a:solidFill>
                <a:srgbClr val="000000"/>
              </a:solidFill>
              <a:latin typeface="Arial"/>
            </a:endParaRPr>
          </a:p>
        </p:txBody>
      </p:sp>
      <p:sp>
        <p:nvSpPr>
          <p:cNvPr id="472" name=""/>
          <p:cNvSpPr/>
          <p:nvPr/>
        </p:nvSpPr>
        <p:spPr>
          <a:xfrm>
            <a:off x="7040880" y="1429200"/>
            <a:ext cx="2010960" cy="400680"/>
          </a:xfrm>
          <a:prstGeom prst="rect">
            <a:avLst/>
          </a:prstGeom>
          <a:noFill/>
          <a:ln w="0">
            <a:noFill/>
          </a:ln>
        </p:spPr>
        <p:style>
          <a:lnRef idx="0"/>
          <a:fillRef idx="0"/>
          <a:effectRef idx="0"/>
          <a:fontRef idx="minor"/>
        </p:style>
        <p:txBody>
          <a:bodyPr lIns="90000" rIns="90000" tIns="45000" bIns="45000" anchor="t">
            <a:noAutofit/>
          </a:bodyPr>
          <a:p>
            <a:pPr algn="r">
              <a:lnSpc>
                <a:spcPct val="100000"/>
              </a:lnSpc>
            </a:pPr>
            <a:r>
              <a:rPr b="1" lang="en-US" sz="1800" spc="-1" strike="noStrike">
                <a:solidFill>
                  <a:srgbClr val="000000"/>
                </a:solidFill>
                <a:latin typeface="Noto Sans"/>
                <a:ea typeface="DejaVu Sans"/>
              </a:rPr>
              <a:t>02 Ipsum</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3" name=""/>
          <p:cNvSpPr/>
          <p:nvPr/>
        </p:nvSpPr>
        <p:spPr>
          <a:xfrm>
            <a:off x="953280" y="1524240"/>
            <a:ext cx="3199680" cy="11322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500" spc="-1" strike="noStrike">
                <a:solidFill>
                  <a:srgbClr val="666666"/>
                </a:solidFill>
                <a:latin typeface="Noto Sans"/>
                <a:ea typeface="DejaVu Sans"/>
              </a:rPr>
              <a:t>Lorem ipsum dolor sit amet, consectetur adipiscing elit, sed do eiusmod tempor incididunt ut labore et dolore magna aliqua. </a:t>
            </a:r>
            <a:endParaRPr b="0" lang="en-US" sz="1500" spc="-1" strike="noStrike">
              <a:solidFill>
                <a:srgbClr val="000000"/>
              </a:solidFill>
              <a:latin typeface="Arial"/>
            </a:endParaRPr>
          </a:p>
        </p:txBody>
      </p:sp>
      <p:sp>
        <p:nvSpPr>
          <p:cNvPr id="474" name=""/>
          <p:cNvSpPr/>
          <p:nvPr/>
        </p:nvSpPr>
        <p:spPr>
          <a:xfrm>
            <a:off x="1604520" y="1113840"/>
            <a:ext cx="1553760" cy="470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200" spc="-1" strike="noStrike">
                <a:solidFill>
                  <a:srgbClr val="000000"/>
                </a:solidFill>
                <a:latin typeface="Noto Sans"/>
                <a:ea typeface="DejaVu Sans"/>
              </a:rPr>
              <a:t>Lorem</a:t>
            </a:r>
            <a:endParaRPr b="0" lang="en-US" sz="2200" spc="-1" strike="noStrike">
              <a:solidFill>
                <a:srgbClr val="000000"/>
              </a:solidFill>
              <a:latin typeface="Arial"/>
            </a:endParaRPr>
          </a:p>
        </p:txBody>
      </p:sp>
      <p:sp>
        <p:nvSpPr>
          <p:cNvPr id="475" name=""/>
          <p:cNvSpPr/>
          <p:nvPr/>
        </p:nvSpPr>
        <p:spPr>
          <a:xfrm>
            <a:off x="2873520" y="4037760"/>
            <a:ext cx="3199680" cy="11322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500" spc="-1" strike="noStrike">
                <a:solidFill>
                  <a:srgbClr val="666666"/>
                </a:solidFill>
                <a:latin typeface="Noto Sans"/>
                <a:ea typeface="DejaVu Sans"/>
              </a:rPr>
              <a:t>Lorem ipsum dolor sit amet, consectetur adipiscing elit, sed do eiusmod tempor incididunt ut labore et dolore magna aliqua. </a:t>
            </a:r>
            <a:endParaRPr b="0" lang="en-US" sz="1500" spc="-1" strike="noStrike">
              <a:solidFill>
                <a:srgbClr val="000000"/>
              </a:solidFill>
              <a:latin typeface="Arial"/>
            </a:endParaRPr>
          </a:p>
        </p:txBody>
      </p:sp>
      <p:sp>
        <p:nvSpPr>
          <p:cNvPr id="476" name=""/>
          <p:cNvSpPr/>
          <p:nvPr/>
        </p:nvSpPr>
        <p:spPr>
          <a:xfrm>
            <a:off x="3524760" y="3627360"/>
            <a:ext cx="1553760" cy="470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200" spc="-1" strike="noStrike">
                <a:solidFill>
                  <a:srgbClr val="000000"/>
                </a:solidFill>
                <a:latin typeface="Noto Sans"/>
                <a:ea typeface="DejaVu Sans"/>
              </a:rPr>
              <a:t>Ipsum</a:t>
            </a:r>
            <a:endParaRPr b="0" lang="en-US" sz="2200" spc="-1" strike="noStrike">
              <a:solidFill>
                <a:srgbClr val="000000"/>
              </a:solidFill>
              <a:latin typeface="Arial"/>
            </a:endParaRPr>
          </a:p>
        </p:txBody>
      </p:sp>
      <p:sp>
        <p:nvSpPr>
          <p:cNvPr id="477" name=""/>
          <p:cNvSpPr/>
          <p:nvPr/>
        </p:nvSpPr>
        <p:spPr>
          <a:xfrm>
            <a:off x="6714000" y="4084560"/>
            <a:ext cx="3199680" cy="11322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500" spc="-1" strike="noStrike">
                <a:solidFill>
                  <a:srgbClr val="666666"/>
                </a:solidFill>
                <a:latin typeface="Noto Sans"/>
                <a:ea typeface="DejaVu Sans"/>
              </a:rPr>
              <a:t>Lorem ipsum dolor sit amet, consectetur adipiscing elit, sed do eiusmod tempor incididunt ut labore et dolore magna aliqua. </a:t>
            </a:r>
            <a:endParaRPr b="0" lang="en-US" sz="1500" spc="-1" strike="noStrike">
              <a:solidFill>
                <a:srgbClr val="000000"/>
              </a:solidFill>
              <a:latin typeface="Arial"/>
            </a:endParaRPr>
          </a:p>
        </p:txBody>
      </p:sp>
      <p:sp>
        <p:nvSpPr>
          <p:cNvPr id="478" name=""/>
          <p:cNvSpPr/>
          <p:nvPr/>
        </p:nvSpPr>
        <p:spPr>
          <a:xfrm>
            <a:off x="7365240" y="3674160"/>
            <a:ext cx="1553760" cy="470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200" spc="-1" strike="noStrike">
                <a:solidFill>
                  <a:srgbClr val="000000"/>
                </a:solidFill>
                <a:latin typeface="Noto Sans"/>
                <a:ea typeface="DejaVu Sans"/>
              </a:rPr>
              <a:t>Sit</a:t>
            </a:r>
            <a:endParaRPr b="0" lang="en-US" sz="2200" spc="-1" strike="noStrike">
              <a:solidFill>
                <a:srgbClr val="000000"/>
              </a:solidFill>
              <a:latin typeface="Arial"/>
            </a:endParaRPr>
          </a:p>
        </p:txBody>
      </p:sp>
      <p:sp>
        <p:nvSpPr>
          <p:cNvPr id="479" name=""/>
          <p:cNvSpPr/>
          <p:nvPr/>
        </p:nvSpPr>
        <p:spPr>
          <a:xfrm>
            <a:off x="5068080" y="1524240"/>
            <a:ext cx="3199680" cy="11322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500" spc="-1" strike="noStrike">
                <a:solidFill>
                  <a:srgbClr val="666666"/>
                </a:solidFill>
                <a:latin typeface="Noto Sans"/>
                <a:ea typeface="DejaVu Sans"/>
              </a:rPr>
              <a:t>Lorem ipsum dolor sit amet, consectetur adipiscing elit, sed do eiusmod tempor incididunt ut labore et dolore magna aliqua. </a:t>
            </a:r>
            <a:endParaRPr b="0" lang="en-US" sz="1500" spc="-1" strike="noStrike">
              <a:solidFill>
                <a:srgbClr val="000000"/>
              </a:solidFill>
              <a:latin typeface="Arial"/>
            </a:endParaRPr>
          </a:p>
        </p:txBody>
      </p:sp>
      <p:sp>
        <p:nvSpPr>
          <p:cNvPr id="480" name=""/>
          <p:cNvSpPr/>
          <p:nvPr/>
        </p:nvSpPr>
        <p:spPr>
          <a:xfrm>
            <a:off x="5719320" y="1113840"/>
            <a:ext cx="1553760" cy="470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200" spc="-1" strike="noStrike">
                <a:solidFill>
                  <a:srgbClr val="000000"/>
                </a:solidFill>
                <a:latin typeface="Noto Sans"/>
                <a:ea typeface="DejaVu Sans"/>
              </a:rPr>
              <a:t>Dolor</a:t>
            </a:r>
            <a:endParaRPr b="0" lang="en-US" sz="2200" spc="-1" strike="noStrike">
              <a:solidFill>
                <a:srgbClr val="000000"/>
              </a:solidFill>
              <a:latin typeface="Arial"/>
            </a:endParaRPr>
          </a:p>
        </p:txBody>
      </p:sp>
      <p:sp>
        <p:nvSpPr>
          <p:cNvPr id="481" name=""/>
          <p:cNvSpPr/>
          <p:nvPr/>
        </p:nvSpPr>
        <p:spPr>
          <a:xfrm>
            <a:off x="496080" y="518400"/>
            <a:ext cx="1096560" cy="1128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6000" spc="-1" strike="noStrike">
                <a:solidFill>
                  <a:srgbClr val="000000"/>
                </a:solidFill>
                <a:latin typeface="Noto Sans"/>
                <a:ea typeface="DejaVu Sans"/>
              </a:rPr>
              <a:t>01</a:t>
            </a:r>
            <a:endParaRPr b="0" lang="en-US" sz="6000" spc="-1" strike="noStrike">
              <a:solidFill>
                <a:srgbClr val="000000"/>
              </a:solidFill>
              <a:latin typeface="Arial"/>
            </a:endParaRPr>
          </a:p>
        </p:txBody>
      </p:sp>
      <p:sp>
        <p:nvSpPr>
          <p:cNvPr id="482" name=""/>
          <p:cNvSpPr/>
          <p:nvPr/>
        </p:nvSpPr>
        <p:spPr>
          <a:xfrm>
            <a:off x="2416320" y="3078720"/>
            <a:ext cx="1096560" cy="1128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6000" spc="-1" strike="noStrike">
                <a:solidFill>
                  <a:srgbClr val="000000"/>
                </a:solidFill>
                <a:latin typeface="Noto Sans"/>
                <a:ea typeface="DejaVu Sans"/>
              </a:rPr>
              <a:t>02</a:t>
            </a:r>
            <a:endParaRPr b="0" lang="en-US" sz="6000" spc="-1" strike="noStrike">
              <a:solidFill>
                <a:srgbClr val="000000"/>
              </a:solidFill>
              <a:latin typeface="Arial"/>
            </a:endParaRPr>
          </a:p>
        </p:txBody>
      </p:sp>
      <p:sp>
        <p:nvSpPr>
          <p:cNvPr id="483" name=""/>
          <p:cNvSpPr/>
          <p:nvPr/>
        </p:nvSpPr>
        <p:spPr>
          <a:xfrm>
            <a:off x="4610880" y="577440"/>
            <a:ext cx="1096560" cy="1128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6000" spc="-1" strike="noStrike">
                <a:solidFill>
                  <a:srgbClr val="000000"/>
                </a:solidFill>
                <a:latin typeface="Noto Sans"/>
                <a:ea typeface="DejaVu Sans"/>
              </a:rPr>
              <a:t>03</a:t>
            </a:r>
            <a:endParaRPr b="0" lang="en-US" sz="6000" spc="-1" strike="noStrike">
              <a:solidFill>
                <a:srgbClr val="000000"/>
              </a:solidFill>
              <a:latin typeface="Arial"/>
            </a:endParaRPr>
          </a:p>
        </p:txBody>
      </p:sp>
      <p:sp>
        <p:nvSpPr>
          <p:cNvPr id="484" name=""/>
          <p:cNvSpPr/>
          <p:nvPr/>
        </p:nvSpPr>
        <p:spPr>
          <a:xfrm>
            <a:off x="6256800" y="3137760"/>
            <a:ext cx="1096560" cy="1128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6000" spc="-1" strike="noStrike">
                <a:solidFill>
                  <a:srgbClr val="000000"/>
                </a:solidFill>
                <a:latin typeface="Noto Sans"/>
                <a:ea typeface="DejaVu Sans"/>
              </a:rPr>
              <a:t>04</a:t>
            </a:r>
            <a:endParaRPr b="0" lang="en-US" sz="6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5" name=""/>
          <p:cNvSpPr/>
          <p:nvPr/>
        </p:nvSpPr>
        <p:spPr>
          <a:xfrm>
            <a:off x="4297680" y="2371680"/>
            <a:ext cx="3839760" cy="13338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Noto Sans"/>
                <a:ea typeface="DejaVu Sans"/>
              </a:rPr>
              <a:t>Lorem ipsum dolor sit amet, consectetur adipiscing elit, sed do eiusmod tempor incididunt ut labore et dolore magna aliqua. </a:t>
            </a:r>
            <a:endParaRPr b="0" lang="en-US" sz="1800" spc="-1" strike="noStrike">
              <a:solidFill>
                <a:srgbClr val="000000"/>
              </a:solidFill>
              <a:latin typeface="Arial"/>
            </a:endParaRPr>
          </a:p>
        </p:txBody>
      </p:sp>
      <p:sp>
        <p:nvSpPr>
          <p:cNvPr id="486" name=""/>
          <p:cNvSpPr/>
          <p:nvPr/>
        </p:nvSpPr>
        <p:spPr>
          <a:xfrm>
            <a:off x="4317120" y="3748320"/>
            <a:ext cx="1553760" cy="3654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600" spc="-1" strike="noStrike">
                <a:solidFill>
                  <a:srgbClr val="000000"/>
                </a:solidFill>
                <a:latin typeface="Noto Sans"/>
                <a:ea typeface="DejaVu Sans"/>
              </a:rPr>
              <a:t>- Loremus</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487" name=""/>
          <p:cNvGrpSpPr/>
          <p:nvPr/>
        </p:nvGrpSpPr>
        <p:grpSpPr>
          <a:xfrm>
            <a:off x="914400" y="2103120"/>
            <a:ext cx="1462320" cy="1462320"/>
            <a:chOff x="914400" y="2103120"/>
            <a:chExt cx="1462320" cy="1462320"/>
          </a:xfrm>
        </p:grpSpPr>
        <p:sp>
          <p:nvSpPr>
            <p:cNvPr id="488" name=""/>
            <p:cNvSpPr/>
            <p:nvPr/>
          </p:nvSpPr>
          <p:spPr>
            <a:xfrm>
              <a:off x="914400" y="2103120"/>
              <a:ext cx="1462320" cy="1462320"/>
            </a:xfrm>
            <a:prstGeom prst="ellipse">
              <a:avLst/>
            </a:prstGeom>
            <a:solidFill>
              <a:srgbClr val="b8dbd9"/>
            </a:solidFill>
            <a:ln w="0">
              <a:noFill/>
            </a:ln>
            <a:effectLst>
              <a:outerShdw blurRad="0" dir="2700000" dist="102841" rotWithShape="0">
                <a:srgbClr val="808080">
                  <a:alpha val="20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pic>
          <p:nvPicPr>
            <p:cNvPr id="489" name="" descr=""/>
            <p:cNvPicPr/>
            <p:nvPr/>
          </p:nvPicPr>
          <p:blipFill>
            <a:blip r:embed="rId1">
              <a:extLst>
                <a:ext uri="{96DAC541-7B7A-43D3-8B79-37D633B846F1}">
                  <asvg:svgBlip xmlns:asvg="http://schemas.microsoft.com/office/drawing/2016/SVG/main" r:embed="rId2"/>
                </a:ext>
              </a:extLst>
              <a:alphaModFix amt="50000"/>
            </a:blip>
            <a:stretch/>
          </p:blipFill>
          <p:spPr>
            <a:xfrm>
              <a:off x="1188720" y="2377440"/>
              <a:ext cx="913680" cy="913680"/>
            </a:xfrm>
            <a:prstGeom prst="rect">
              <a:avLst/>
            </a:prstGeom>
            <a:ln w="0">
              <a:noFill/>
            </a:ln>
            <a:effectLst>
              <a:outerShdw blurRad="762120" dir="2700000" dist="102841" rotWithShape="0">
                <a:srgbClr val="808080">
                  <a:alpha val="50000"/>
                </a:srgbClr>
              </a:outerShdw>
            </a:effectLst>
          </p:spPr>
        </p:pic>
      </p:grpSp>
      <p:grpSp>
        <p:nvGrpSpPr>
          <p:cNvPr id="490" name=""/>
          <p:cNvGrpSpPr/>
          <p:nvPr/>
        </p:nvGrpSpPr>
        <p:grpSpPr>
          <a:xfrm>
            <a:off x="4297680" y="2103120"/>
            <a:ext cx="1462320" cy="1462320"/>
            <a:chOff x="4297680" y="2103120"/>
            <a:chExt cx="1462320" cy="1462320"/>
          </a:xfrm>
        </p:grpSpPr>
        <p:sp>
          <p:nvSpPr>
            <p:cNvPr id="491" name=""/>
            <p:cNvSpPr/>
            <p:nvPr/>
          </p:nvSpPr>
          <p:spPr>
            <a:xfrm>
              <a:off x="4297680" y="2103120"/>
              <a:ext cx="1462320" cy="1462320"/>
            </a:xfrm>
            <a:prstGeom prst="ellipse">
              <a:avLst/>
            </a:prstGeom>
            <a:solidFill>
              <a:srgbClr val="586f7c"/>
            </a:solidFill>
            <a:ln w="0">
              <a:noFill/>
            </a:ln>
            <a:effectLst>
              <a:outerShdw blurRad="0" dir="2700000" dist="102841" rotWithShape="0">
                <a:srgbClr val="808080">
                  <a:alpha val="20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pic>
          <p:nvPicPr>
            <p:cNvPr id="492" name="" descr=""/>
            <p:cNvPicPr/>
            <p:nvPr/>
          </p:nvPicPr>
          <p:blipFill>
            <a:blip r:embed="rId3">
              <a:extLst>
                <a:ext uri="{96DAC541-7B7A-43D3-8B79-37D633B846F1}">
                  <asvg:svgBlip xmlns:asvg="http://schemas.microsoft.com/office/drawing/2016/SVG/main" r:embed="rId4"/>
                </a:ext>
              </a:extLst>
              <a:alphaModFix amt="50000"/>
            </a:blip>
            <a:stretch/>
          </p:blipFill>
          <p:spPr>
            <a:xfrm>
              <a:off x="4572000" y="2370600"/>
              <a:ext cx="920520" cy="920520"/>
            </a:xfrm>
            <a:prstGeom prst="rect">
              <a:avLst/>
            </a:prstGeom>
            <a:ln w="0">
              <a:noFill/>
            </a:ln>
            <a:effectLst>
              <a:outerShdw blurRad="762120" dir="2700000" dist="102841" rotWithShape="0">
                <a:srgbClr val="808080">
                  <a:alpha val="50000"/>
                </a:srgbClr>
              </a:outerShdw>
            </a:effectLst>
          </p:spPr>
        </p:pic>
      </p:grpSp>
      <p:grpSp>
        <p:nvGrpSpPr>
          <p:cNvPr id="493" name=""/>
          <p:cNvGrpSpPr/>
          <p:nvPr/>
        </p:nvGrpSpPr>
        <p:grpSpPr>
          <a:xfrm>
            <a:off x="7570080" y="2103120"/>
            <a:ext cx="1462320" cy="1462320"/>
            <a:chOff x="7570080" y="2103120"/>
            <a:chExt cx="1462320" cy="1462320"/>
          </a:xfrm>
        </p:grpSpPr>
        <p:sp>
          <p:nvSpPr>
            <p:cNvPr id="494" name=""/>
            <p:cNvSpPr/>
            <p:nvPr/>
          </p:nvSpPr>
          <p:spPr>
            <a:xfrm>
              <a:off x="7570080" y="2103120"/>
              <a:ext cx="1462320" cy="1462320"/>
            </a:xfrm>
            <a:prstGeom prst="ellipse">
              <a:avLst/>
            </a:prstGeom>
            <a:solidFill>
              <a:srgbClr val="2f4550"/>
            </a:solidFill>
            <a:ln w="0">
              <a:noFill/>
            </a:ln>
            <a:effectLst>
              <a:outerShdw blurRad="0" dir="2700000" dist="102841" rotWithShape="0">
                <a:srgbClr val="808080">
                  <a:alpha val="20000"/>
                </a:srgbClr>
              </a:outerShdw>
            </a:effectLst>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pic>
          <p:nvPicPr>
            <p:cNvPr id="495" name="" descr=""/>
            <p:cNvPicPr/>
            <p:nvPr/>
          </p:nvPicPr>
          <p:blipFill>
            <a:blip r:embed="rId5">
              <a:extLst>
                <a:ext uri="{96DAC541-7B7A-43D3-8B79-37D633B846F1}">
                  <asvg:svgBlip xmlns:asvg="http://schemas.microsoft.com/office/drawing/2016/SVG/main" r:embed="rId6"/>
                </a:ext>
              </a:extLst>
              <a:alphaModFix amt="50000"/>
            </a:blip>
            <a:stretch/>
          </p:blipFill>
          <p:spPr>
            <a:xfrm>
              <a:off x="7844400" y="2286000"/>
              <a:ext cx="992520" cy="992520"/>
            </a:xfrm>
            <a:prstGeom prst="rect">
              <a:avLst/>
            </a:prstGeom>
            <a:ln w="0">
              <a:noFill/>
            </a:ln>
            <a:effectLst>
              <a:outerShdw blurRad="762120" dir="2700000" dist="102841" rotWithShape="0">
                <a:srgbClr val="808080">
                  <a:alpha val="50000"/>
                </a:srgbClr>
              </a:outerShdw>
            </a:effectLst>
          </p:spPr>
        </p:pic>
      </p:grpSp>
      <p:sp>
        <p:nvSpPr>
          <p:cNvPr id="496" name=""/>
          <p:cNvSpPr/>
          <p:nvPr/>
        </p:nvSpPr>
        <p:spPr>
          <a:xfrm>
            <a:off x="1005840" y="3736440"/>
            <a:ext cx="1279440" cy="40068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1800" spc="-1" strike="noStrike">
                <a:solidFill>
                  <a:srgbClr val="000000"/>
                </a:solidFill>
                <a:latin typeface="Noto Sans"/>
                <a:ea typeface="DejaVu Sans"/>
              </a:rPr>
              <a:t>Lorem</a:t>
            </a:r>
            <a:endParaRPr b="0" lang="en-US" sz="1800" spc="-1" strike="noStrike">
              <a:solidFill>
                <a:srgbClr val="000000"/>
              </a:solidFill>
              <a:latin typeface="Arial"/>
            </a:endParaRPr>
          </a:p>
        </p:txBody>
      </p:sp>
      <p:sp>
        <p:nvSpPr>
          <p:cNvPr id="497" name=""/>
          <p:cNvSpPr/>
          <p:nvPr/>
        </p:nvSpPr>
        <p:spPr>
          <a:xfrm>
            <a:off x="4389120" y="3768480"/>
            <a:ext cx="1279440" cy="40068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1800" spc="-1" strike="noStrike">
                <a:solidFill>
                  <a:srgbClr val="000000"/>
                </a:solidFill>
                <a:latin typeface="Noto Sans"/>
                <a:ea typeface="DejaVu Sans"/>
              </a:rPr>
              <a:t>Ipsum</a:t>
            </a:r>
            <a:endParaRPr b="0" lang="en-US" sz="1800" spc="-1" strike="noStrike">
              <a:solidFill>
                <a:srgbClr val="000000"/>
              </a:solidFill>
              <a:latin typeface="Arial"/>
            </a:endParaRPr>
          </a:p>
        </p:txBody>
      </p:sp>
      <p:sp>
        <p:nvSpPr>
          <p:cNvPr id="498" name=""/>
          <p:cNvSpPr/>
          <p:nvPr/>
        </p:nvSpPr>
        <p:spPr>
          <a:xfrm>
            <a:off x="7661520" y="3749040"/>
            <a:ext cx="1279440" cy="40068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1800" spc="-1" strike="noStrike">
                <a:solidFill>
                  <a:srgbClr val="000000"/>
                </a:solidFill>
                <a:latin typeface="Noto Sans"/>
                <a:ea typeface="DejaVu Sans"/>
              </a:rPr>
              <a:t>Dolor</a:t>
            </a:r>
            <a:endParaRPr b="0" lang="en-US" sz="1800" spc="-1" strike="noStrike">
              <a:solidFill>
                <a:srgbClr val="000000"/>
              </a:solidFill>
              <a:latin typeface="Arial"/>
            </a:endParaRPr>
          </a:p>
        </p:txBody>
      </p:sp>
      <p:sp>
        <p:nvSpPr>
          <p:cNvPr id="499" name=""/>
          <p:cNvSpPr/>
          <p:nvPr/>
        </p:nvSpPr>
        <p:spPr>
          <a:xfrm>
            <a:off x="365760" y="4088520"/>
            <a:ext cx="2873520" cy="165348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0" lang="en-US" sz="1500" spc="-1" strike="noStrike">
                <a:solidFill>
                  <a:srgbClr val="666666"/>
                </a:solidFill>
                <a:latin typeface="Noto Sans"/>
                <a:ea typeface="DejaVu Sans"/>
              </a:rPr>
              <a:t>Lorem ipsum dolor sit amet, consectetur adipiscing elit, sed do eiusmod tempor incididunt ut labore et dolore magna aliqua. </a:t>
            </a:r>
            <a:endParaRPr b="0" lang="en-US" sz="1500" spc="-1" strike="noStrike">
              <a:solidFill>
                <a:srgbClr val="000000"/>
              </a:solidFill>
              <a:latin typeface="Arial"/>
            </a:endParaRPr>
          </a:p>
        </p:txBody>
      </p:sp>
      <p:sp>
        <p:nvSpPr>
          <p:cNvPr id="500" name=""/>
          <p:cNvSpPr/>
          <p:nvPr/>
        </p:nvSpPr>
        <p:spPr>
          <a:xfrm>
            <a:off x="3600000" y="4088880"/>
            <a:ext cx="2781360" cy="165348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0" lang="en-US" sz="1500" spc="-1" strike="noStrike">
                <a:solidFill>
                  <a:srgbClr val="666666"/>
                </a:solidFill>
                <a:latin typeface="Noto Sans"/>
                <a:ea typeface="DejaVu Sans"/>
              </a:rPr>
              <a:t>Lorem ipsum dolor sit amet, consectetur adipiscing elit, sed do eiusmod tempor incididunt ut labore et dolore magna aliqua. </a:t>
            </a:r>
            <a:endParaRPr b="0" lang="en-US" sz="1500" spc="-1" strike="noStrike">
              <a:solidFill>
                <a:srgbClr val="000000"/>
              </a:solidFill>
              <a:latin typeface="Arial"/>
            </a:endParaRPr>
          </a:p>
        </p:txBody>
      </p:sp>
      <p:sp>
        <p:nvSpPr>
          <p:cNvPr id="501" name=""/>
          <p:cNvSpPr/>
          <p:nvPr/>
        </p:nvSpPr>
        <p:spPr>
          <a:xfrm>
            <a:off x="6840000" y="4089240"/>
            <a:ext cx="2817360" cy="165348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0" lang="en-US" sz="1500" spc="-1" strike="noStrike">
                <a:solidFill>
                  <a:srgbClr val="666666"/>
                </a:solidFill>
                <a:latin typeface="Noto Sans"/>
                <a:ea typeface="DejaVu Sans"/>
              </a:rPr>
              <a:t>Lorem ipsum dolor sit amet, consectetur adipiscing elit, sed do eiusmod tempor incididunt ut labore et dolore magna aliqua. </a:t>
            </a:r>
            <a:endParaRPr b="0" lang="en-US" sz="1500" spc="-1" strike="noStrike">
              <a:solidFill>
                <a:srgbClr val="000000"/>
              </a:solidFill>
              <a:latin typeface="Arial"/>
            </a:endParaRPr>
          </a:p>
        </p:txBody>
      </p:sp>
      <p:grpSp>
        <p:nvGrpSpPr>
          <p:cNvPr id="502" name=""/>
          <p:cNvGrpSpPr/>
          <p:nvPr/>
        </p:nvGrpSpPr>
        <p:grpSpPr>
          <a:xfrm>
            <a:off x="4445640" y="1542960"/>
            <a:ext cx="1188000" cy="273600"/>
            <a:chOff x="4445640" y="1542960"/>
            <a:chExt cx="1188000" cy="273600"/>
          </a:xfrm>
        </p:grpSpPr>
        <p:sp>
          <p:nvSpPr>
            <p:cNvPr id="503" name=""/>
            <p:cNvSpPr/>
            <p:nvPr/>
          </p:nvSpPr>
          <p:spPr>
            <a:xfrm>
              <a:off x="4445640" y="1542960"/>
              <a:ext cx="273600" cy="273600"/>
            </a:xfrm>
            <a:prstGeom prst="ellipse">
              <a:avLst/>
            </a:prstGeom>
            <a:solidFill>
              <a:srgbClr val="b8dbd9"/>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000000"/>
                </a:solidFill>
                <a:latin typeface="Noto Sans"/>
                <a:ea typeface="DejaVu Sans"/>
              </a:endParaRPr>
            </a:p>
          </p:txBody>
        </p:sp>
        <p:sp>
          <p:nvSpPr>
            <p:cNvPr id="504" name=""/>
            <p:cNvSpPr/>
            <p:nvPr/>
          </p:nvSpPr>
          <p:spPr>
            <a:xfrm>
              <a:off x="4902840" y="1542960"/>
              <a:ext cx="273600" cy="273600"/>
            </a:xfrm>
            <a:prstGeom prst="ellipse">
              <a:avLst/>
            </a:prstGeom>
            <a:solidFill>
              <a:srgbClr val="586f7c"/>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sp>
          <p:nvSpPr>
            <p:cNvPr id="505" name=""/>
            <p:cNvSpPr/>
            <p:nvPr/>
          </p:nvSpPr>
          <p:spPr>
            <a:xfrm>
              <a:off x="5360040" y="1542960"/>
              <a:ext cx="273600" cy="273600"/>
            </a:xfrm>
            <a:prstGeom prst="ellipse">
              <a:avLst/>
            </a:prstGeom>
            <a:solidFill>
              <a:srgbClr val="2f4550"/>
            </a:solidFill>
            <a:ln w="0">
              <a:noFill/>
            </a:ln>
          </p:spPr>
          <p:style>
            <a:lnRef idx="0"/>
            <a:fillRef idx="0"/>
            <a:effectRef idx="0"/>
            <a:fontRef idx="minor"/>
          </p:style>
          <p:txBody>
            <a:bodyPr wrap="none" lIns="90000" rIns="90000" tIns="45000" bIns="45000" anchor="ctr">
              <a:noAutofit/>
            </a:bodyPr>
            <a:p>
              <a:pPr>
                <a:lnSpc>
                  <a:spcPct val="100000"/>
                </a:lnSpc>
              </a:pPr>
              <a:endParaRPr b="0" lang="en-US" sz="1800" spc="-1" strike="noStrike">
                <a:solidFill>
                  <a:srgbClr val="ffffff"/>
                </a:solidFill>
                <a:latin typeface="Noto Sans"/>
                <a:ea typeface="DejaVu Sans"/>
              </a:endParaRPr>
            </a:p>
          </p:txBody>
        </p:sp>
      </p:grpSp>
      <p:sp>
        <p:nvSpPr>
          <p:cNvPr id="506"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lgn="ctr">
              <a:buNone/>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7" name=""/>
          <p:cNvSpPr/>
          <p:nvPr/>
        </p:nvSpPr>
        <p:spPr>
          <a:xfrm>
            <a:off x="5873400" y="1190520"/>
            <a:ext cx="4093560" cy="4093560"/>
          </a:xfrm>
          <a:custGeom>
            <a:avLst/>
            <a:gdLst>
              <a:gd name="textAreaLeft" fmla="*/ 0 w 4093560"/>
              <a:gd name="textAreaRight" fmla="*/ 4094280 w 4093560"/>
              <a:gd name="textAreaTop" fmla="*/ 0 h 4093560"/>
              <a:gd name="textAreaBottom" fmla="*/ 4094280 h 4093560"/>
            </a:gdLst>
            <a:ahLst/>
            <a:rect l="textAreaLeft" t="textAreaTop" r="textAreaRight" b="textAreaBottom"/>
            <a:pathLst>
              <a:path w="11373" h="11373">
                <a:moveTo>
                  <a:pt x="0" y="5726"/>
                </a:moveTo>
                <a:lnTo>
                  <a:pt x="5646" y="0"/>
                </a:lnTo>
                <a:lnTo>
                  <a:pt x="11373" y="5648"/>
                </a:lnTo>
                <a:lnTo>
                  <a:pt x="5727" y="11373"/>
                </a:lnTo>
                <a:lnTo>
                  <a:pt x="5725" y="11373"/>
                </a:lnTo>
                <a:lnTo>
                  <a:pt x="0" y="5728"/>
                </a:lnTo>
                <a:lnTo>
                  <a:pt x="0" y="5726"/>
                </a:lnTo>
                <a:close/>
              </a:path>
            </a:pathLst>
          </a:custGeom>
          <a:blipFill rotWithShape="0">
            <a:blip r:embed="rId1"/>
            <a:srcRect/>
            <a:stretch/>
          </a:blipFill>
          <a:ln w="0">
            <a:noFill/>
          </a:ln>
        </p:spPr>
        <p:style>
          <a:lnRef idx="0"/>
          <a:fillRef idx="0"/>
          <a:effectRef idx="0"/>
          <a:fontRef idx="minor"/>
        </p:style>
        <p:txBody>
          <a:bodyPr lIns="90000" rIns="90000" tIns="45000" bIns="45000" anchor="ctr" anchorCtr="1">
            <a:noAutofit/>
          </a:bodyPr>
          <a:p>
            <a:pPr>
              <a:lnSpc>
                <a:spcPct val="100000"/>
              </a:lnSpc>
            </a:pPr>
            <a:endParaRPr b="0" lang="en-US" sz="1800" spc="-1" strike="noStrike">
              <a:solidFill>
                <a:srgbClr val="000000"/>
              </a:solidFill>
              <a:latin typeface="Noto Sans"/>
              <a:ea typeface="DejaVu Sans"/>
            </a:endParaRPr>
          </a:p>
        </p:txBody>
      </p:sp>
      <p:sp>
        <p:nvSpPr>
          <p:cNvPr id="508" name="PlaceHolder 1"/>
          <p:cNvSpPr>
            <a:spLocks noGrp="1"/>
          </p:cNvSpPr>
          <p:nvPr>
            <p:ph type="title"/>
          </p:nvPr>
        </p:nvSpPr>
        <p:spPr>
          <a:xfrm>
            <a:off x="468000" y="468000"/>
            <a:ext cx="9071280" cy="945720"/>
          </a:xfrm>
          <a:prstGeom prst="rect">
            <a:avLst/>
          </a:prstGeom>
          <a:noFill/>
          <a:ln w="0">
            <a:noFill/>
          </a:ln>
        </p:spPr>
        <p:txBody>
          <a:bodyPr lIns="0" rIns="0" tIns="0" bIns="0" anchor="ctr">
            <a:noAutofit/>
          </a:bodyPr>
          <a:p>
            <a:pPr indent="0" algn="ctr">
              <a:buNone/>
            </a:pPr>
            <a:endParaRPr b="0" lang="en-US" sz="1800" spc="-1" strike="noStrike">
              <a:solidFill>
                <a:srgbClr val="000000"/>
              </a:solidFill>
              <a:latin typeface="Arial"/>
            </a:endParaRPr>
          </a:p>
        </p:txBody>
      </p:sp>
      <p:sp>
        <p:nvSpPr>
          <p:cNvPr id="509" name="PlaceHolder 2"/>
          <p:cNvSpPr>
            <a:spLocks noGrp="1"/>
          </p:cNvSpPr>
          <p:nvPr>
            <p:ph/>
          </p:nvPr>
        </p:nvSpPr>
        <p:spPr>
          <a:xfrm>
            <a:off x="468000" y="1800000"/>
            <a:ext cx="6162480" cy="3287520"/>
          </a:xfrm>
          <a:prstGeom prst="rect">
            <a:avLst/>
          </a:prstGeom>
          <a:noFill/>
          <a:ln w="0">
            <a:noFill/>
          </a:ln>
        </p:spPr>
        <p:txBody>
          <a:bodyPr lIns="0" rIns="0" tIns="0" bIns="0" anchor="t">
            <a:normAutofit/>
          </a:bodyPr>
          <a:p>
            <a:pPr indent="0">
              <a:spcBef>
                <a:spcPts val="1417"/>
              </a:spcBef>
              <a:buNone/>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5.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6.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7.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8.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9.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0.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2.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3.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4.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5.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6.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7.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65</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2026-09-30T20:45:26Z</dcterms:created>
  <dc:creator/>
  <dc:description>Credits:
Illustrations by Pixeltrue https://icons8.com/illustrations/author/5ec7b0e101d0360016f3d1b3 on icon8 (master slide "Table of content")
Photo by Dave Hoefler https://unsplash.com/fr/@iamthedave on Unsplash https://unsplash.com/fr/licence (slide 9)
    </dc:description>
  <dc:language>en-US</dc:language>
  <cp:lastModifiedBy/>
  <dcterms:modified xsi:type="dcterms:W3CDTF">2026-10-07T20:39:35Z</dcterms:modified>
  <cp:revision>29</cp:revision>
  <dc:subject/>
  <dc:title>Grey Elegant</dc:title>
</cp:coreProperties>
</file>

<file path=docProps/custom.xml><?xml version="1.0" encoding="utf-8"?>
<Properties xmlns="http://schemas.openxmlformats.org/officeDocument/2006/custom-properties" xmlns:vt="http://schemas.openxmlformats.org/officeDocument/2006/docPropsVTypes"/>
</file>